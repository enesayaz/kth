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Evaluation of Possible Traction Inverter Topologies for Heavy-Duty Electric Vehicles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Enes Ayaz, Marcus Jackson, Shahriar Sarmast, Bhanu Singh, Staffan Norrga, Hans-Peter Nee</a:t>
            </a:r>
          </a:p>
          <a:p>
            <a:r>
              <a:t>KTH Royal Institute of Technology</a:t>
            </a:r>
          </a:p>
          <a:p>
            <a:r>
              <a:t>Conference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Increasing demand for sustainable heavy-duty transportation</a:t>
            </a:r>
          </a:p>
          <a:p>
            <a:r>
              <a:t>- Traction inverters as key components</a:t>
            </a:r>
          </a:p>
          <a:p>
            <a:r>
              <a:t>- Limitations of traditional 2-Level 3-Phase Inverters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and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Evaluate 3-Level NPC and 2-Level 6-Phase VSIs</a:t>
            </a:r>
          </a:p>
          <a:p>
            <a:r>
              <a:t>- Compare against conventional 2-Level 3-Phase VSIs</a:t>
            </a:r>
          </a:p>
          <a:p>
            <a:r>
              <a:t>- Contributions:</a:t>
            </a:r>
          </a:p>
          <a:p>
            <a:r>
              <a:t>  * Efficiency improvement</a:t>
            </a:r>
          </a:p>
          <a:p>
            <a:r>
              <a:t>  * Enhanced power density</a:t>
            </a:r>
          </a:p>
          <a:p>
            <a:r>
              <a:t>  * Better harmonic quality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Evaluated Inverter Topologies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- 2-Level 3-Phase VSI</a:t>
            </a:r>
          </a:p>
          <a:p>
            <a:r>
              <a:t>- 2-Level 6-Phase VSI</a:t>
            </a:r>
          </a:p>
          <a:p>
            <a:r>
              <a:t>- 3-Level Neutral Point Clamped VSI</a:t>
            </a:r>
          </a:p>
          <a:p>
            <a:r>
              <a:t>See circuit diagrams in the paper for reference.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Virtual prototyping approach</a:t>
            </a:r>
          </a:p>
          <a:p>
            <a:r>
              <a:t>- Semiconductor loss modeling</a:t>
            </a:r>
          </a:p>
          <a:p>
            <a:r>
              <a:t>- Cooling system and DC-link capacitance estimation</a:t>
            </a:r>
          </a:p>
          <a:p>
            <a:r>
              <a:t>- Harmonic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Efficiency</a:t>
            </a:r>
          </a:p>
          <a:p>
            <a:r>
              <a:t>- Power density</a:t>
            </a:r>
          </a:p>
          <a:p>
            <a:r>
              <a:t>- Output harmonic quality</a:t>
            </a:r>
          </a:p>
          <a:p>
            <a:r>
              <a:t>- Reliability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and Comparative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Efficiency maps and optimal operation points</a:t>
            </a:r>
          </a:p>
          <a:p>
            <a:r>
              <a:t>- Switching frequency vs. die area trade-offs</a:t>
            </a:r>
          </a:p>
          <a:p>
            <a:r>
              <a:t>- Weighted Total Harmonic Distortion (WTHD)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Thermal and Capacitance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Cooling system volume estimation</a:t>
            </a:r>
          </a:p>
          <a:p>
            <a:r>
              <a:t>- DC-link capacitance requirements</a:t>
            </a:r>
          </a:p>
          <a:p>
            <a:r>
              <a:t>- Comparative thermal performance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Reliability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Fewer components in 2L-3Ph increase reliability</a:t>
            </a:r>
          </a:p>
          <a:p>
            <a:r>
              <a:t>- 2L-6Ph offers fault tolerance</a:t>
            </a:r>
          </a:p>
          <a:p>
            <a:r>
              <a:t>- 3L-NPC reduces stress on DC-link capacitors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- 3L-NPC provides the best trade-off among evaluated topologies</a:t>
            </a:r>
          </a:p>
          <a:p>
            <a:r>
              <a:t>- Promising for high-power, high-efficiency traction drives</a:t>
            </a:r>
          </a:p>
          <a:p>
            <a:r>
              <a:t>- Future research: Expand on real-world implementation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Acknowledgements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Supported by the EU CHIP-S Joint Undertaking (PowerizeD Project)</a:t>
            </a:r>
          </a:p>
          <a:p>
            <a:r>
              <a:t>- Funded by Vinnova and the Swedish Energy Agency (HEMIZERO Project)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 for your attention!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