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2"/>
  </p:notesMasterIdLst>
  <p:sldIdLst>
    <p:sldId id="676" r:id="rId5"/>
    <p:sldId id="682" r:id="rId6"/>
    <p:sldId id="684" r:id="rId7"/>
    <p:sldId id="685" r:id="rId8"/>
    <p:sldId id="687" r:id="rId9"/>
    <p:sldId id="683" r:id="rId10"/>
    <p:sldId id="686"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Figtree" panose="020B0604020202020204" charset="0"/>
      <p:regular r:id="rId17"/>
      <p:bold r:id="rId18"/>
      <p:italic r:id="rId19"/>
      <p:boldItalic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3FDEE-AE80-CA5F-179B-0ECB2496237A}" v="74" dt="2025-05-15T08:34:59.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2898" autoAdjust="0"/>
  </p:normalViewPr>
  <p:slideViewPr>
    <p:cSldViewPr snapToGrid="0">
      <p:cViewPr varScale="1">
        <p:scale>
          <a:sx n="160" d="100"/>
          <a:sy n="160" d="100"/>
        </p:scale>
        <p:origin x="264" y="138"/>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es Ayaz" userId="S::enesa@ug.kth.se::0dca039c-c996-457b-a9de-70049bb16a1e" providerId="AD" clId="Web-{8873FDEE-AE80-CA5F-179B-0ECB2496237A}"/>
    <pc:docChg chg="addSld modSld">
      <pc:chgData name="Enes Ayaz" userId="S::enesa@ug.kth.se::0dca039c-c996-457b-a9de-70049bb16a1e" providerId="AD" clId="Web-{8873FDEE-AE80-CA5F-179B-0ECB2496237A}" dt="2025-05-15T08:35:03.893" v="70" actId="20577"/>
      <pc:docMkLst>
        <pc:docMk/>
      </pc:docMkLst>
      <pc:sldChg chg="addSp delSp modSp add replId">
        <pc:chgData name="Enes Ayaz" userId="S::enesa@ug.kth.se::0dca039c-c996-457b-a9de-70049bb16a1e" providerId="AD" clId="Web-{8873FDEE-AE80-CA5F-179B-0ECB2496237A}" dt="2025-05-15T08:35:03.893" v="70" actId="20577"/>
        <pc:sldMkLst>
          <pc:docMk/>
          <pc:sldMk cId="4077704614" sldId="685"/>
        </pc:sldMkLst>
        <pc:spChg chg="mod">
          <ac:chgData name="Enes Ayaz" userId="S::enesa@ug.kth.se::0dca039c-c996-457b-a9de-70049bb16a1e" providerId="AD" clId="Web-{8873FDEE-AE80-CA5F-179B-0ECB2496237A}" dt="2025-05-15T08:28:08.756" v="5" actId="20577"/>
          <ac:spMkLst>
            <pc:docMk/>
            <pc:sldMk cId="4077704614" sldId="685"/>
            <ac:spMk id="2" creationId="{5AAA9284-CEEA-EA61-81A3-72E8571E55F7}"/>
          </ac:spMkLst>
        </pc:spChg>
        <pc:spChg chg="del mod">
          <ac:chgData name="Enes Ayaz" userId="S::enesa@ug.kth.se::0dca039c-c996-457b-a9de-70049bb16a1e" providerId="AD" clId="Web-{8873FDEE-AE80-CA5F-179B-0ECB2496237A}" dt="2025-05-15T08:28:26.771" v="12"/>
          <ac:spMkLst>
            <pc:docMk/>
            <pc:sldMk cId="4077704614" sldId="685"/>
            <ac:spMk id="3" creationId="{B49C748D-7ED1-7C46-33E3-EC240849DE8E}"/>
          </ac:spMkLst>
        </pc:spChg>
        <pc:spChg chg="add del mod">
          <ac:chgData name="Enes Ayaz" userId="S::enesa@ug.kth.se::0dca039c-c996-457b-a9de-70049bb16a1e" providerId="AD" clId="Web-{8873FDEE-AE80-CA5F-179B-0ECB2496237A}" dt="2025-05-15T08:35:03.893" v="70" actId="20577"/>
          <ac:spMkLst>
            <pc:docMk/>
            <pc:sldMk cId="4077704614" sldId="685"/>
            <ac:spMk id="4" creationId="{36BFF2BB-84AA-3B02-6E03-7E87EE0622C5}"/>
          </ac:spMkLst>
        </pc:spChg>
        <pc:spChg chg="add del mod">
          <ac:chgData name="Enes Ayaz" userId="S::enesa@ug.kth.se::0dca039c-c996-457b-a9de-70049bb16a1e" providerId="AD" clId="Web-{8873FDEE-AE80-CA5F-179B-0ECB2496237A}" dt="2025-05-15T08:34:56.737" v="66" actId="20577"/>
          <ac:spMkLst>
            <pc:docMk/>
            <pc:sldMk cId="4077704614" sldId="685"/>
            <ac:spMk id="5" creationId="{20460043-661E-0C18-95EB-EE3EAE6A5E4F}"/>
          </ac:spMkLst>
        </pc:spChg>
        <pc:spChg chg="add del mod">
          <ac:chgData name="Enes Ayaz" userId="S::enesa@ug.kth.se::0dca039c-c996-457b-a9de-70049bb16a1e" providerId="AD" clId="Web-{8873FDEE-AE80-CA5F-179B-0ECB2496237A}" dt="2025-05-15T08:34:54.065" v="64"/>
          <ac:spMkLst>
            <pc:docMk/>
            <pc:sldMk cId="4077704614" sldId="685"/>
            <ac:spMk id="9" creationId="{6808B6E3-C230-388E-9520-C6D9676EB8BF}"/>
          </ac:spMkLst>
        </pc:spChg>
        <pc:picChg chg="add del mod">
          <ac:chgData name="Enes Ayaz" userId="S::enesa@ug.kth.se::0dca039c-c996-457b-a9de-70049bb16a1e" providerId="AD" clId="Web-{8873FDEE-AE80-CA5F-179B-0ECB2496237A}" dt="2025-05-15T08:28:33.630" v="17"/>
          <ac:picMkLst>
            <pc:docMk/>
            <pc:sldMk cId="4077704614" sldId="685"/>
            <ac:picMk id="6" creationId="{9B638E15-C7DE-941D-E828-71DE4994C587}"/>
          </ac:picMkLst>
        </pc:picChg>
        <pc:picChg chg="add del mod">
          <ac:chgData name="Enes Ayaz" userId="S::enesa@ug.kth.se::0dca039c-c996-457b-a9de-70049bb16a1e" providerId="AD" clId="Web-{8873FDEE-AE80-CA5F-179B-0ECB2496237A}" dt="2025-05-15T08:29:15.911" v="28"/>
          <ac:picMkLst>
            <pc:docMk/>
            <pc:sldMk cId="4077704614" sldId="685"/>
            <ac:picMk id="7" creationId="{33852487-95F4-5C93-B169-0E50A09B05E3}"/>
          </ac:picMkLst>
        </pc:picChg>
        <pc:picChg chg="add mod">
          <ac:chgData name="Enes Ayaz" userId="S::enesa@ug.kth.se::0dca039c-c996-457b-a9de-70049bb16a1e" providerId="AD" clId="Web-{8873FDEE-AE80-CA5F-179B-0ECB2496237A}" dt="2025-05-15T08:30:16.552" v="57" actId="1076"/>
          <ac:picMkLst>
            <pc:docMk/>
            <pc:sldMk cId="4077704614" sldId="685"/>
            <ac:picMk id="8" creationId="{CB9F2CCD-AB10-ADE0-B81D-E41DF58CDC96}"/>
          </ac:picMkLst>
        </pc:picChg>
      </pc:sldChg>
    </pc:docChg>
  </pc:docChgLst>
  <pc:docChgLst>
    <pc:chgData name="Staffan Norrga" userId="f8cc0b07-dc5f-46c7-a811-5a91e53abe06" providerId="ADAL" clId="{8FF5842B-C49A-4DFB-B682-9E115B08387D}"/>
    <pc:docChg chg="undo custSel addSld delSld modSld sldOrd">
      <pc:chgData name="Staffan Norrga" userId="f8cc0b07-dc5f-46c7-a811-5a91e53abe06" providerId="ADAL" clId="{8FF5842B-C49A-4DFB-B682-9E115B08387D}" dt="2025-05-09T07:25:54.566" v="583" actId="20577"/>
      <pc:docMkLst>
        <pc:docMk/>
      </pc:docMkLst>
      <pc:sldChg chg="del">
        <pc:chgData name="Staffan Norrga" userId="f8cc0b07-dc5f-46c7-a811-5a91e53abe06" providerId="ADAL" clId="{8FF5842B-C49A-4DFB-B682-9E115B08387D}" dt="2025-03-30T13:09:32.425" v="0" actId="47"/>
        <pc:sldMkLst>
          <pc:docMk/>
          <pc:sldMk cId="189635356" sldId="675"/>
        </pc:sldMkLst>
      </pc:sldChg>
      <pc:sldChg chg="modSp mod">
        <pc:chgData name="Staffan Norrga" userId="f8cc0b07-dc5f-46c7-a811-5a91e53abe06" providerId="ADAL" clId="{8FF5842B-C49A-4DFB-B682-9E115B08387D}" dt="2025-03-30T17:11:22.787" v="82" actId="20577"/>
        <pc:sldMkLst>
          <pc:docMk/>
          <pc:sldMk cId="1959343638" sldId="676"/>
        </pc:sldMkLst>
        <pc:spChg chg="mod">
          <ac:chgData name="Staffan Norrga" userId="f8cc0b07-dc5f-46c7-a811-5a91e53abe06" providerId="ADAL" clId="{8FF5842B-C49A-4DFB-B682-9E115B08387D}" dt="2025-03-30T17:11:22.787" v="82" actId="20577"/>
          <ac:spMkLst>
            <pc:docMk/>
            <pc:sldMk cId="1959343638" sldId="676"/>
            <ac:spMk id="2" creationId="{79054543-1650-4AF3-3948-0282FDD34A2E}"/>
          </ac:spMkLst>
        </pc:spChg>
      </pc:sldChg>
      <pc:sldChg chg="del">
        <pc:chgData name="Staffan Norrga" userId="f8cc0b07-dc5f-46c7-a811-5a91e53abe06" providerId="ADAL" clId="{8FF5842B-C49A-4DFB-B682-9E115B08387D}" dt="2025-03-30T13:09:32.425" v="0" actId="47"/>
        <pc:sldMkLst>
          <pc:docMk/>
          <pc:sldMk cId="1220673904" sldId="677"/>
        </pc:sldMkLst>
      </pc:sldChg>
      <pc:sldChg chg="del">
        <pc:chgData name="Staffan Norrga" userId="f8cc0b07-dc5f-46c7-a811-5a91e53abe06" providerId="ADAL" clId="{8FF5842B-C49A-4DFB-B682-9E115B08387D}" dt="2025-03-30T13:09:32.425" v="0" actId="47"/>
        <pc:sldMkLst>
          <pc:docMk/>
          <pc:sldMk cId="811282019" sldId="678"/>
        </pc:sldMkLst>
      </pc:sldChg>
      <pc:sldChg chg="del">
        <pc:chgData name="Staffan Norrga" userId="f8cc0b07-dc5f-46c7-a811-5a91e53abe06" providerId="ADAL" clId="{8FF5842B-C49A-4DFB-B682-9E115B08387D}" dt="2025-03-30T13:09:32.425" v="0" actId="47"/>
        <pc:sldMkLst>
          <pc:docMk/>
          <pc:sldMk cId="3829878625" sldId="679"/>
        </pc:sldMkLst>
      </pc:sldChg>
      <pc:sldChg chg="del">
        <pc:chgData name="Staffan Norrga" userId="f8cc0b07-dc5f-46c7-a811-5a91e53abe06" providerId="ADAL" clId="{8FF5842B-C49A-4DFB-B682-9E115B08387D}" dt="2025-03-30T13:09:32.425" v="0" actId="47"/>
        <pc:sldMkLst>
          <pc:docMk/>
          <pc:sldMk cId="3473358305" sldId="680"/>
        </pc:sldMkLst>
      </pc:sldChg>
      <pc:sldChg chg="del">
        <pc:chgData name="Staffan Norrga" userId="f8cc0b07-dc5f-46c7-a811-5a91e53abe06" providerId="ADAL" clId="{8FF5842B-C49A-4DFB-B682-9E115B08387D}" dt="2025-03-30T13:09:32.425" v="0" actId="47"/>
        <pc:sldMkLst>
          <pc:docMk/>
          <pc:sldMk cId="4106612591" sldId="681"/>
        </pc:sldMkLst>
      </pc:sldChg>
      <pc:sldChg chg="modSp">
        <pc:chgData name="Staffan Norrga" userId="f8cc0b07-dc5f-46c7-a811-5a91e53abe06" providerId="ADAL" clId="{8FF5842B-C49A-4DFB-B682-9E115B08387D}" dt="2025-05-09T07:12:56.908" v="580" actId="20577"/>
        <pc:sldMkLst>
          <pc:docMk/>
          <pc:sldMk cId="2618384182" sldId="682"/>
        </pc:sldMkLst>
        <pc:graphicFrameChg chg="mod">
          <ac:chgData name="Staffan Norrga" userId="f8cc0b07-dc5f-46c7-a811-5a91e53abe06" providerId="ADAL" clId="{8FF5842B-C49A-4DFB-B682-9E115B08387D}" dt="2025-05-09T07:12:56.908" v="580" actId="20577"/>
          <ac:graphicFrameMkLst>
            <pc:docMk/>
            <pc:sldMk cId="2618384182" sldId="682"/>
            <ac:graphicFrameMk id="4" creationId="{7D46E8EA-E5E0-343C-8D52-8C5176D01ABF}"/>
          </ac:graphicFrameMkLst>
        </pc:graphicFrameChg>
      </pc:sldChg>
      <pc:sldChg chg="addSp delSp modSp new mod modClrScheme chgLayout">
        <pc:chgData name="Staffan Norrga" userId="f8cc0b07-dc5f-46c7-a811-5a91e53abe06" providerId="ADAL" clId="{8FF5842B-C49A-4DFB-B682-9E115B08387D}" dt="2025-05-09T06:59:09.514" v="473" actId="208"/>
        <pc:sldMkLst>
          <pc:docMk/>
          <pc:sldMk cId="14737372" sldId="683"/>
        </pc:sldMkLst>
        <pc:spChg chg="mod">
          <ac:chgData name="Staffan Norrga" userId="f8cc0b07-dc5f-46c7-a811-5a91e53abe06" providerId="ADAL" clId="{8FF5842B-C49A-4DFB-B682-9E115B08387D}" dt="2025-05-09T06:58:46.295" v="470" actId="5793"/>
          <ac:spMkLst>
            <pc:docMk/>
            <pc:sldMk cId="14737372" sldId="683"/>
            <ac:spMk id="2" creationId="{83966C48-EACD-F776-A4BA-B7279C11F9DB}"/>
          </ac:spMkLst>
        </pc:spChg>
        <pc:spChg chg="add del mod">
          <ac:chgData name="Staffan Norrga" userId="f8cc0b07-dc5f-46c7-a811-5a91e53abe06" providerId="ADAL" clId="{8FF5842B-C49A-4DFB-B682-9E115B08387D}" dt="2025-05-09T06:59:09.514" v="473" actId="208"/>
          <ac:spMkLst>
            <pc:docMk/>
            <pc:sldMk cId="14737372" sldId="683"/>
            <ac:spMk id="3" creationId="{F2147A34-8F07-29B8-25EF-BCFBC99A2D3F}"/>
          </ac:spMkLst>
        </pc:spChg>
        <pc:spChg chg="add mod">
          <ac:chgData name="Staffan Norrga" userId="f8cc0b07-dc5f-46c7-a811-5a91e53abe06" providerId="ADAL" clId="{8FF5842B-C49A-4DFB-B682-9E115B08387D}" dt="2025-05-09T06:58:58.536" v="472" actId="113"/>
          <ac:spMkLst>
            <pc:docMk/>
            <pc:sldMk cId="14737372" sldId="683"/>
            <ac:spMk id="4" creationId="{FE7F13A9-E417-CDB9-22C6-D7F5483708CE}"/>
          </ac:spMkLst>
        </pc:spChg>
        <pc:spChg chg="add mod">
          <ac:chgData name="Staffan Norrga" userId="f8cc0b07-dc5f-46c7-a811-5a91e53abe06" providerId="ADAL" clId="{8FF5842B-C49A-4DFB-B682-9E115B08387D}" dt="2025-05-09T06:43:33.476" v="450" actId="113"/>
          <ac:spMkLst>
            <pc:docMk/>
            <pc:sldMk cId="14737372" sldId="683"/>
            <ac:spMk id="5" creationId="{C57D6894-484B-DEF6-6108-FC6B1433CA9B}"/>
          </ac:spMkLst>
        </pc:spChg>
      </pc:sldChg>
      <pc:sldChg chg="addSp delSp modSp add mod ord">
        <pc:chgData name="Staffan Norrga" userId="f8cc0b07-dc5f-46c7-a811-5a91e53abe06" providerId="ADAL" clId="{8FF5842B-C49A-4DFB-B682-9E115B08387D}" dt="2025-05-09T07:25:54.566" v="583" actId="20577"/>
        <pc:sldMkLst>
          <pc:docMk/>
          <pc:sldMk cId="1069599913" sldId="684"/>
        </pc:sldMkLst>
        <pc:spChg chg="mod">
          <ac:chgData name="Staffan Norrga" userId="f8cc0b07-dc5f-46c7-a811-5a91e53abe06" providerId="ADAL" clId="{8FF5842B-C49A-4DFB-B682-9E115B08387D}" dt="2025-04-01T18:28:58.849" v="341" actId="20577"/>
          <ac:spMkLst>
            <pc:docMk/>
            <pc:sldMk cId="1069599913" sldId="684"/>
            <ac:spMk id="2" creationId="{97113ADB-9301-566B-CD5D-FEC41A75ADFD}"/>
          </ac:spMkLst>
        </pc:spChg>
        <pc:graphicFrameChg chg="add mod ord modGraphic">
          <ac:chgData name="Staffan Norrga" userId="f8cc0b07-dc5f-46c7-a811-5a91e53abe06" providerId="ADAL" clId="{8FF5842B-C49A-4DFB-B682-9E115B08387D}" dt="2025-05-09T07:25:54.566" v="583" actId="20577"/>
          <ac:graphicFrameMkLst>
            <pc:docMk/>
            <pc:sldMk cId="1069599913" sldId="684"/>
            <ac:graphicFrameMk id="5" creationId="{5BE170CA-05EC-9A33-6895-56876443AB1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A1066E-B002-4EE6-8BAB-28D7DF1D2EB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sv-SE"/>
        </a:p>
      </dgm:t>
    </dgm:pt>
    <dgm:pt modelId="{5ECB0CC1-9130-4438-B3A3-20F28A6C2561}">
      <dgm:prSet phldrT="[Text]"/>
      <dgm:spPr/>
      <dgm:t>
        <a:bodyPr/>
        <a:lstStyle/>
        <a:p>
          <a:r>
            <a:rPr lang="sv-SE" dirty="0" err="1"/>
            <a:t>Possible</a:t>
          </a:r>
          <a:r>
            <a:rPr lang="sv-SE" dirty="0"/>
            <a:t> </a:t>
          </a:r>
          <a:r>
            <a:rPr lang="sv-SE" dirty="0" err="1"/>
            <a:t>topologies</a:t>
          </a:r>
          <a:endParaRPr lang="sv-SE" dirty="0"/>
        </a:p>
      </dgm:t>
    </dgm:pt>
    <dgm:pt modelId="{44BB92F3-D784-461A-AABA-9730157552A5}" type="parTrans" cxnId="{A34FF48A-E4C0-4642-AADD-F8596DD8D4F0}">
      <dgm:prSet/>
      <dgm:spPr/>
      <dgm:t>
        <a:bodyPr/>
        <a:lstStyle/>
        <a:p>
          <a:endParaRPr lang="sv-SE"/>
        </a:p>
      </dgm:t>
    </dgm:pt>
    <dgm:pt modelId="{0FACBD97-D158-4F62-B9E7-B7F28F3FF19D}" type="sibTrans" cxnId="{A34FF48A-E4C0-4642-AADD-F8596DD8D4F0}">
      <dgm:prSet/>
      <dgm:spPr/>
      <dgm:t>
        <a:bodyPr/>
        <a:lstStyle/>
        <a:p>
          <a:endParaRPr lang="sv-SE"/>
        </a:p>
      </dgm:t>
    </dgm:pt>
    <dgm:pt modelId="{6A49FF03-9546-4878-925F-4E085DCC5170}">
      <dgm:prSet phldrT="[Text]"/>
      <dgm:spPr/>
      <dgm:t>
        <a:bodyPr/>
        <a:lstStyle/>
        <a:p>
          <a:r>
            <a:rPr lang="sv-SE" dirty="0"/>
            <a:t>Three-</a:t>
          </a:r>
          <a:r>
            <a:rPr lang="sv-SE" dirty="0" err="1"/>
            <a:t>level</a:t>
          </a:r>
          <a:endParaRPr lang="sv-SE" dirty="0"/>
        </a:p>
      </dgm:t>
    </dgm:pt>
    <dgm:pt modelId="{3D043BD8-A3A2-479E-AC3E-36F1E0F77131}" type="parTrans" cxnId="{1A2ABF6E-1655-4AA5-BE9E-0ADA997500CA}">
      <dgm:prSet/>
      <dgm:spPr/>
      <dgm:t>
        <a:bodyPr/>
        <a:lstStyle/>
        <a:p>
          <a:endParaRPr lang="sv-SE"/>
        </a:p>
      </dgm:t>
    </dgm:pt>
    <dgm:pt modelId="{06AE2C5D-5FD3-4D5D-ADC1-11C6B177AB5E}" type="sibTrans" cxnId="{1A2ABF6E-1655-4AA5-BE9E-0ADA997500CA}">
      <dgm:prSet/>
      <dgm:spPr/>
      <dgm:t>
        <a:bodyPr/>
        <a:lstStyle/>
        <a:p>
          <a:endParaRPr lang="sv-SE"/>
        </a:p>
      </dgm:t>
    </dgm:pt>
    <dgm:pt modelId="{5087861D-6F30-48A9-93E7-D547F161F1CD}">
      <dgm:prSet phldrT="[Text]"/>
      <dgm:spPr/>
      <dgm:t>
        <a:bodyPr/>
        <a:lstStyle/>
        <a:p>
          <a:r>
            <a:rPr lang="sv-SE" dirty="0"/>
            <a:t>NPC</a:t>
          </a:r>
        </a:p>
      </dgm:t>
    </dgm:pt>
    <dgm:pt modelId="{253B0B38-0671-4B9A-9729-2FF38D3C3A61}" type="parTrans" cxnId="{7711D611-C9B1-4477-9743-E2A97D2338DA}">
      <dgm:prSet/>
      <dgm:spPr/>
      <dgm:t>
        <a:bodyPr/>
        <a:lstStyle/>
        <a:p>
          <a:endParaRPr lang="sv-SE"/>
        </a:p>
      </dgm:t>
    </dgm:pt>
    <dgm:pt modelId="{ADEA98CD-F77C-4282-824E-4015EEFB382B}" type="sibTrans" cxnId="{7711D611-C9B1-4477-9743-E2A97D2338DA}">
      <dgm:prSet/>
      <dgm:spPr/>
      <dgm:t>
        <a:bodyPr/>
        <a:lstStyle/>
        <a:p>
          <a:endParaRPr lang="sv-SE"/>
        </a:p>
      </dgm:t>
    </dgm:pt>
    <dgm:pt modelId="{F935D02B-57C9-4796-8092-264E34CCAE2B}">
      <dgm:prSet phldrT="[Text]"/>
      <dgm:spPr/>
      <dgm:t>
        <a:bodyPr/>
        <a:lstStyle/>
        <a:p>
          <a:r>
            <a:rPr lang="sv-SE" dirty="0"/>
            <a:t>ANPC</a:t>
          </a:r>
        </a:p>
      </dgm:t>
    </dgm:pt>
    <dgm:pt modelId="{00C6C5F9-CFA5-4803-AE84-12274F0783B0}" type="parTrans" cxnId="{9F1DF4DE-2855-4E12-919A-B3534689F2D0}">
      <dgm:prSet/>
      <dgm:spPr/>
      <dgm:t>
        <a:bodyPr/>
        <a:lstStyle/>
        <a:p>
          <a:endParaRPr lang="sv-SE"/>
        </a:p>
      </dgm:t>
    </dgm:pt>
    <dgm:pt modelId="{4846B3A4-5F21-4B1F-B6B8-5C746320E476}" type="sibTrans" cxnId="{9F1DF4DE-2855-4E12-919A-B3534689F2D0}">
      <dgm:prSet/>
      <dgm:spPr/>
      <dgm:t>
        <a:bodyPr/>
        <a:lstStyle/>
        <a:p>
          <a:endParaRPr lang="sv-SE"/>
        </a:p>
      </dgm:t>
    </dgm:pt>
    <dgm:pt modelId="{D511A1C0-2A3C-4717-94A8-715F5F521E53}">
      <dgm:prSet phldrT="[Text]"/>
      <dgm:spPr/>
      <dgm:t>
        <a:bodyPr/>
        <a:lstStyle/>
        <a:p>
          <a:r>
            <a:rPr lang="sv-SE" dirty="0"/>
            <a:t>SPB</a:t>
          </a:r>
        </a:p>
      </dgm:t>
    </dgm:pt>
    <dgm:pt modelId="{AF63C94D-8E4F-442A-94BE-B755C5607ABA}" type="parTrans" cxnId="{997E09BE-B6D3-4AFB-A5DB-FF0C0F910526}">
      <dgm:prSet/>
      <dgm:spPr/>
      <dgm:t>
        <a:bodyPr/>
        <a:lstStyle/>
        <a:p>
          <a:endParaRPr lang="sv-SE"/>
        </a:p>
      </dgm:t>
    </dgm:pt>
    <dgm:pt modelId="{8D4839F5-B02B-4497-A376-7DA93706AA38}" type="sibTrans" cxnId="{997E09BE-B6D3-4AFB-A5DB-FF0C0F910526}">
      <dgm:prSet/>
      <dgm:spPr/>
      <dgm:t>
        <a:bodyPr/>
        <a:lstStyle/>
        <a:p>
          <a:endParaRPr lang="sv-SE"/>
        </a:p>
      </dgm:t>
    </dgm:pt>
    <dgm:pt modelId="{38D04E31-AC3B-453E-881D-EAA3E5EB6957}">
      <dgm:prSet phldrT="[Text]"/>
      <dgm:spPr/>
      <dgm:t>
        <a:bodyPr/>
        <a:lstStyle/>
        <a:p>
          <a:r>
            <a:rPr lang="sv-SE" dirty="0"/>
            <a:t>MMC</a:t>
          </a:r>
        </a:p>
      </dgm:t>
    </dgm:pt>
    <dgm:pt modelId="{A73050D0-B63A-44A7-9118-A02F6635AABD}" type="parTrans" cxnId="{31F1186B-3BFC-48EE-B5FE-A66F02C8B7ED}">
      <dgm:prSet/>
      <dgm:spPr/>
      <dgm:t>
        <a:bodyPr/>
        <a:lstStyle/>
        <a:p>
          <a:endParaRPr lang="sv-SE"/>
        </a:p>
      </dgm:t>
    </dgm:pt>
    <dgm:pt modelId="{DFACF967-1A4D-4620-BABA-DEAA34D0FA38}" type="sibTrans" cxnId="{31F1186B-3BFC-48EE-B5FE-A66F02C8B7ED}">
      <dgm:prSet/>
      <dgm:spPr/>
      <dgm:t>
        <a:bodyPr/>
        <a:lstStyle/>
        <a:p>
          <a:endParaRPr lang="sv-SE"/>
        </a:p>
      </dgm:t>
    </dgm:pt>
    <dgm:pt modelId="{C48AC8EF-BA9A-4D4C-A9D8-D956E5A6929E}">
      <dgm:prSet phldrT="[Text]"/>
      <dgm:spPr/>
      <dgm:t>
        <a:bodyPr/>
        <a:lstStyle/>
        <a:p>
          <a:r>
            <a:rPr lang="sv-SE" dirty="0"/>
            <a:t>T-</a:t>
          </a:r>
          <a:r>
            <a:rPr lang="sv-SE" dirty="0" err="1"/>
            <a:t>type</a:t>
          </a:r>
          <a:endParaRPr lang="sv-SE" dirty="0"/>
        </a:p>
      </dgm:t>
    </dgm:pt>
    <dgm:pt modelId="{265017DC-9647-40B7-A99F-6C1D23A25395}" type="parTrans" cxnId="{0BE84672-BE5F-41BD-955F-5CE491FF7BC5}">
      <dgm:prSet/>
      <dgm:spPr/>
      <dgm:t>
        <a:bodyPr/>
        <a:lstStyle/>
        <a:p>
          <a:endParaRPr lang="sv-SE"/>
        </a:p>
      </dgm:t>
    </dgm:pt>
    <dgm:pt modelId="{7A5C2FA0-AC93-407E-BE06-6E8021C165F1}" type="sibTrans" cxnId="{0BE84672-BE5F-41BD-955F-5CE491FF7BC5}">
      <dgm:prSet/>
      <dgm:spPr/>
      <dgm:t>
        <a:bodyPr/>
        <a:lstStyle/>
        <a:p>
          <a:endParaRPr lang="sv-SE"/>
        </a:p>
      </dgm:t>
    </dgm:pt>
    <dgm:pt modelId="{65934BCC-417A-452B-9299-41F662D620AA}">
      <dgm:prSet phldrT="[Text]"/>
      <dgm:spPr/>
      <dgm:t>
        <a:bodyPr/>
        <a:lstStyle/>
        <a:p>
          <a:r>
            <a:rPr lang="sv-SE" dirty="0"/>
            <a:t>Three-</a:t>
          </a:r>
          <a:r>
            <a:rPr lang="sv-SE" dirty="0" err="1"/>
            <a:t>phase</a:t>
          </a:r>
          <a:endParaRPr lang="sv-SE" dirty="0"/>
        </a:p>
      </dgm:t>
    </dgm:pt>
    <dgm:pt modelId="{0E2CEA03-1DEA-4D1C-8817-9CA13AD638AA}" type="parTrans" cxnId="{3B0B8B7F-A5FC-4D39-8517-4C7B91F80354}">
      <dgm:prSet/>
      <dgm:spPr/>
      <dgm:t>
        <a:bodyPr/>
        <a:lstStyle/>
        <a:p>
          <a:endParaRPr lang="sv-SE"/>
        </a:p>
      </dgm:t>
    </dgm:pt>
    <dgm:pt modelId="{9E02F42D-2129-46B9-8841-8D9EFE3FF443}" type="sibTrans" cxnId="{3B0B8B7F-A5FC-4D39-8517-4C7B91F80354}">
      <dgm:prSet/>
      <dgm:spPr/>
      <dgm:t>
        <a:bodyPr/>
        <a:lstStyle/>
        <a:p>
          <a:endParaRPr lang="sv-SE"/>
        </a:p>
      </dgm:t>
    </dgm:pt>
    <dgm:pt modelId="{EA8CBFF3-3DB2-4F8B-AD43-493B472A10DD}">
      <dgm:prSet phldrT="[Text]"/>
      <dgm:spPr/>
      <dgm:t>
        <a:bodyPr/>
        <a:lstStyle/>
        <a:p>
          <a:r>
            <a:rPr lang="sv-SE" dirty="0"/>
            <a:t>Multi-</a:t>
          </a:r>
          <a:r>
            <a:rPr lang="sv-SE" dirty="0" err="1"/>
            <a:t>phase</a:t>
          </a:r>
          <a:endParaRPr lang="sv-SE" dirty="0"/>
        </a:p>
      </dgm:t>
    </dgm:pt>
    <dgm:pt modelId="{88BD2603-F48F-4A1E-BA9B-2D2D19EE8E65}" type="parTrans" cxnId="{8C34891E-EE56-4EBA-B4F1-B025E4088959}">
      <dgm:prSet/>
      <dgm:spPr/>
      <dgm:t>
        <a:bodyPr/>
        <a:lstStyle/>
        <a:p>
          <a:endParaRPr lang="sv-SE"/>
        </a:p>
      </dgm:t>
    </dgm:pt>
    <dgm:pt modelId="{A9E60B18-2B33-47F9-B877-4D8355A91DAD}" type="sibTrans" cxnId="{8C34891E-EE56-4EBA-B4F1-B025E4088959}">
      <dgm:prSet/>
      <dgm:spPr/>
      <dgm:t>
        <a:bodyPr/>
        <a:lstStyle/>
        <a:p>
          <a:endParaRPr lang="sv-SE"/>
        </a:p>
      </dgm:t>
    </dgm:pt>
    <dgm:pt modelId="{2F4CCC5B-1719-4C36-BC0D-B4F5EC3D7A88}">
      <dgm:prSet phldrT="[Text]"/>
      <dgm:spPr/>
      <dgm:t>
        <a:bodyPr/>
        <a:lstStyle/>
        <a:p>
          <a:r>
            <a:rPr lang="sv-SE" dirty="0" err="1"/>
            <a:t>Conventional</a:t>
          </a:r>
          <a:endParaRPr lang="sv-SE" dirty="0"/>
        </a:p>
      </dgm:t>
    </dgm:pt>
    <dgm:pt modelId="{A473937A-DF29-466D-8F07-D29A89054C5F}" type="parTrans" cxnId="{0A6F6EA0-2BF9-4DD1-9549-FBA4FAB79F15}">
      <dgm:prSet/>
      <dgm:spPr/>
      <dgm:t>
        <a:bodyPr/>
        <a:lstStyle/>
        <a:p>
          <a:endParaRPr lang="sv-SE"/>
        </a:p>
      </dgm:t>
    </dgm:pt>
    <dgm:pt modelId="{5587B966-7A7F-4C44-A1BF-1A3CD631FF49}" type="sibTrans" cxnId="{0A6F6EA0-2BF9-4DD1-9549-FBA4FAB79F15}">
      <dgm:prSet/>
      <dgm:spPr/>
      <dgm:t>
        <a:bodyPr/>
        <a:lstStyle/>
        <a:p>
          <a:endParaRPr lang="sv-SE"/>
        </a:p>
      </dgm:t>
    </dgm:pt>
    <dgm:pt modelId="{9563DB00-186C-4145-B2F4-813689844BAE}">
      <dgm:prSet phldrT="[Text]"/>
      <dgm:spPr/>
      <dgm:t>
        <a:bodyPr/>
        <a:lstStyle/>
        <a:p>
          <a:r>
            <a:rPr lang="sv-SE" dirty="0" err="1"/>
            <a:t>Integrated</a:t>
          </a:r>
          <a:r>
            <a:rPr lang="sv-SE" dirty="0"/>
            <a:t> </a:t>
          </a:r>
          <a:r>
            <a:rPr lang="sv-SE" dirty="0" err="1"/>
            <a:t>battery</a:t>
          </a:r>
          <a:r>
            <a:rPr lang="sv-SE" dirty="0"/>
            <a:t> </a:t>
          </a:r>
        </a:p>
      </dgm:t>
    </dgm:pt>
    <dgm:pt modelId="{5A514ADD-D8A9-4983-9C63-AA692F21643E}" type="parTrans" cxnId="{FA95428E-74BB-47F9-8C85-899E2B5BF11F}">
      <dgm:prSet/>
      <dgm:spPr/>
      <dgm:t>
        <a:bodyPr/>
        <a:lstStyle/>
        <a:p>
          <a:endParaRPr lang="sv-SE"/>
        </a:p>
      </dgm:t>
    </dgm:pt>
    <dgm:pt modelId="{8906C020-E73A-4F4F-AED2-DA681157F511}" type="sibTrans" cxnId="{FA95428E-74BB-47F9-8C85-899E2B5BF11F}">
      <dgm:prSet/>
      <dgm:spPr/>
      <dgm:t>
        <a:bodyPr/>
        <a:lstStyle/>
        <a:p>
          <a:endParaRPr lang="sv-SE"/>
        </a:p>
      </dgm:t>
    </dgm:pt>
    <dgm:pt modelId="{3CCCE525-2A37-4AFB-85E9-38587E354C8C}">
      <dgm:prSet phldrT="[Text]"/>
      <dgm:spPr/>
      <dgm:t>
        <a:bodyPr/>
        <a:lstStyle/>
        <a:p>
          <a:r>
            <a:rPr lang="sv-SE" dirty="0" err="1"/>
            <a:t>Flying</a:t>
          </a:r>
          <a:r>
            <a:rPr lang="sv-SE" dirty="0"/>
            <a:t> </a:t>
          </a:r>
          <a:r>
            <a:rPr lang="sv-SE" dirty="0" err="1"/>
            <a:t>capacitors</a:t>
          </a:r>
          <a:endParaRPr lang="sv-SE" dirty="0"/>
        </a:p>
      </dgm:t>
    </dgm:pt>
    <dgm:pt modelId="{8F800FDD-682A-4C9A-B6D3-096A1FADBA03}" type="parTrans" cxnId="{937328C8-C03C-4EB2-A478-AE3A9E9E153F}">
      <dgm:prSet/>
      <dgm:spPr/>
      <dgm:t>
        <a:bodyPr/>
        <a:lstStyle/>
        <a:p>
          <a:endParaRPr lang="sv-SE"/>
        </a:p>
      </dgm:t>
    </dgm:pt>
    <dgm:pt modelId="{8139BAD7-D9C5-4C33-8CED-CC577D4D7C94}" type="sibTrans" cxnId="{937328C8-C03C-4EB2-A478-AE3A9E9E153F}">
      <dgm:prSet/>
      <dgm:spPr/>
      <dgm:t>
        <a:bodyPr/>
        <a:lstStyle/>
        <a:p>
          <a:endParaRPr lang="sv-SE"/>
        </a:p>
      </dgm:t>
    </dgm:pt>
    <dgm:pt modelId="{27488AF7-016B-45D0-9632-39ED86C5DC26}">
      <dgm:prSet phldrT="[Text]"/>
      <dgm:spPr/>
      <dgm:t>
        <a:bodyPr/>
        <a:lstStyle/>
        <a:p>
          <a:r>
            <a:rPr lang="sv-SE" dirty="0" err="1"/>
            <a:t>Two-level</a:t>
          </a:r>
          <a:endParaRPr lang="sv-SE" dirty="0"/>
        </a:p>
      </dgm:t>
    </dgm:pt>
    <dgm:pt modelId="{23CD1A77-255B-4A96-92D8-75BFF5E12C0A}" type="parTrans" cxnId="{71026626-CF31-41D8-9D0C-890F5BC78E49}">
      <dgm:prSet/>
      <dgm:spPr/>
      <dgm:t>
        <a:bodyPr/>
        <a:lstStyle/>
        <a:p>
          <a:endParaRPr lang="sv-SE"/>
        </a:p>
      </dgm:t>
    </dgm:pt>
    <dgm:pt modelId="{B9774A8E-805A-44FE-BD71-629B8F11F2EA}" type="sibTrans" cxnId="{71026626-CF31-41D8-9D0C-890F5BC78E49}">
      <dgm:prSet/>
      <dgm:spPr/>
      <dgm:t>
        <a:bodyPr/>
        <a:lstStyle/>
        <a:p>
          <a:endParaRPr lang="sv-SE"/>
        </a:p>
      </dgm:t>
    </dgm:pt>
    <dgm:pt modelId="{6BFEE520-88F1-41F7-97A1-E4A6ECE856E8}">
      <dgm:prSet phldrT="[Text]"/>
      <dgm:spPr/>
      <dgm:t>
        <a:bodyPr/>
        <a:lstStyle/>
        <a:p>
          <a:r>
            <a:rPr lang="sv-SE" dirty="0" err="1"/>
            <a:t>Open</a:t>
          </a:r>
          <a:r>
            <a:rPr lang="sv-SE" dirty="0"/>
            <a:t>-end </a:t>
          </a:r>
          <a:r>
            <a:rPr lang="sv-SE" dirty="0" err="1"/>
            <a:t>windings</a:t>
          </a:r>
          <a:endParaRPr lang="sv-SE" dirty="0"/>
        </a:p>
      </dgm:t>
    </dgm:pt>
    <dgm:pt modelId="{3E160718-4C67-4FD9-BD5E-C919D45F75BF}" type="parTrans" cxnId="{54D0A0FA-BA21-40ED-8762-92586FAF3730}">
      <dgm:prSet/>
      <dgm:spPr/>
      <dgm:t>
        <a:bodyPr/>
        <a:lstStyle/>
        <a:p>
          <a:endParaRPr lang="sv-SE"/>
        </a:p>
      </dgm:t>
    </dgm:pt>
    <dgm:pt modelId="{2F0BFB62-3534-4A3F-9CA5-29BBE1B0B1A0}" type="sibTrans" cxnId="{54D0A0FA-BA21-40ED-8762-92586FAF3730}">
      <dgm:prSet/>
      <dgm:spPr/>
      <dgm:t>
        <a:bodyPr/>
        <a:lstStyle/>
        <a:p>
          <a:endParaRPr lang="sv-SE"/>
        </a:p>
      </dgm:t>
    </dgm:pt>
    <dgm:pt modelId="{E2E660F1-85DD-43E8-8CC8-F5CD8B73A96C}" type="pres">
      <dgm:prSet presAssocID="{72A1066E-B002-4EE6-8BAB-28D7DF1D2EB0}" presName="hierChild1" presStyleCnt="0">
        <dgm:presLayoutVars>
          <dgm:orgChart val="1"/>
          <dgm:chPref val="1"/>
          <dgm:dir/>
          <dgm:animOne val="branch"/>
          <dgm:animLvl val="lvl"/>
          <dgm:resizeHandles/>
        </dgm:presLayoutVars>
      </dgm:prSet>
      <dgm:spPr/>
      <dgm:t>
        <a:bodyPr/>
        <a:lstStyle/>
        <a:p>
          <a:endParaRPr lang="en-US"/>
        </a:p>
      </dgm:t>
    </dgm:pt>
    <dgm:pt modelId="{426ABC6F-EED3-4FD0-9D40-773DEED3DEA6}" type="pres">
      <dgm:prSet presAssocID="{5ECB0CC1-9130-4438-B3A3-20F28A6C2561}" presName="hierRoot1" presStyleCnt="0">
        <dgm:presLayoutVars>
          <dgm:hierBranch val="init"/>
        </dgm:presLayoutVars>
      </dgm:prSet>
      <dgm:spPr/>
    </dgm:pt>
    <dgm:pt modelId="{58C6DDD0-CD57-4EA4-A733-8603A65D9E99}" type="pres">
      <dgm:prSet presAssocID="{5ECB0CC1-9130-4438-B3A3-20F28A6C2561}" presName="rootComposite1" presStyleCnt="0"/>
      <dgm:spPr/>
    </dgm:pt>
    <dgm:pt modelId="{D1C14215-FB96-4206-8016-3228340C6EA1}" type="pres">
      <dgm:prSet presAssocID="{5ECB0CC1-9130-4438-B3A3-20F28A6C2561}" presName="rootText1" presStyleLbl="node0" presStyleIdx="0" presStyleCnt="1">
        <dgm:presLayoutVars>
          <dgm:chPref val="3"/>
        </dgm:presLayoutVars>
      </dgm:prSet>
      <dgm:spPr/>
      <dgm:t>
        <a:bodyPr/>
        <a:lstStyle/>
        <a:p>
          <a:endParaRPr lang="en-US"/>
        </a:p>
      </dgm:t>
    </dgm:pt>
    <dgm:pt modelId="{A772EC04-4D06-4C29-AC3D-08C351EEC1FD}" type="pres">
      <dgm:prSet presAssocID="{5ECB0CC1-9130-4438-B3A3-20F28A6C2561}" presName="rootConnector1" presStyleLbl="node1" presStyleIdx="0" presStyleCnt="0"/>
      <dgm:spPr/>
      <dgm:t>
        <a:bodyPr/>
        <a:lstStyle/>
        <a:p>
          <a:endParaRPr lang="en-US"/>
        </a:p>
      </dgm:t>
    </dgm:pt>
    <dgm:pt modelId="{5A295EE6-74E4-41A0-86CC-68DAEFBA23D5}" type="pres">
      <dgm:prSet presAssocID="{5ECB0CC1-9130-4438-B3A3-20F28A6C2561}" presName="hierChild2" presStyleCnt="0"/>
      <dgm:spPr/>
    </dgm:pt>
    <dgm:pt modelId="{661AAD9D-E613-4EA2-A821-E4B453F8F97D}" type="pres">
      <dgm:prSet presAssocID="{3D043BD8-A3A2-479E-AC3E-36F1E0F77131}" presName="Name37" presStyleLbl="parChTrans1D2" presStyleIdx="0" presStyleCnt="4"/>
      <dgm:spPr/>
      <dgm:t>
        <a:bodyPr/>
        <a:lstStyle/>
        <a:p>
          <a:endParaRPr lang="en-US"/>
        </a:p>
      </dgm:t>
    </dgm:pt>
    <dgm:pt modelId="{0E531A37-BBE6-410B-95E1-2C5D01A28672}" type="pres">
      <dgm:prSet presAssocID="{6A49FF03-9546-4878-925F-4E085DCC5170}" presName="hierRoot2" presStyleCnt="0">
        <dgm:presLayoutVars>
          <dgm:hierBranch val="init"/>
        </dgm:presLayoutVars>
      </dgm:prSet>
      <dgm:spPr/>
    </dgm:pt>
    <dgm:pt modelId="{2BC3FFA8-467C-4120-A5A0-22DE9E7F4E3C}" type="pres">
      <dgm:prSet presAssocID="{6A49FF03-9546-4878-925F-4E085DCC5170}" presName="rootComposite" presStyleCnt="0"/>
      <dgm:spPr/>
    </dgm:pt>
    <dgm:pt modelId="{E743BFEF-FF05-44F5-A4FD-C94845F3D08A}" type="pres">
      <dgm:prSet presAssocID="{6A49FF03-9546-4878-925F-4E085DCC5170}" presName="rootText" presStyleLbl="node2" presStyleIdx="0" presStyleCnt="4">
        <dgm:presLayoutVars>
          <dgm:chPref val="3"/>
        </dgm:presLayoutVars>
      </dgm:prSet>
      <dgm:spPr/>
      <dgm:t>
        <a:bodyPr/>
        <a:lstStyle/>
        <a:p>
          <a:endParaRPr lang="en-US"/>
        </a:p>
      </dgm:t>
    </dgm:pt>
    <dgm:pt modelId="{06EA427B-99B9-4D2F-A715-38F95C53F888}" type="pres">
      <dgm:prSet presAssocID="{6A49FF03-9546-4878-925F-4E085DCC5170}" presName="rootConnector" presStyleLbl="node2" presStyleIdx="0" presStyleCnt="4"/>
      <dgm:spPr/>
      <dgm:t>
        <a:bodyPr/>
        <a:lstStyle/>
        <a:p>
          <a:endParaRPr lang="en-US"/>
        </a:p>
      </dgm:t>
    </dgm:pt>
    <dgm:pt modelId="{4FBEBFD7-576F-46F5-8890-BD808916F49A}" type="pres">
      <dgm:prSet presAssocID="{6A49FF03-9546-4878-925F-4E085DCC5170}" presName="hierChild4" presStyleCnt="0"/>
      <dgm:spPr/>
    </dgm:pt>
    <dgm:pt modelId="{EDD280CA-E714-4796-8548-6E572465A2CD}" type="pres">
      <dgm:prSet presAssocID="{253B0B38-0671-4B9A-9729-2FF38D3C3A61}" presName="Name37" presStyleLbl="parChTrans1D3" presStyleIdx="0" presStyleCnt="9"/>
      <dgm:spPr/>
      <dgm:t>
        <a:bodyPr/>
        <a:lstStyle/>
        <a:p>
          <a:endParaRPr lang="en-US"/>
        </a:p>
      </dgm:t>
    </dgm:pt>
    <dgm:pt modelId="{C7F03272-2E83-469B-8055-F2FD8B3A20FD}" type="pres">
      <dgm:prSet presAssocID="{5087861D-6F30-48A9-93E7-D547F161F1CD}" presName="hierRoot2" presStyleCnt="0">
        <dgm:presLayoutVars>
          <dgm:hierBranch val="init"/>
        </dgm:presLayoutVars>
      </dgm:prSet>
      <dgm:spPr/>
    </dgm:pt>
    <dgm:pt modelId="{FE691057-DEE7-455D-8F0E-C0AF1D61F889}" type="pres">
      <dgm:prSet presAssocID="{5087861D-6F30-48A9-93E7-D547F161F1CD}" presName="rootComposite" presStyleCnt="0"/>
      <dgm:spPr/>
    </dgm:pt>
    <dgm:pt modelId="{615D6F13-C555-419F-B976-75B958738440}" type="pres">
      <dgm:prSet presAssocID="{5087861D-6F30-48A9-93E7-D547F161F1CD}" presName="rootText" presStyleLbl="node3" presStyleIdx="0" presStyleCnt="9">
        <dgm:presLayoutVars>
          <dgm:chPref val="3"/>
        </dgm:presLayoutVars>
      </dgm:prSet>
      <dgm:spPr/>
      <dgm:t>
        <a:bodyPr/>
        <a:lstStyle/>
        <a:p>
          <a:endParaRPr lang="en-US"/>
        </a:p>
      </dgm:t>
    </dgm:pt>
    <dgm:pt modelId="{D99A3AD9-3AAF-4825-8F15-B8BD65683329}" type="pres">
      <dgm:prSet presAssocID="{5087861D-6F30-48A9-93E7-D547F161F1CD}" presName="rootConnector" presStyleLbl="node3" presStyleIdx="0" presStyleCnt="9"/>
      <dgm:spPr/>
      <dgm:t>
        <a:bodyPr/>
        <a:lstStyle/>
        <a:p>
          <a:endParaRPr lang="en-US"/>
        </a:p>
      </dgm:t>
    </dgm:pt>
    <dgm:pt modelId="{394A0695-258C-48D3-B8E3-4E1BAF653B3B}" type="pres">
      <dgm:prSet presAssocID="{5087861D-6F30-48A9-93E7-D547F161F1CD}" presName="hierChild4" presStyleCnt="0"/>
      <dgm:spPr/>
    </dgm:pt>
    <dgm:pt modelId="{D958BAB9-EC5B-4BB9-9179-232D60B81FB8}" type="pres">
      <dgm:prSet presAssocID="{5087861D-6F30-48A9-93E7-D547F161F1CD}" presName="hierChild5" presStyleCnt="0"/>
      <dgm:spPr/>
    </dgm:pt>
    <dgm:pt modelId="{5629F51D-2F06-4775-A4E2-4602447D22A5}" type="pres">
      <dgm:prSet presAssocID="{00C6C5F9-CFA5-4803-AE84-12274F0783B0}" presName="Name37" presStyleLbl="parChTrans1D3" presStyleIdx="1" presStyleCnt="9"/>
      <dgm:spPr/>
      <dgm:t>
        <a:bodyPr/>
        <a:lstStyle/>
        <a:p>
          <a:endParaRPr lang="en-US"/>
        </a:p>
      </dgm:t>
    </dgm:pt>
    <dgm:pt modelId="{B235294C-10B6-4CD0-8313-EFAAE6F96E19}" type="pres">
      <dgm:prSet presAssocID="{F935D02B-57C9-4796-8092-264E34CCAE2B}" presName="hierRoot2" presStyleCnt="0">
        <dgm:presLayoutVars>
          <dgm:hierBranch val="init"/>
        </dgm:presLayoutVars>
      </dgm:prSet>
      <dgm:spPr/>
    </dgm:pt>
    <dgm:pt modelId="{4136DF25-1D70-4C9F-A955-BF00DBE20465}" type="pres">
      <dgm:prSet presAssocID="{F935D02B-57C9-4796-8092-264E34CCAE2B}" presName="rootComposite" presStyleCnt="0"/>
      <dgm:spPr/>
    </dgm:pt>
    <dgm:pt modelId="{728AFA96-21E8-408C-BD91-314E6CB286FB}" type="pres">
      <dgm:prSet presAssocID="{F935D02B-57C9-4796-8092-264E34CCAE2B}" presName="rootText" presStyleLbl="node3" presStyleIdx="1" presStyleCnt="9">
        <dgm:presLayoutVars>
          <dgm:chPref val="3"/>
        </dgm:presLayoutVars>
      </dgm:prSet>
      <dgm:spPr/>
      <dgm:t>
        <a:bodyPr/>
        <a:lstStyle/>
        <a:p>
          <a:endParaRPr lang="en-US"/>
        </a:p>
      </dgm:t>
    </dgm:pt>
    <dgm:pt modelId="{B81C49B5-95E1-4C94-BA98-48576E263625}" type="pres">
      <dgm:prSet presAssocID="{F935D02B-57C9-4796-8092-264E34CCAE2B}" presName="rootConnector" presStyleLbl="node3" presStyleIdx="1" presStyleCnt="9"/>
      <dgm:spPr/>
      <dgm:t>
        <a:bodyPr/>
        <a:lstStyle/>
        <a:p>
          <a:endParaRPr lang="en-US"/>
        </a:p>
      </dgm:t>
    </dgm:pt>
    <dgm:pt modelId="{31CB54EE-83DA-4C65-99F0-3C43D2511860}" type="pres">
      <dgm:prSet presAssocID="{F935D02B-57C9-4796-8092-264E34CCAE2B}" presName="hierChild4" presStyleCnt="0"/>
      <dgm:spPr/>
    </dgm:pt>
    <dgm:pt modelId="{66A55ADE-AE81-4FD5-9648-6986A60199C8}" type="pres">
      <dgm:prSet presAssocID="{F935D02B-57C9-4796-8092-264E34CCAE2B}" presName="hierChild5" presStyleCnt="0"/>
      <dgm:spPr/>
    </dgm:pt>
    <dgm:pt modelId="{C8830B6C-2144-49A0-A7B5-D8E4B5B90A4A}" type="pres">
      <dgm:prSet presAssocID="{265017DC-9647-40B7-A99F-6C1D23A25395}" presName="Name37" presStyleLbl="parChTrans1D3" presStyleIdx="2" presStyleCnt="9"/>
      <dgm:spPr/>
      <dgm:t>
        <a:bodyPr/>
        <a:lstStyle/>
        <a:p>
          <a:endParaRPr lang="en-US"/>
        </a:p>
      </dgm:t>
    </dgm:pt>
    <dgm:pt modelId="{A3C292DD-7225-48B5-A018-48C9437C0BBE}" type="pres">
      <dgm:prSet presAssocID="{C48AC8EF-BA9A-4D4C-A9D8-D956E5A6929E}" presName="hierRoot2" presStyleCnt="0">
        <dgm:presLayoutVars>
          <dgm:hierBranch val="init"/>
        </dgm:presLayoutVars>
      </dgm:prSet>
      <dgm:spPr/>
    </dgm:pt>
    <dgm:pt modelId="{B9D44FE3-ADF3-4C08-948C-CFA2719FEDFF}" type="pres">
      <dgm:prSet presAssocID="{C48AC8EF-BA9A-4D4C-A9D8-D956E5A6929E}" presName="rootComposite" presStyleCnt="0"/>
      <dgm:spPr/>
    </dgm:pt>
    <dgm:pt modelId="{6A28E217-FD2D-4086-8E71-8127D07FD195}" type="pres">
      <dgm:prSet presAssocID="{C48AC8EF-BA9A-4D4C-A9D8-D956E5A6929E}" presName="rootText" presStyleLbl="node3" presStyleIdx="2" presStyleCnt="9">
        <dgm:presLayoutVars>
          <dgm:chPref val="3"/>
        </dgm:presLayoutVars>
      </dgm:prSet>
      <dgm:spPr/>
      <dgm:t>
        <a:bodyPr/>
        <a:lstStyle/>
        <a:p>
          <a:endParaRPr lang="en-US"/>
        </a:p>
      </dgm:t>
    </dgm:pt>
    <dgm:pt modelId="{D68D8C8A-A620-4B40-BCBB-992F13465402}" type="pres">
      <dgm:prSet presAssocID="{C48AC8EF-BA9A-4D4C-A9D8-D956E5A6929E}" presName="rootConnector" presStyleLbl="node3" presStyleIdx="2" presStyleCnt="9"/>
      <dgm:spPr/>
      <dgm:t>
        <a:bodyPr/>
        <a:lstStyle/>
        <a:p>
          <a:endParaRPr lang="en-US"/>
        </a:p>
      </dgm:t>
    </dgm:pt>
    <dgm:pt modelId="{52045E92-AE4D-406E-8388-78FE1A4A6418}" type="pres">
      <dgm:prSet presAssocID="{C48AC8EF-BA9A-4D4C-A9D8-D956E5A6929E}" presName="hierChild4" presStyleCnt="0"/>
      <dgm:spPr/>
    </dgm:pt>
    <dgm:pt modelId="{F0C44855-9E20-45EA-B97F-DE13EB99E792}" type="pres">
      <dgm:prSet presAssocID="{C48AC8EF-BA9A-4D4C-A9D8-D956E5A6929E}" presName="hierChild5" presStyleCnt="0"/>
      <dgm:spPr/>
    </dgm:pt>
    <dgm:pt modelId="{C43A3105-A595-4FF8-9254-D60277B48C9A}" type="pres">
      <dgm:prSet presAssocID="{8F800FDD-682A-4C9A-B6D3-096A1FADBA03}" presName="Name37" presStyleLbl="parChTrans1D3" presStyleIdx="3" presStyleCnt="9"/>
      <dgm:spPr/>
      <dgm:t>
        <a:bodyPr/>
        <a:lstStyle/>
        <a:p>
          <a:endParaRPr lang="en-US"/>
        </a:p>
      </dgm:t>
    </dgm:pt>
    <dgm:pt modelId="{599EA516-8B8E-42E3-9C5B-8170362107D7}" type="pres">
      <dgm:prSet presAssocID="{3CCCE525-2A37-4AFB-85E9-38587E354C8C}" presName="hierRoot2" presStyleCnt="0">
        <dgm:presLayoutVars>
          <dgm:hierBranch val="init"/>
        </dgm:presLayoutVars>
      </dgm:prSet>
      <dgm:spPr/>
    </dgm:pt>
    <dgm:pt modelId="{7FC4B7A0-16F4-442E-92AA-38E84E3EAECA}" type="pres">
      <dgm:prSet presAssocID="{3CCCE525-2A37-4AFB-85E9-38587E354C8C}" presName="rootComposite" presStyleCnt="0"/>
      <dgm:spPr/>
    </dgm:pt>
    <dgm:pt modelId="{A93718C7-99DE-401A-AB12-87D4825681B4}" type="pres">
      <dgm:prSet presAssocID="{3CCCE525-2A37-4AFB-85E9-38587E354C8C}" presName="rootText" presStyleLbl="node3" presStyleIdx="3" presStyleCnt="9">
        <dgm:presLayoutVars>
          <dgm:chPref val="3"/>
        </dgm:presLayoutVars>
      </dgm:prSet>
      <dgm:spPr/>
      <dgm:t>
        <a:bodyPr/>
        <a:lstStyle/>
        <a:p>
          <a:endParaRPr lang="en-US"/>
        </a:p>
      </dgm:t>
    </dgm:pt>
    <dgm:pt modelId="{63AC4FDE-9D3D-4ECE-954D-2B7F03CBF979}" type="pres">
      <dgm:prSet presAssocID="{3CCCE525-2A37-4AFB-85E9-38587E354C8C}" presName="rootConnector" presStyleLbl="node3" presStyleIdx="3" presStyleCnt="9"/>
      <dgm:spPr/>
      <dgm:t>
        <a:bodyPr/>
        <a:lstStyle/>
        <a:p>
          <a:endParaRPr lang="en-US"/>
        </a:p>
      </dgm:t>
    </dgm:pt>
    <dgm:pt modelId="{CEEEE6D6-C1AB-4E46-977A-A787B28190C3}" type="pres">
      <dgm:prSet presAssocID="{3CCCE525-2A37-4AFB-85E9-38587E354C8C}" presName="hierChild4" presStyleCnt="0"/>
      <dgm:spPr/>
    </dgm:pt>
    <dgm:pt modelId="{C503ED64-0EB6-45D8-9256-551C84DA447C}" type="pres">
      <dgm:prSet presAssocID="{3CCCE525-2A37-4AFB-85E9-38587E354C8C}" presName="hierChild5" presStyleCnt="0"/>
      <dgm:spPr/>
    </dgm:pt>
    <dgm:pt modelId="{90682BDA-415D-44CE-A1E5-7EE61CDE1E7F}" type="pres">
      <dgm:prSet presAssocID="{6A49FF03-9546-4878-925F-4E085DCC5170}" presName="hierChild5" presStyleCnt="0"/>
      <dgm:spPr/>
    </dgm:pt>
    <dgm:pt modelId="{46448C12-B408-477C-8192-E1D5C6F47E2F}" type="pres">
      <dgm:prSet presAssocID="{23CD1A77-255B-4A96-92D8-75BFF5E12C0A}" presName="Name37" presStyleLbl="parChTrans1D2" presStyleIdx="1" presStyleCnt="4"/>
      <dgm:spPr/>
      <dgm:t>
        <a:bodyPr/>
        <a:lstStyle/>
        <a:p>
          <a:endParaRPr lang="en-US"/>
        </a:p>
      </dgm:t>
    </dgm:pt>
    <dgm:pt modelId="{D4CE3FA0-7D16-4885-9267-1A0E5FAF1651}" type="pres">
      <dgm:prSet presAssocID="{27488AF7-016B-45D0-9632-39ED86C5DC26}" presName="hierRoot2" presStyleCnt="0">
        <dgm:presLayoutVars>
          <dgm:hierBranch val="init"/>
        </dgm:presLayoutVars>
      </dgm:prSet>
      <dgm:spPr/>
    </dgm:pt>
    <dgm:pt modelId="{F096C356-478E-4179-949B-B93154E24D6B}" type="pres">
      <dgm:prSet presAssocID="{27488AF7-016B-45D0-9632-39ED86C5DC26}" presName="rootComposite" presStyleCnt="0"/>
      <dgm:spPr/>
    </dgm:pt>
    <dgm:pt modelId="{F50E0589-04E6-485F-B597-F406C652908F}" type="pres">
      <dgm:prSet presAssocID="{27488AF7-016B-45D0-9632-39ED86C5DC26}" presName="rootText" presStyleLbl="node2" presStyleIdx="1" presStyleCnt="4">
        <dgm:presLayoutVars>
          <dgm:chPref val="3"/>
        </dgm:presLayoutVars>
      </dgm:prSet>
      <dgm:spPr/>
      <dgm:t>
        <a:bodyPr/>
        <a:lstStyle/>
        <a:p>
          <a:endParaRPr lang="en-US"/>
        </a:p>
      </dgm:t>
    </dgm:pt>
    <dgm:pt modelId="{3FD482BC-95EC-4440-9C92-3B4ED2AACFF8}" type="pres">
      <dgm:prSet presAssocID="{27488AF7-016B-45D0-9632-39ED86C5DC26}" presName="rootConnector" presStyleLbl="node2" presStyleIdx="1" presStyleCnt="4"/>
      <dgm:spPr/>
      <dgm:t>
        <a:bodyPr/>
        <a:lstStyle/>
        <a:p>
          <a:endParaRPr lang="en-US"/>
        </a:p>
      </dgm:t>
    </dgm:pt>
    <dgm:pt modelId="{B0AA4B11-AAF6-4DC7-9708-783B1C95377B}" type="pres">
      <dgm:prSet presAssocID="{27488AF7-016B-45D0-9632-39ED86C5DC26}" presName="hierChild4" presStyleCnt="0"/>
      <dgm:spPr/>
    </dgm:pt>
    <dgm:pt modelId="{55EA38D5-729B-4F05-8200-BC2645FC6D87}" type="pres">
      <dgm:prSet presAssocID="{0E2CEA03-1DEA-4D1C-8817-9CA13AD638AA}" presName="Name37" presStyleLbl="parChTrans1D3" presStyleIdx="4" presStyleCnt="9"/>
      <dgm:spPr/>
      <dgm:t>
        <a:bodyPr/>
        <a:lstStyle/>
        <a:p>
          <a:endParaRPr lang="en-US"/>
        </a:p>
      </dgm:t>
    </dgm:pt>
    <dgm:pt modelId="{F3A630F1-B79B-48FC-8FAA-15D8405D1636}" type="pres">
      <dgm:prSet presAssocID="{65934BCC-417A-452B-9299-41F662D620AA}" presName="hierRoot2" presStyleCnt="0">
        <dgm:presLayoutVars>
          <dgm:hierBranch val="init"/>
        </dgm:presLayoutVars>
      </dgm:prSet>
      <dgm:spPr/>
    </dgm:pt>
    <dgm:pt modelId="{C14DBF22-B7FC-4D34-84DA-8116B8B1E00E}" type="pres">
      <dgm:prSet presAssocID="{65934BCC-417A-452B-9299-41F662D620AA}" presName="rootComposite" presStyleCnt="0"/>
      <dgm:spPr/>
    </dgm:pt>
    <dgm:pt modelId="{FF193DAF-F587-4666-B56D-7F0E857AD6F6}" type="pres">
      <dgm:prSet presAssocID="{65934BCC-417A-452B-9299-41F662D620AA}" presName="rootText" presStyleLbl="node3" presStyleIdx="4" presStyleCnt="9">
        <dgm:presLayoutVars>
          <dgm:chPref val="3"/>
        </dgm:presLayoutVars>
      </dgm:prSet>
      <dgm:spPr/>
      <dgm:t>
        <a:bodyPr/>
        <a:lstStyle/>
        <a:p>
          <a:endParaRPr lang="en-US"/>
        </a:p>
      </dgm:t>
    </dgm:pt>
    <dgm:pt modelId="{27E76EF7-DF15-41D3-94DB-DD5B1FF81424}" type="pres">
      <dgm:prSet presAssocID="{65934BCC-417A-452B-9299-41F662D620AA}" presName="rootConnector" presStyleLbl="node3" presStyleIdx="4" presStyleCnt="9"/>
      <dgm:spPr/>
      <dgm:t>
        <a:bodyPr/>
        <a:lstStyle/>
        <a:p>
          <a:endParaRPr lang="en-US"/>
        </a:p>
      </dgm:t>
    </dgm:pt>
    <dgm:pt modelId="{5384F9A1-4C8C-4F91-A088-20751532A4C8}" type="pres">
      <dgm:prSet presAssocID="{65934BCC-417A-452B-9299-41F662D620AA}" presName="hierChild4" presStyleCnt="0"/>
      <dgm:spPr/>
    </dgm:pt>
    <dgm:pt modelId="{3E82C689-C8F3-4356-82DC-C49F3E4E1942}" type="pres">
      <dgm:prSet presAssocID="{65934BCC-417A-452B-9299-41F662D620AA}" presName="hierChild5" presStyleCnt="0"/>
      <dgm:spPr/>
    </dgm:pt>
    <dgm:pt modelId="{879BFEA3-C98E-4278-80AD-0FC6DEA33803}" type="pres">
      <dgm:prSet presAssocID="{88BD2603-F48F-4A1E-BA9B-2D2D19EE8E65}" presName="Name37" presStyleLbl="parChTrans1D3" presStyleIdx="5" presStyleCnt="9"/>
      <dgm:spPr/>
      <dgm:t>
        <a:bodyPr/>
        <a:lstStyle/>
        <a:p>
          <a:endParaRPr lang="en-US"/>
        </a:p>
      </dgm:t>
    </dgm:pt>
    <dgm:pt modelId="{1DB78E89-74FC-4E68-83F2-F55E21145CBA}" type="pres">
      <dgm:prSet presAssocID="{EA8CBFF3-3DB2-4F8B-AD43-493B472A10DD}" presName="hierRoot2" presStyleCnt="0">
        <dgm:presLayoutVars>
          <dgm:hierBranch val="init"/>
        </dgm:presLayoutVars>
      </dgm:prSet>
      <dgm:spPr/>
    </dgm:pt>
    <dgm:pt modelId="{B5C526C1-FA7F-4066-9678-AFF9F639302F}" type="pres">
      <dgm:prSet presAssocID="{EA8CBFF3-3DB2-4F8B-AD43-493B472A10DD}" presName="rootComposite" presStyleCnt="0"/>
      <dgm:spPr/>
    </dgm:pt>
    <dgm:pt modelId="{CD99DED7-9404-443C-B4FC-372CA64F33E7}" type="pres">
      <dgm:prSet presAssocID="{EA8CBFF3-3DB2-4F8B-AD43-493B472A10DD}" presName="rootText" presStyleLbl="node3" presStyleIdx="5" presStyleCnt="9">
        <dgm:presLayoutVars>
          <dgm:chPref val="3"/>
        </dgm:presLayoutVars>
      </dgm:prSet>
      <dgm:spPr/>
      <dgm:t>
        <a:bodyPr/>
        <a:lstStyle/>
        <a:p>
          <a:endParaRPr lang="en-US"/>
        </a:p>
      </dgm:t>
    </dgm:pt>
    <dgm:pt modelId="{77FAE9D9-6DBF-431C-81BE-BC48240EB86C}" type="pres">
      <dgm:prSet presAssocID="{EA8CBFF3-3DB2-4F8B-AD43-493B472A10DD}" presName="rootConnector" presStyleLbl="node3" presStyleIdx="5" presStyleCnt="9"/>
      <dgm:spPr/>
      <dgm:t>
        <a:bodyPr/>
        <a:lstStyle/>
        <a:p>
          <a:endParaRPr lang="en-US"/>
        </a:p>
      </dgm:t>
    </dgm:pt>
    <dgm:pt modelId="{2CF611D0-9A4A-4C49-9F3F-E2114260D963}" type="pres">
      <dgm:prSet presAssocID="{EA8CBFF3-3DB2-4F8B-AD43-493B472A10DD}" presName="hierChild4" presStyleCnt="0"/>
      <dgm:spPr/>
    </dgm:pt>
    <dgm:pt modelId="{C3456C7B-A661-4BCE-8A5D-DD89F5BCC930}" type="pres">
      <dgm:prSet presAssocID="{EA8CBFF3-3DB2-4F8B-AD43-493B472A10DD}" presName="hierChild5" presStyleCnt="0"/>
      <dgm:spPr/>
    </dgm:pt>
    <dgm:pt modelId="{B69C3A8E-C292-4421-9C95-34B18B98E84F}" type="pres">
      <dgm:prSet presAssocID="{3E160718-4C67-4FD9-BD5E-C919D45F75BF}" presName="Name37" presStyleLbl="parChTrans1D3" presStyleIdx="6" presStyleCnt="9"/>
      <dgm:spPr/>
      <dgm:t>
        <a:bodyPr/>
        <a:lstStyle/>
        <a:p>
          <a:endParaRPr lang="en-US"/>
        </a:p>
      </dgm:t>
    </dgm:pt>
    <dgm:pt modelId="{85BD6F80-221C-43AB-B4B0-4E69001CE88C}" type="pres">
      <dgm:prSet presAssocID="{6BFEE520-88F1-41F7-97A1-E4A6ECE856E8}" presName="hierRoot2" presStyleCnt="0">
        <dgm:presLayoutVars>
          <dgm:hierBranch val="init"/>
        </dgm:presLayoutVars>
      </dgm:prSet>
      <dgm:spPr/>
    </dgm:pt>
    <dgm:pt modelId="{7F6B99AF-DE06-4BDC-9D49-3BFB6233E84E}" type="pres">
      <dgm:prSet presAssocID="{6BFEE520-88F1-41F7-97A1-E4A6ECE856E8}" presName="rootComposite" presStyleCnt="0"/>
      <dgm:spPr/>
    </dgm:pt>
    <dgm:pt modelId="{3724A6C1-75CB-4730-B671-335661F43A1A}" type="pres">
      <dgm:prSet presAssocID="{6BFEE520-88F1-41F7-97A1-E4A6ECE856E8}" presName="rootText" presStyleLbl="node3" presStyleIdx="6" presStyleCnt="9">
        <dgm:presLayoutVars>
          <dgm:chPref val="3"/>
        </dgm:presLayoutVars>
      </dgm:prSet>
      <dgm:spPr/>
      <dgm:t>
        <a:bodyPr/>
        <a:lstStyle/>
        <a:p>
          <a:endParaRPr lang="en-US"/>
        </a:p>
      </dgm:t>
    </dgm:pt>
    <dgm:pt modelId="{B63A9D96-440C-4026-A7E4-6B776AB5C102}" type="pres">
      <dgm:prSet presAssocID="{6BFEE520-88F1-41F7-97A1-E4A6ECE856E8}" presName="rootConnector" presStyleLbl="node3" presStyleIdx="6" presStyleCnt="9"/>
      <dgm:spPr/>
      <dgm:t>
        <a:bodyPr/>
        <a:lstStyle/>
        <a:p>
          <a:endParaRPr lang="en-US"/>
        </a:p>
      </dgm:t>
    </dgm:pt>
    <dgm:pt modelId="{201F5147-0214-4426-BEB6-D5BC636E38FC}" type="pres">
      <dgm:prSet presAssocID="{6BFEE520-88F1-41F7-97A1-E4A6ECE856E8}" presName="hierChild4" presStyleCnt="0"/>
      <dgm:spPr/>
    </dgm:pt>
    <dgm:pt modelId="{64AEE73F-181B-4EA1-9AF1-C721F041403E}" type="pres">
      <dgm:prSet presAssocID="{6BFEE520-88F1-41F7-97A1-E4A6ECE856E8}" presName="hierChild5" presStyleCnt="0"/>
      <dgm:spPr/>
    </dgm:pt>
    <dgm:pt modelId="{2A5F210F-4B25-44B8-B7A6-E67771D084F9}" type="pres">
      <dgm:prSet presAssocID="{27488AF7-016B-45D0-9632-39ED86C5DC26}" presName="hierChild5" presStyleCnt="0"/>
      <dgm:spPr/>
    </dgm:pt>
    <dgm:pt modelId="{E7F3FAA5-AF8D-4ADD-A26A-D7AB478C05EC}" type="pres">
      <dgm:prSet presAssocID="{AF63C94D-8E4F-442A-94BE-B755C5607ABA}" presName="Name37" presStyleLbl="parChTrans1D2" presStyleIdx="2" presStyleCnt="4"/>
      <dgm:spPr/>
      <dgm:t>
        <a:bodyPr/>
        <a:lstStyle/>
        <a:p>
          <a:endParaRPr lang="en-US"/>
        </a:p>
      </dgm:t>
    </dgm:pt>
    <dgm:pt modelId="{9F290E11-D286-40A5-A105-E4B7384098D8}" type="pres">
      <dgm:prSet presAssocID="{D511A1C0-2A3C-4717-94A8-715F5F521E53}" presName="hierRoot2" presStyleCnt="0">
        <dgm:presLayoutVars>
          <dgm:hierBranch val="init"/>
        </dgm:presLayoutVars>
      </dgm:prSet>
      <dgm:spPr/>
    </dgm:pt>
    <dgm:pt modelId="{231EA977-A73C-4BCA-B380-84803FFB2985}" type="pres">
      <dgm:prSet presAssocID="{D511A1C0-2A3C-4717-94A8-715F5F521E53}" presName="rootComposite" presStyleCnt="0"/>
      <dgm:spPr/>
    </dgm:pt>
    <dgm:pt modelId="{67D67BD2-10E3-4F92-BF97-85B29005B103}" type="pres">
      <dgm:prSet presAssocID="{D511A1C0-2A3C-4717-94A8-715F5F521E53}" presName="rootText" presStyleLbl="node2" presStyleIdx="2" presStyleCnt="4">
        <dgm:presLayoutVars>
          <dgm:chPref val="3"/>
        </dgm:presLayoutVars>
      </dgm:prSet>
      <dgm:spPr/>
      <dgm:t>
        <a:bodyPr/>
        <a:lstStyle/>
        <a:p>
          <a:endParaRPr lang="en-US"/>
        </a:p>
      </dgm:t>
    </dgm:pt>
    <dgm:pt modelId="{6F493C56-2299-4681-9A0D-00EE267D5ABD}" type="pres">
      <dgm:prSet presAssocID="{D511A1C0-2A3C-4717-94A8-715F5F521E53}" presName="rootConnector" presStyleLbl="node2" presStyleIdx="2" presStyleCnt="4"/>
      <dgm:spPr/>
      <dgm:t>
        <a:bodyPr/>
        <a:lstStyle/>
        <a:p>
          <a:endParaRPr lang="en-US"/>
        </a:p>
      </dgm:t>
    </dgm:pt>
    <dgm:pt modelId="{B8E22767-3086-45BF-A194-177A0A16C00C}" type="pres">
      <dgm:prSet presAssocID="{D511A1C0-2A3C-4717-94A8-715F5F521E53}" presName="hierChild4" presStyleCnt="0"/>
      <dgm:spPr/>
    </dgm:pt>
    <dgm:pt modelId="{181964ED-068C-47C8-A157-5FC898437F19}" type="pres">
      <dgm:prSet presAssocID="{D511A1C0-2A3C-4717-94A8-715F5F521E53}" presName="hierChild5" presStyleCnt="0"/>
      <dgm:spPr/>
    </dgm:pt>
    <dgm:pt modelId="{65F10479-1A29-4B36-B4FD-EAD95948E4FC}" type="pres">
      <dgm:prSet presAssocID="{A73050D0-B63A-44A7-9118-A02F6635AABD}" presName="Name37" presStyleLbl="parChTrans1D2" presStyleIdx="3" presStyleCnt="4"/>
      <dgm:spPr/>
      <dgm:t>
        <a:bodyPr/>
        <a:lstStyle/>
        <a:p>
          <a:endParaRPr lang="en-US"/>
        </a:p>
      </dgm:t>
    </dgm:pt>
    <dgm:pt modelId="{4A5E08D6-29C9-4E80-9522-430C17B4261E}" type="pres">
      <dgm:prSet presAssocID="{38D04E31-AC3B-453E-881D-EAA3E5EB6957}" presName="hierRoot2" presStyleCnt="0">
        <dgm:presLayoutVars>
          <dgm:hierBranch val="init"/>
        </dgm:presLayoutVars>
      </dgm:prSet>
      <dgm:spPr/>
    </dgm:pt>
    <dgm:pt modelId="{8E755E04-6B5D-4980-AC34-98B6AA0B3EE9}" type="pres">
      <dgm:prSet presAssocID="{38D04E31-AC3B-453E-881D-EAA3E5EB6957}" presName="rootComposite" presStyleCnt="0"/>
      <dgm:spPr/>
    </dgm:pt>
    <dgm:pt modelId="{4C54155A-5D22-4D9C-BBEB-CF3ED8F88DE2}" type="pres">
      <dgm:prSet presAssocID="{38D04E31-AC3B-453E-881D-EAA3E5EB6957}" presName="rootText" presStyleLbl="node2" presStyleIdx="3" presStyleCnt="4">
        <dgm:presLayoutVars>
          <dgm:chPref val="3"/>
        </dgm:presLayoutVars>
      </dgm:prSet>
      <dgm:spPr/>
      <dgm:t>
        <a:bodyPr/>
        <a:lstStyle/>
        <a:p>
          <a:endParaRPr lang="en-US"/>
        </a:p>
      </dgm:t>
    </dgm:pt>
    <dgm:pt modelId="{9D7D85F0-F106-448D-BB7D-A459306000E2}" type="pres">
      <dgm:prSet presAssocID="{38D04E31-AC3B-453E-881D-EAA3E5EB6957}" presName="rootConnector" presStyleLbl="node2" presStyleIdx="3" presStyleCnt="4"/>
      <dgm:spPr/>
      <dgm:t>
        <a:bodyPr/>
        <a:lstStyle/>
        <a:p>
          <a:endParaRPr lang="en-US"/>
        </a:p>
      </dgm:t>
    </dgm:pt>
    <dgm:pt modelId="{F6691932-DF4D-4CBA-99F5-857DA32A4023}" type="pres">
      <dgm:prSet presAssocID="{38D04E31-AC3B-453E-881D-EAA3E5EB6957}" presName="hierChild4" presStyleCnt="0"/>
      <dgm:spPr/>
    </dgm:pt>
    <dgm:pt modelId="{0F8C9555-B31F-4300-8049-9A182918DBF7}" type="pres">
      <dgm:prSet presAssocID="{A473937A-DF29-466D-8F07-D29A89054C5F}" presName="Name37" presStyleLbl="parChTrans1D3" presStyleIdx="7" presStyleCnt="9"/>
      <dgm:spPr/>
      <dgm:t>
        <a:bodyPr/>
        <a:lstStyle/>
        <a:p>
          <a:endParaRPr lang="en-US"/>
        </a:p>
      </dgm:t>
    </dgm:pt>
    <dgm:pt modelId="{7B7A7B2F-44CA-4B7A-8759-9DA9A2367FA0}" type="pres">
      <dgm:prSet presAssocID="{2F4CCC5B-1719-4C36-BC0D-B4F5EC3D7A88}" presName="hierRoot2" presStyleCnt="0">
        <dgm:presLayoutVars>
          <dgm:hierBranch val="init"/>
        </dgm:presLayoutVars>
      </dgm:prSet>
      <dgm:spPr/>
    </dgm:pt>
    <dgm:pt modelId="{2E7D8FB4-B0F6-4457-978C-198AD5F5387A}" type="pres">
      <dgm:prSet presAssocID="{2F4CCC5B-1719-4C36-BC0D-B4F5EC3D7A88}" presName="rootComposite" presStyleCnt="0"/>
      <dgm:spPr/>
    </dgm:pt>
    <dgm:pt modelId="{3A113B48-1130-4BCE-89BC-F85A23EBE553}" type="pres">
      <dgm:prSet presAssocID="{2F4CCC5B-1719-4C36-BC0D-B4F5EC3D7A88}" presName="rootText" presStyleLbl="node3" presStyleIdx="7" presStyleCnt="9">
        <dgm:presLayoutVars>
          <dgm:chPref val="3"/>
        </dgm:presLayoutVars>
      </dgm:prSet>
      <dgm:spPr/>
      <dgm:t>
        <a:bodyPr/>
        <a:lstStyle/>
        <a:p>
          <a:endParaRPr lang="en-US"/>
        </a:p>
      </dgm:t>
    </dgm:pt>
    <dgm:pt modelId="{36439E95-CE26-4188-BABD-3B9274BF098E}" type="pres">
      <dgm:prSet presAssocID="{2F4CCC5B-1719-4C36-BC0D-B4F5EC3D7A88}" presName="rootConnector" presStyleLbl="node3" presStyleIdx="7" presStyleCnt="9"/>
      <dgm:spPr/>
      <dgm:t>
        <a:bodyPr/>
        <a:lstStyle/>
        <a:p>
          <a:endParaRPr lang="en-US"/>
        </a:p>
      </dgm:t>
    </dgm:pt>
    <dgm:pt modelId="{D22E21D8-3629-46D5-ADCF-09A3A54F8173}" type="pres">
      <dgm:prSet presAssocID="{2F4CCC5B-1719-4C36-BC0D-B4F5EC3D7A88}" presName="hierChild4" presStyleCnt="0"/>
      <dgm:spPr/>
    </dgm:pt>
    <dgm:pt modelId="{D81E61E7-D407-40E7-8ACF-E3247FBBA654}" type="pres">
      <dgm:prSet presAssocID="{2F4CCC5B-1719-4C36-BC0D-B4F5EC3D7A88}" presName="hierChild5" presStyleCnt="0"/>
      <dgm:spPr/>
    </dgm:pt>
    <dgm:pt modelId="{7714003F-4356-4FDE-A903-28DBA67326BE}" type="pres">
      <dgm:prSet presAssocID="{5A514ADD-D8A9-4983-9C63-AA692F21643E}" presName="Name37" presStyleLbl="parChTrans1D3" presStyleIdx="8" presStyleCnt="9"/>
      <dgm:spPr/>
      <dgm:t>
        <a:bodyPr/>
        <a:lstStyle/>
        <a:p>
          <a:endParaRPr lang="en-US"/>
        </a:p>
      </dgm:t>
    </dgm:pt>
    <dgm:pt modelId="{8363531B-F399-4A3D-B72B-FC22BE5A2FFA}" type="pres">
      <dgm:prSet presAssocID="{9563DB00-186C-4145-B2F4-813689844BAE}" presName="hierRoot2" presStyleCnt="0">
        <dgm:presLayoutVars>
          <dgm:hierBranch val="init"/>
        </dgm:presLayoutVars>
      </dgm:prSet>
      <dgm:spPr/>
    </dgm:pt>
    <dgm:pt modelId="{0A45463B-D2A5-4484-A47E-3EE9B45B45CA}" type="pres">
      <dgm:prSet presAssocID="{9563DB00-186C-4145-B2F4-813689844BAE}" presName="rootComposite" presStyleCnt="0"/>
      <dgm:spPr/>
    </dgm:pt>
    <dgm:pt modelId="{84EF6EA6-0A67-4176-80DB-D4DF7BC5CA9C}" type="pres">
      <dgm:prSet presAssocID="{9563DB00-186C-4145-B2F4-813689844BAE}" presName="rootText" presStyleLbl="node3" presStyleIdx="8" presStyleCnt="9">
        <dgm:presLayoutVars>
          <dgm:chPref val="3"/>
        </dgm:presLayoutVars>
      </dgm:prSet>
      <dgm:spPr/>
      <dgm:t>
        <a:bodyPr/>
        <a:lstStyle/>
        <a:p>
          <a:endParaRPr lang="en-US"/>
        </a:p>
      </dgm:t>
    </dgm:pt>
    <dgm:pt modelId="{4804756E-4DB4-46B5-B919-F3A2FF2D92ED}" type="pres">
      <dgm:prSet presAssocID="{9563DB00-186C-4145-B2F4-813689844BAE}" presName="rootConnector" presStyleLbl="node3" presStyleIdx="8" presStyleCnt="9"/>
      <dgm:spPr/>
      <dgm:t>
        <a:bodyPr/>
        <a:lstStyle/>
        <a:p>
          <a:endParaRPr lang="en-US"/>
        </a:p>
      </dgm:t>
    </dgm:pt>
    <dgm:pt modelId="{F325669F-86C6-483B-903C-4BED2177A868}" type="pres">
      <dgm:prSet presAssocID="{9563DB00-186C-4145-B2F4-813689844BAE}" presName="hierChild4" presStyleCnt="0"/>
      <dgm:spPr/>
    </dgm:pt>
    <dgm:pt modelId="{C2A9D659-D14E-4F66-880B-FAC04184F66B}" type="pres">
      <dgm:prSet presAssocID="{9563DB00-186C-4145-B2F4-813689844BAE}" presName="hierChild5" presStyleCnt="0"/>
      <dgm:spPr/>
    </dgm:pt>
    <dgm:pt modelId="{D0A69F21-66EA-4E65-A579-4F7B92039FB0}" type="pres">
      <dgm:prSet presAssocID="{38D04E31-AC3B-453E-881D-EAA3E5EB6957}" presName="hierChild5" presStyleCnt="0"/>
      <dgm:spPr/>
    </dgm:pt>
    <dgm:pt modelId="{5A9EACAD-8B4E-44E4-81F6-F3EAB996F8ED}" type="pres">
      <dgm:prSet presAssocID="{5ECB0CC1-9130-4438-B3A3-20F28A6C2561}" presName="hierChild3" presStyleCnt="0"/>
      <dgm:spPr/>
    </dgm:pt>
  </dgm:ptLst>
  <dgm:cxnLst>
    <dgm:cxn modelId="{9BD14496-F453-479B-AD66-584D8DB9212F}" type="presOf" srcId="{9563DB00-186C-4145-B2F4-813689844BAE}" destId="{4804756E-4DB4-46B5-B919-F3A2FF2D92ED}" srcOrd="1" destOrd="0" presId="urn:microsoft.com/office/officeart/2005/8/layout/orgChart1"/>
    <dgm:cxn modelId="{1CAEE1A2-C8DC-4094-A42D-373AAD31845A}" type="presOf" srcId="{23CD1A77-255B-4A96-92D8-75BFF5E12C0A}" destId="{46448C12-B408-477C-8192-E1D5C6F47E2F}" srcOrd="0" destOrd="0" presId="urn:microsoft.com/office/officeart/2005/8/layout/orgChart1"/>
    <dgm:cxn modelId="{874236FF-37B5-4CA1-85E4-69CC4FA4C2F0}" type="presOf" srcId="{0E2CEA03-1DEA-4D1C-8817-9CA13AD638AA}" destId="{55EA38D5-729B-4F05-8200-BC2645FC6D87}" srcOrd="0" destOrd="0" presId="urn:microsoft.com/office/officeart/2005/8/layout/orgChart1"/>
    <dgm:cxn modelId="{AAF22CBD-24EB-488B-BE54-F1B057E237AF}" type="presOf" srcId="{6BFEE520-88F1-41F7-97A1-E4A6ECE856E8}" destId="{B63A9D96-440C-4026-A7E4-6B776AB5C102}" srcOrd="1" destOrd="0" presId="urn:microsoft.com/office/officeart/2005/8/layout/orgChart1"/>
    <dgm:cxn modelId="{8097BFCC-E97B-4F42-A95F-EBDC6A4D91BE}" type="presOf" srcId="{F935D02B-57C9-4796-8092-264E34CCAE2B}" destId="{B81C49B5-95E1-4C94-BA98-48576E263625}" srcOrd="1" destOrd="0" presId="urn:microsoft.com/office/officeart/2005/8/layout/orgChart1"/>
    <dgm:cxn modelId="{BAA265A0-9B82-470A-B134-EC4A7F1F8D04}" type="presOf" srcId="{72A1066E-B002-4EE6-8BAB-28D7DF1D2EB0}" destId="{E2E660F1-85DD-43E8-8CC8-F5CD8B73A96C}" srcOrd="0" destOrd="0" presId="urn:microsoft.com/office/officeart/2005/8/layout/orgChart1"/>
    <dgm:cxn modelId="{1ED3D055-1701-46CB-A7DD-FA151F7758B3}" type="presOf" srcId="{5087861D-6F30-48A9-93E7-D547F161F1CD}" destId="{D99A3AD9-3AAF-4825-8F15-B8BD65683329}" srcOrd="1" destOrd="0" presId="urn:microsoft.com/office/officeart/2005/8/layout/orgChart1"/>
    <dgm:cxn modelId="{ACA8F538-898F-424A-AAA2-EBA707A918C0}" type="presOf" srcId="{38D04E31-AC3B-453E-881D-EAA3E5EB6957}" destId="{9D7D85F0-F106-448D-BB7D-A459306000E2}" srcOrd="1" destOrd="0" presId="urn:microsoft.com/office/officeart/2005/8/layout/orgChart1"/>
    <dgm:cxn modelId="{E64AB78C-FE2F-444F-933E-9FA5666D1DA4}" type="presOf" srcId="{27488AF7-016B-45D0-9632-39ED86C5DC26}" destId="{F50E0589-04E6-485F-B597-F406C652908F}" srcOrd="0" destOrd="0" presId="urn:microsoft.com/office/officeart/2005/8/layout/orgChart1"/>
    <dgm:cxn modelId="{FA95428E-74BB-47F9-8C85-899E2B5BF11F}" srcId="{38D04E31-AC3B-453E-881D-EAA3E5EB6957}" destId="{9563DB00-186C-4145-B2F4-813689844BAE}" srcOrd="1" destOrd="0" parTransId="{5A514ADD-D8A9-4983-9C63-AA692F21643E}" sibTransId="{8906C020-E73A-4F4F-AED2-DA681157F511}"/>
    <dgm:cxn modelId="{63ACBD26-CB6E-470C-8452-E6AC23ECB7C3}" type="presOf" srcId="{A473937A-DF29-466D-8F07-D29A89054C5F}" destId="{0F8C9555-B31F-4300-8049-9A182918DBF7}" srcOrd="0" destOrd="0" presId="urn:microsoft.com/office/officeart/2005/8/layout/orgChart1"/>
    <dgm:cxn modelId="{782D2F28-10DA-413B-BB0A-C3A6281C8645}" type="presOf" srcId="{65934BCC-417A-452B-9299-41F662D620AA}" destId="{FF193DAF-F587-4666-B56D-7F0E857AD6F6}" srcOrd="0" destOrd="0" presId="urn:microsoft.com/office/officeart/2005/8/layout/orgChart1"/>
    <dgm:cxn modelId="{171E8D49-A58F-4F51-846D-953C4E06E394}" type="presOf" srcId="{2F4CCC5B-1719-4C36-BC0D-B4F5EC3D7A88}" destId="{3A113B48-1130-4BCE-89BC-F85A23EBE553}" srcOrd="0" destOrd="0" presId="urn:microsoft.com/office/officeart/2005/8/layout/orgChart1"/>
    <dgm:cxn modelId="{77CB63F4-1693-4280-B4AF-1A7C234BE820}" type="presOf" srcId="{C48AC8EF-BA9A-4D4C-A9D8-D956E5A6929E}" destId="{6A28E217-FD2D-4086-8E71-8127D07FD195}" srcOrd="0" destOrd="0" presId="urn:microsoft.com/office/officeart/2005/8/layout/orgChart1"/>
    <dgm:cxn modelId="{71026626-CF31-41D8-9D0C-890F5BC78E49}" srcId="{5ECB0CC1-9130-4438-B3A3-20F28A6C2561}" destId="{27488AF7-016B-45D0-9632-39ED86C5DC26}" srcOrd="1" destOrd="0" parTransId="{23CD1A77-255B-4A96-92D8-75BFF5E12C0A}" sibTransId="{B9774A8E-805A-44FE-BD71-629B8F11F2EA}"/>
    <dgm:cxn modelId="{CF5E2DE5-F69B-449E-904C-34662F932254}" type="presOf" srcId="{5087861D-6F30-48A9-93E7-D547F161F1CD}" destId="{615D6F13-C555-419F-B976-75B958738440}" srcOrd="0" destOrd="0" presId="urn:microsoft.com/office/officeart/2005/8/layout/orgChart1"/>
    <dgm:cxn modelId="{04AC2FB8-44F4-41EE-8E94-1E3C9E2524C8}" type="presOf" srcId="{AF63C94D-8E4F-442A-94BE-B755C5607ABA}" destId="{E7F3FAA5-AF8D-4ADD-A26A-D7AB478C05EC}" srcOrd="0" destOrd="0" presId="urn:microsoft.com/office/officeart/2005/8/layout/orgChart1"/>
    <dgm:cxn modelId="{54D0A0FA-BA21-40ED-8762-92586FAF3730}" srcId="{27488AF7-016B-45D0-9632-39ED86C5DC26}" destId="{6BFEE520-88F1-41F7-97A1-E4A6ECE856E8}" srcOrd="2" destOrd="0" parTransId="{3E160718-4C67-4FD9-BD5E-C919D45F75BF}" sibTransId="{2F0BFB62-3534-4A3F-9CA5-29BBE1B0B1A0}"/>
    <dgm:cxn modelId="{A34FF48A-E4C0-4642-AADD-F8596DD8D4F0}" srcId="{72A1066E-B002-4EE6-8BAB-28D7DF1D2EB0}" destId="{5ECB0CC1-9130-4438-B3A3-20F28A6C2561}" srcOrd="0" destOrd="0" parTransId="{44BB92F3-D784-461A-AABA-9730157552A5}" sibTransId="{0FACBD97-D158-4F62-B9E7-B7F28F3FF19D}"/>
    <dgm:cxn modelId="{0E21416E-75F3-4C3C-BE7D-22BE3361E29C}" type="presOf" srcId="{265017DC-9647-40B7-A99F-6C1D23A25395}" destId="{C8830B6C-2144-49A0-A7B5-D8E4B5B90A4A}" srcOrd="0" destOrd="0" presId="urn:microsoft.com/office/officeart/2005/8/layout/orgChart1"/>
    <dgm:cxn modelId="{31F1186B-3BFC-48EE-B5FE-A66F02C8B7ED}" srcId="{5ECB0CC1-9130-4438-B3A3-20F28A6C2561}" destId="{38D04E31-AC3B-453E-881D-EAA3E5EB6957}" srcOrd="3" destOrd="0" parTransId="{A73050D0-B63A-44A7-9118-A02F6635AABD}" sibTransId="{DFACF967-1A4D-4620-BABA-DEAA34D0FA38}"/>
    <dgm:cxn modelId="{4362289B-3741-46C5-8377-4F80A82BBF50}" type="presOf" srcId="{6BFEE520-88F1-41F7-97A1-E4A6ECE856E8}" destId="{3724A6C1-75CB-4730-B671-335661F43A1A}" srcOrd="0" destOrd="0" presId="urn:microsoft.com/office/officeart/2005/8/layout/orgChart1"/>
    <dgm:cxn modelId="{F025F248-A46F-4139-9007-638B00D13A07}" type="presOf" srcId="{9563DB00-186C-4145-B2F4-813689844BAE}" destId="{84EF6EA6-0A67-4176-80DB-D4DF7BC5CA9C}" srcOrd="0" destOrd="0" presId="urn:microsoft.com/office/officeart/2005/8/layout/orgChart1"/>
    <dgm:cxn modelId="{67448BEF-F0C5-4B88-AE1E-E0E90103D139}" type="presOf" srcId="{5A514ADD-D8A9-4983-9C63-AA692F21643E}" destId="{7714003F-4356-4FDE-A903-28DBA67326BE}" srcOrd="0" destOrd="0" presId="urn:microsoft.com/office/officeart/2005/8/layout/orgChart1"/>
    <dgm:cxn modelId="{DC55121D-7607-4F6F-9D8A-2C86ABAB9A5D}" type="presOf" srcId="{65934BCC-417A-452B-9299-41F662D620AA}" destId="{27E76EF7-DF15-41D3-94DB-DD5B1FF81424}" srcOrd="1" destOrd="0" presId="urn:microsoft.com/office/officeart/2005/8/layout/orgChart1"/>
    <dgm:cxn modelId="{8F7D7CC4-6ACE-4725-9B06-EE3415E5351D}" type="presOf" srcId="{F935D02B-57C9-4796-8092-264E34CCAE2B}" destId="{728AFA96-21E8-408C-BD91-314E6CB286FB}" srcOrd="0" destOrd="0" presId="urn:microsoft.com/office/officeart/2005/8/layout/orgChart1"/>
    <dgm:cxn modelId="{567BA8BA-1D8B-46CD-BEEE-3A78236412C3}" type="presOf" srcId="{A73050D0-B63A-44A7-9118-A02F6635AABD}" destId="{65F10479-1A29-4B36-B4FD-EAD95948E4FC}" srcOrd="0" destOrd="0" presId="urn:microsoft.com/office/officeart/2005/8/layout/orgChart1"/>
    <dgm:cxn modelId="{0BE84672-BE5F-41BD-955F-5CE491FF7BC5}" srcId="{6A49FF03-9546-4878-925F-4E085DCC5170}" destId="{C48AC8EF-BA9A-4D4C-A9D8-D956E5A6929E}" srcOrd="2" destOrd="0" parTransId="{265017DC-9647-40B7-A99F-6C1D23A25395}" sibTransId="{7A5C2FA0-AC93-407E-BE06-6E8021C165F1}"/>
    <dgm:cxn modelId="{E32AB6C0-CB22-4F9E-805D-34816C795E55}" type="presOf" srcId="{D511A1C0-2A3C-4717-94A8-715F5F521E53}" destId="{67D67BD2-10E3-4F92-BF97-85B29005B103}" srcOrd="0" destOrd="0" presId="urn:microsoft.com/office/officeart/2005/8/layout/orgChart1"/>
    <dgm:cxn modelId="{E6D783FB-2D5D-4DBE-8E17-93DB515EB483}" type="presOf" srcId="{38D04E31-AC3B-453E-881D-EAA3E5EB6957}" destId="{4C54155A-5D22-4D9C-BBEB-CF3ED8F88DE2}" srcOrd="0" destOrd="0" presId="urn:microsoft.com/office/officeart/2005/8/layout/orgChart1"/>
    <dgm:cxn modelId="{FC812677-52CD-41A6-8B06-4E7B2878BEB1}" type="presOf" srcId="{88BD2603-F48F-4A1E-BA9B-2D2D19EE8E65}" destId="{879BFEA3-C98E-4278-80AD-0FC6DEA33803}" srcOrd="0" destOrd="0" presId="urn:microsoft.com/office/officeart/2005/8/layout/orgChart1"/>
    <dgm:cxn modelId="{7D9E9165-09C8-4FCC-87F3-780648963D74}" type="presOf" srcId="{6A49FF03-9546-4878-925F-4E085DCC5170}" destId="{06EA427B-99B9-4D2F-A715-38F95C53F888}" srcOrd="1" destOrd="0" presId="urn:microsoft.com/office/officeart/2005/8/layout/orgChart1"/>
    <dgm:cxn modelId="{425FA89C-B314-4412-97AE-BFBE807DB438}" type="presOf" srcId="{00C6C5F9-CFA5-4803-AE84-12274F0783B0}" destId="{5629F51D-2F06-4775-A4E2-4602447D22A5}" srcOrd="0" destOrd="0" presId="urn:microsoft.com/office/officeart/2005/8/layout/orgChart1"/>
    <dgm:cxn modelId="{30262D03-7078-4841-B13B-03A7AE003CD1}" type="presOf" srcId="{27488AF7-016B-45D0-9632-39ED86C5DC26}" destId="{3FD482BC-95EC-4440-9C92-3B4ED2AACFF8}" srcOrd="1" destOrd="0" presId="urn:microsoft.com/office/officeart/2005/8/layout/orgChart1"/>
    <dgm:cxn modelId="{0A6F6EA0-2BF9-4DD1-9549-FBA4FAB79F15}" srcId="{38D04E31-AC3B-453E-881D-EAA3E5EB6957}" destId="{2F4CCC5B-1719-4C36-BC0D-B4F5EC3D7A88}" srcOrd="0" destOrd="0" parTransId="{A473937A-DF29-466D-8F07-D29A89054C5F}" sibTransId="{5587B966-7A7F-4C44-A1BF-1A3CD631FF49}"/>
    <dgm:cxn modelId="{A28B3B5C-4F65-41B7-8DCD-235EB26C2097}" type="presOf" srcId="{C48AC8EF-BA9A-4D4C-A9D8-D956E5A6929E}" destId="{D68D8C8A-A620-4B40-BCBB-992F13465402}" srcOrd="1" destOrd="0" presId="urn:microsoft.com/office/officeart/2005/8/layout/orgChart1"/>
    <dgm:cxn modelId="{5893E1F5-A1A2-425E-84F2-EC172588B6B5}" type="presOf" srcId="{3CCCE525-2A37-4AFB-85E9-38587E354C8C}" destId="{63AC4FDE-9D3D-4ECE-954D-2B7F03CBF979}" srcOrd="1" destOrd="0" presId="urn:microsoft.com/office/officeart/2005/8/layout/orgChart1"/>
    <dgm:cxn modelId="{C31EAE9C-D901-4AE1-BB28-A91E5E050D49}" type="presOf" srcId="{EA8CBFF3-3DB2-4F8B-AD43-493B472A10DD}" destId="{77FAE9D9-6DBF-431C-81BE-BC48240EB86C}" srcOrd="1" destOrd="0" presId="urn:microsoft.com/office/officeart/2005/8/layout/orgChart1"/>
    <dgm:cxn modelId="{8C34891E-EE56-4EBA-B4F1-B025E4088959}" srcId="{27488AF7-016B-45D0-9632-39ED86C5DC26}" destId="{EA8CBFF3-3DB2-4F8B-AD43-493B472A10DD}" srcOrd="1" destOrd="0" parTransId="{88BD2603-F48F-4A1E-BA9B-2D2D19EE8E65}" sibTransId="{A9E60B18-2B33-47F9-B877-4D8355A91DAD}"/>
    <dgm:cxn modelId="{0AEA0C9B-D513-41E4-B223-C18369CCC430}" type="presOf" srcId="{3D043BD8-A3A2-479E-AC3E-36F1E0F77131}" destId="{661AAD9D-E613-4EA2-A821-E4B453F8F97D}" srcOrd="0" destOrd="0" presId="urn:microsoft.com/office/officeart/2005/8/layout/orgChart1"/>
    <dgm:cxn modelId="{B5430DE5-EC13-47EF-86A0-C68588CD3E0B}" type="presOf" srcId="{253B0B38-0671-4B9A-9729-2FF38D3C3A61}" destId="{EDD280CA-E714-4796-8548-6E572465A2CD}" srcOrd="0" destOrd="0" presId="urn:microsoft.com/office/officeart/2005/8/layout/orgChart1"/>
    <dgm:cxn modelId="{9BCCE503-B954-4966-AD5A-0CEA76095279}" type="presOf" srcId="{6A49FF03-9546-4878-925F-4E085DCC5170}" destId="{E743BFEF-FF05-44F5-A4FD-C94845F3D08A}" srcOrd="0" destOrd="0" presId="urn:microsoft.com/office/officeart/2005/8/layout/orgChart1"/>
    <dgm:cxn modelId="{0C9C59D9-F663-4846-942C-363B2D4A3B58}" type="presOf" srcId="{2F4CCC5B-1719-4C36-BC0D-B4F5EC3D7A88}" destId="{36439E95-CE26-4188-BABD-3B9274BF098E}" srcOrd="1" destOrd="0" presId="urn:microsoft.com/office/officeart/2005/8/layout/orgChart1"/>
    <dgm:cxn modelId="{842E53AD-D929-4CCA-B592-61C2B962DE8A}" type="presOf" srcId="{D511A1C0-2A3C-4717-94A8-715F5F521E53}" destId="{6F493C56-2299-4681-9A0D-00EE267D5ABD}" srcOrd="1" destOrd="0" presId="urn:microsoft.com/office/officeart/2005/8/layout/orgChart1"/>
    <dgm:cxn modelId="{997E09BE-B6D3-4AFB-A5DB-FF0C0F910526}" srcId="{5ECB0CC1-9130-4438-B3A3-20F28A6C2561}" destId="{D511A1C0-2A3C-4717-94A8-715F5F521E53}" srcOrd="2" destOrd="0" parTransId="{AF63C94D-8E4F-442A-94BE-B755C5607ABA}" sibTransId="{8D4839F5-B02B-4497-A376-7DA93706AA38}"/>
    <dgm:cxn modelId="{937328C8-C03C-4EB2-A478-AE3A9E9E153F}" srcId="{6A49FF03-9546-4878-925F-4E085DCC5170}" destId="{3CCCE525-2A37-4AFB-85E9-38587E354C8C}" srcOrd="3" destOrd="0" parTransId="{8F800FDD-682A-4C9A-B6D3-096A1FADBA03}" sibTransId="{8139BAD7-D9C5-4C33-8CED-CC577D4D7C94}"/>
    <dgm:cxn modelId="{1A2ABF6E-1655-4AA5-BE9E-0ADA997500CA}" srcId="{5ECB0CC1-9130-4438-B3A3-20F28A6C2561}" destId="{6A49FF03-9546-4878-925F-4E085DCC5170}" srcOrd="0" destOrd="0" parTransId="{3D043BD8-A3A2-479E-AC3E-36F1E0F77131}" sibTransId="{06AE2C5D-5FD3-4D5D-ADC1-11C6B177AB5E}"/>
    <dgm:cxn modelId="{5C8F4D11-6D4C-43BC-AF3E-82153AD06101}" type="presOf" srcId="{5ECB0CC1-9130-4438-B3A3-20F28A6C2561}" destId="{A772EC04-4D06-4C29-AC3D-08C351EEC1FD}" srcOrd="1" destOrd="0" presId="urn:microsoft.com/office/officeart/2005/8/layout/orgChart1"/>
    <dgm:cxn modelId="{171E992A-7045-49D9-B5F0-06388DCE5123}" type="presOf" srcId="{8F800FDD-682A-4C9A-B6D3-096A1FADBA03}" destId="{C43A3105-A595-4FF8-9254-D60277B48C9A}" srcOrd="0" destOrd="0" presId="urn:microsoft.com/office/officeart/2005/8/layout/orgChart1"/>
    <dgm:cxn modelId="{3B0B8B7F-A5FC-4D39-8517-4C7B91F80354}" srcId="{27488AF7-016B-45D0-9632-39ED86C5DC26}" destId="{65934BCC-417A-452B-9299-41F662D620AA}" srcOrd="0" destOrd="0" parTransId="{0E2CEA03-1DEA-4D1C-8817-9CA13AD638AA}" sibTransId="{9E02F42D-2129-46B9-8841-8D9EFE3FF443}"/>
    <dgm:cxn modelId="{CE191000-CAC6-42A0-B07B-142CA004C848}" type="presOf" srcId="{3E160718-4C67-4FD9-BD5E-C919D45F75BF}" destId="{B69C3A8E-C292-4421-9C95-34B18B98E84F}" srcOrd="0" destOrd="0" presId="urn:microsoft.com/office/officeart/2005/8/layout/orgChart1"/>
    <dgm:cxn modelId="{D0483D76-5E7D-4990-847E-99ABC35BB011}" type="presOf" srcId="{5ECB0CC1-9130-4438-B3A3-20F28A6C2561}" destId="{D1C14215-FB96-4206-8016-3228340C6EA1}" srcOrd="0" destOrd="0" presId="urn:microsoft.com/office/officeart/2005/8/layout/orgChart1"/>
    <dgm:cxn modelId="{7711D611-C9B1-4477-9743-E2A97D2338DA}" srcId="{6A49FF03-9546-4878-925F-4E085DCC5170}" destId="{5087861D-6F30-48A9-93E7-D547F161F1CD}" srcOrd="0" destOrd="0" parTransId="{253B0B38-0671-4B9A-9729-2FF38D3C3A61}" sibTransId="{ADEA98CD-F77C-4282-824E-4015EEFB382B}"/>
    <dgm:cxn modelId="{6D9F694B-056C-44CE-A5A7-46239D6049DF}" type="presOf" srcId="{EA8CBFF3-3DB2-4F8B-AD43-493B472A10DD}" destId="{CD99DED7-9404-443C-B4FC-372CA64F33E7}" srcOrd="0" destOrd="0" presId="urn:microsoft.com/office/officeart/2005/8/layout/orgChart1"/>
    <dgm:cxn modelId="{EA54580B-B88E-4AA8-9FD3-23D6D64F03FF}" type="presOf" srcId="{3CCCE525-2A37-4AFB-85E9-38587E354C8C}" destId="{A93718C7-99DE-401A-AB12-87D4825681B4}" srcOrd="0" destOrd="0" presId="urn:microsoft.com/office/officeart/2005/8/layout/orgChart1"/>
    <dgm:cxn modelId="{9F1DF4DE-2855-4E12-919A-B3534689F2D0}" srcId="{6A49FF03-9546-4878-925F-4E085DCC5170}" destId="{F935D02B-57C9-4796-8092-264E34CCAE2B}" srcOrd="1" destOrd="0" parTransId="{00C6C5F9-CFA5-4803-AE84-12274F0783B0}" sibTransId="{4846B3A4-5F21-4B1F-B6B8-5C746320E476}"/>
    <dgm:cxn modelId="{F10B10CB-38F6-40EB-A453-30111B3B4291}" type="presParOf" srcId="{E2E660F1-85DD-43E8-8CC8-F5CD8B73A96C}" destId="{426ABC6F-EED3-4FD0-9D40-773DEED3DEA6}" srcOrd="0" destOrd="0" presId="urn:microsoft.com/office/officeart/2005/8/layout/orgChart1"/>
    <dgm:cxn modelId="{896A5A14-2D59-4E7C-96D5-18F74A01C907}" type="presParOf" srcId="{426ABC6F-EED3-4FD0-9D40-773DEED3DEA6}" destId="{58C6DDD0-CD57-4EA4-A733-8603A65D9E99}" srcOrd="0" destOrd="0" presId="urn:microsoft.com/office/officeart/2005/8/layout/orgChart1"/>
    <dgm:cxn modelId="{B1B1954B-2A27-4953-B5EE-893A86B4297B}" type="presParOf" srcId="{58C6DDD0-CD57-4EA4-A733-8603A65D9E99}" destId="{D1C14215-FB96-4206-8016-3228340C6EA1}" srcOrd="0" destOrd="0" presId="urn:microsoft.com/office/officeart/2005/8/layout/orgChart1"/>
    <dgm:cxn modelId="{95E1B912-11F2-45D6-8EE2-E7456E3BA046}" type="presParOf" srcId="{58C6DDD0-CD57-4EA4-A733-8603A65D9E99}" destId="{A772EC04-4D06-4C29-AC3D-08C351EEC1FD}" srcOrd="1" destOrd="0" presId="urn:microsoft.com/office/officeart/2005/8/layout/orgChart1"/>
    <dgm:cxn modelId="{B0C29EB8-DA4D-4E40-BB79-B360879EB54B}" type="presParOf" srcId="{426ABC6F-EED3-4FD0-9D40-773DEED3DEA6}" destId="{5A295EE6-74E4-41A0-86CC-68DAEFBA23D5}" srcOrd="1" destOrd="0" presId="urn:microsoft.com/office/officeart/2005/8/layout/orgChart1"/>
    <dgm:cxn modelId="{B9F665F2-9C7E-4124-A60A-155CB0C077BA}" type="presParOf" srcId="{5A295EE6-74E4-41A0-86CC-68DAEFBA23D5}" destId="{661AAD9D-E613-4EA2-A821-E4B453F8F97D}" srcOrd="0" destOrd="0" presId="urn:microsoft.com/office/officeart/2005/8/layout/orgChart1"/>
    <dgm:cxn modelId="{CF570395-D741-43FE-8F51-2B0191DC1279}" type="presParOf" srcId="{5A295EE6-74E4-41A0-86CC-68DAEFBA23D5}" destId="{0E531A37-BBE6-410B-95E1-2C5D01A28672}" srcOrd="1" destOrd="0" presId="urn:microsoft.com/office/officeart/2005/8/layout/orgChart1"/>
    <dgm:cxn modelId="{1D131B12-F036-4F3A-8FF2-C37A8EA82618}" type="presParOf" srcId="{0E531A37-BBE6-410B-95E1-2C5D01A28672}" destId="{2BC3FFA8-467C-4120-A5A0-22DE9E7F4E3C}" srcOrd="0" destOrd="0" presId="urn:microsoft.com/office/officeart/2005/8/layout/orgChart1"/>
    <dgm:cxn modelId="{BA323493-C337-433C-AA0A-97B71BD1518D}" type="presParOf" srcId="{2BC3FFA8-467C-4120-A5A0-22DE9E7F4E3C}" destId="{E743BFEF-FF05-44F5-A4FD-C94845F3D08A}" srcOrd="0" destOrd="0" presId="urn:microsoft.com/office/officeart/2005/8/layout/orgChart1"/>
    <dgm:cxn modelId="{CA886C19-69BD-4962-B130-B09BB910D341}" type="presParOf" srcId="{2BC3FFA8-467C-4120-A5A0-22DE9E7F4E3C}" destId="{06EA427B-99B9-4D2F-A715-38F95C53F888}" srcOrd="1" destOrd="0" presId="urn:microsoft.com/office/officeart/2005/8/layout/orgChart1"/>
    <dgm:cxn modelId="{8B319DF2-7D43-44FB-884D-28197CDA372C}" type="presParOf" srcId="{0E531A37-BBE6-410B-95E1-2C5D01A28672}" destId="{4FBEBFD7-576F-46F5-8890-BD808916F49A}" srcOrd="1" destOrd="0" presId="urn:microsoft.com/office/officeart/2005/8/layout/orgChart1"/>
    <dgm:cxn modelId="{3ACD01CF-010E-42DA-AB23-1ED8C210592B}" type="presParOf" srcId="{4FBEBFD7-576F-46F5-8890-BD808916F49A}" destId="{EDD280CA-E714-4796-8548-6E572465A2CD}" srcOrd="0" destOrd="0" presId="urn:microsoft.com/office/officeart/2005/8/layout/orgChart1"/>
    <dgm:cxn modelId="{CC88533D-E943-4EC8-9F53-1457047F5560}" type="presParOf" srcId="{4FBEBFD7-576F-46F5-8890-BD808916F49A}" destId="{C7F03272-2E83-469B-8055-F2FD8B3A20FD}" srcOrd="1" destOrd="0" presId="urn:microsoft.com/office/officeart/2005/8/layout/orgChart1"/>
    <dgm:cxn modelId="{B4E39B36-86F9-48AE-8225-3AA1BA13BA2B}" type="presParOf" srcId="{C7F03272-2E83-469B-8055-F2FD8B3A20FD}" destId="{FE691057-DEE7-455D-8F0E-C0AF1D61F889}" srcOrd="0" destOrd="0" presId="urn:microsoft.com/office/officeart/2005/8/layout/orgChart1"/>
    <dgm:cxn modelId="{C4657DF1-9A18-47DB-A608-8F868E6B6250}" type="presParOf" srcId="{FE691057-DEE7-455D-8F0E-C0AF1D61F889}" destId="{615D6F13-C555-419F-B976-75B958738440}" srcOrd="0" destOrd="0" presId="urn:microsoft.com/office/officeart/2005/8/layout/orgChart1"/>
    <dgm:cxn modelId="{E0F4AE57-447C-4587-8A2B-D4C62C69B2B0}" type="presParOf" srcId="{FE691057-DEE7-455D-8F0E-C0AF1D61F889}" destId="{D99A3AD9-3AAF-4825-8F15-B8BD65683329}" srcOrd="1" destOrd="0" presId="urn:microsoft.com/office/officeart/2005/8/layout/orgChart1"/>
    <dgm:cxn modelId="{8798CE15-CC7F-468A-B521-4E954BBCEF3D}" type="presParOf" srcId="{C7F03272-2E83-469B-8055-F2FD8B3A20FD}" destId="{394A0695-258C-48D3-B8E3-4E1BAF653B3B}" srcOrd="1" destOrd="0" presId="urn:microsoft.com/office/officeart/2005/8/layout/orgChart1"/>
    <dgm:cxn modelId="{C0550613-2DC7-4DCD-A78D-428F5A1DE247}" type="presParOf" srcId="{C7F03272-2E83-469B-8055-F2FD8B3A20FD}" destId="{D958BAB9-EC5B-4BB9-9179-232D60B81FB8}" srcOrd="2" destOrd="0" presId="urn:microsoft.com/office/officeart/2005/8/layout/orgChart1"/>
    <dgm:cxn modelId="{A2B5714C-21EF-41DC-94AD-20CD069B7C72}" type="presParOf" srcId="{4FBEBFD7-576F-46F5-8890-BD808916F49A}" destId="{5629F51D-2F06-4775-A4E2-4602447D22A5}" srcOrd="2" destOrd="0" presId="urn:microsoft.com/office/officeart/2005/8/layout/orgChart1"/>
    <dgm:cxn modelId="{592812F2-1661-4679-83F6-8C288180F065}" type="presParOf" srcId="{4FBEBFD7-576F-46F5-8890-BD808916F49A}" destId="{B235294C-10B6-4CD0-8313-EFAAE6F96E19}" srcOrd="3" destOrd="0" presId="urn:microsoft.com/office/officeart/2005/8/layout/orgChart1"/>
    <dgm:cxn modelId="{F1B1CD34-82D1-4DE3-A488-E4C07CCFE5AE}" type="presParOf" srcId="{B235294C-10B6-4CD0-8313-EFAAE6F96E19}" destId="{4136DF25-1D70-4C9F-A955-BF00DBE20465}" srcOrd="0" destOrd="0" presId="urn:microsoft.com/office/officeart/2005/8/layout/orgChart1"/>
    <dgm:cxn modelId="{65F0E1A1-0EF0-42D4-9768-AC072E0ECFEE}" type="presParOf" srcId="{4136DF25-1D70-4C9F-A955-BF00DBE20465}" destId="{728AFA96-21E8-408C-BD91-314E6CB286FB}" srcOrd="0" destOrd="0" presId="urn:microsoft.com/office/officeart/2005/8/layout/orgChart1"/>
    <dgm:cxn modelId="{C19680AD-1D4E-4BE7-944A-80CEC7EA5C28}" type="presParOf" srcId="{4136DF25-1D70-4C9F-A955-BF00DBE20465}" destId="{B81C49B5-95E1-4C94-BA98-48576E263625}" srcOrd="1" destOrd="0" presId="urn:microsoft.com/office/officeart/2005/8/layout/orgChart1"/>
    <dgm:cxn modelId="{BBBCA20E-5D7B-4BC2-B0AD-174EF0ECB408}" type="presParOf" srcId="{B235294C-10B6-4CD0-8313-EFAAE6F96E19}" destId="{31CB54EE-83DA-4C65-99F0-3C43D2511860}" srcOrd="1" destOrd="0" presId="urn:microsoft.com/office/officeart/2005/8/layout/orgChart1"/>
    <dgm:cxn modelId="{59D03795-1005-4DAD-8218-4EFF76F528E3}" type="presParOf" srcId="{B235294C-10B6-4CD0-8313-EFAAE6F96E19}" destId="{66A55ADE-AE81-4FD5-9648-6986A60199C8}" srcOrd="2" destOrd="0" presId="urn:microsoft.com/office/officeart/2005/8/layout/orgChart1"/>
    <dgm:cxn modelId="{990D2A34-F389-4173-A1FD-715BF2068B86}" type="presParOf" srcId="{4FBEBFD7-576F-46F5-8890-BD808916F49A}" destId="{C8830B6C-2144-49A0-A7B5-D8E4B5B90A4A}" srcOrd="4" destOrd="0" presId="urn:microsoft.com/office/officeart/2005/8/layout/orgChart1"/>
    <dgm:cxn modelId="{1288B942-73B8-4F98-8A44-351A178A3060}" type="presParOf" srcId="{4FBEBFD7-576F-46F5-8890-BD808916F49A}" destId="{A3C292DD-7225-48B5-A018-48C9437C0BBE}" srcOrd="5" destOrd="0" presId="urn:microsoft.com/office/officeart/2005/8/layout/orgChart1"/>
    <dgm:cxn modelId="{B363E900-FEA5-4D6C-B826-EF22586D99B5}" type="presParOf" srcId="{A3C292DD-7225-48B5-A018-48C9437C0BBE}" destId="{B9D44FE3-ADF3-4C08-948C-CFA2719FEDFF}" srcOrd="0" destOrd="0" presId="urn:microsoft.com/office/officeart/2005/8/layout/orgChart1"/>
    <dgm:cxn modelId="{0A0BC59A-4A4A-46F0-9E48-FE35884459DB}" type="presParOf" srcId="{B9D44FE3-ADF3-4C08-948C-CFA2719FEDFF}" destId="{6A28E217-FD2D-4086-8E71-8127D07FD195}" srcOrd="0" destOrd="0" presId="urn:microsoft.com/office/officeart/2005/8/layout/orgChart1"/>
    <dgm:cxn modelId="{AFDAE014-C278-451E-B602-886A1FF95C32}" type="presParOf" srcId="{B9D44FE3-ADF3-4C08-948C-CFA2719FEDFF}" destId="{D68D8C8A-A620-4B40-BCBB-992F13465402}" srcOrd="1" destOrd="0" presId="urn:microsoft.com/office/officeart/2005/8/layout/orgChart1"/>
    <dgm:cxn modelId="{8CA9D63A-2A8A-4C4E-BAC4-81AF33D88ADA}" type="presParOf" srcId="{A3C292DD-7225-48B5-A018-48C9437C0BBE}" destId="{52045E92-AE4D-406E-8388-78FE1A4A6418}" srcOrd="1" destOrd="0" presId="urn:microsoft.com/office/officeart/2005/8/layout/orgChart1"/>
    <dgm:cxn modelId="{5D50D6FB-5E4A-49B5-A8BB-66274D2F9BBA}" type="presParOf" srcId="{A3C292DD-7225-48B5-A018-48C9437C0BBE}" destId="{F0C44855-9E20-45EA-B97F-DE13EB99E792}" srcOrd="2" destOrd="0" presId="urn:microsoft.com/office/officeart/2005/8/layout/orgChart1"/>
    <dgm:cxn modelId="{A8F5F2CD-8F3D-4D25-A751-D1D16FB9470D}" type="presParOf" srcId="{4FBEBFD7-576F-46F5-8890-BD808916F49A}" destId="{C43A3105-A595-4FF8-9254-D60277B48C9A}" srcOrd="6" destOrd="0" presId="urn:microsoft.com/office/officeart/2005/8/layout/orgChart1"/>
    <dgm:cxn modelId="{1B25D084-466D-4969-A32F-7183869BD202}" type="presParOf" srcId="{4FBEBFD7-576F-46F5-8890-BD808916F49A}" destId="{599EA516-8B8E-42E3-9C5B-8170362107D7}" srcOrd="7" destOrd="0" presId="urn:microsoft.com/office/officeart/2005/8/layout/orgChart1"/>
    <dgm:cxn modelId="{5AD171D0-7B15-4804-9A6A-29CD5DF47448}" type="presParOf" srcId="{599EA516-8B8E-42E3-9C5B-8170362107D7}" destId="{7FC4B7A0-16F4-442E-92AA-38E84E3EAECA}" srcOrd="0" destOrd="0" presId="urn:microsoft.com/office/officeart/2005/8/layout/orgChart1"/>
    <dgm:cxn modelId="{59C73278-0411-4B9D-AFF4-4CC359D86D6B}" type="presParOf" srcId="{7FC4B7A0-16F4-442E-92AA-38E84E3EAECA}" destId="{A93718C7-99DE-401A-AB12-87D4825681B4}" srcOrd="0" destOrd="0" presId="urn:microsoft.com/office/officeart/2005/8/layout/orgChart1"/>
    <dgm:cxn modelId="{6C224919-C8D7-44B8-BE7A-CD4B0F598B62}" type="presParOf" srcId="{7FC4B7A0-16F4-442E-92AA-38E84E3EAECA}" destId="{63AC4FDE-9D3D-4ECE-954D-2B7F03CBF979}" srcOrd="1" destOrd="0" presId="urn:microsoft.com/office/officeart/2005/8/layout/orgChart1"/>
    <dgm:cxn modelId="{3FE5BE05-3A72-47E8-A2EB-580990A011DB}" type="presParOf" srcId="{599EA516-8B8E-42E3-9C5B-8170362107D7}" destId="{CEEEE6D6-C1AB-4E46-977A-A787B28190C3}" srcOrd="1" destOrd="0" presId="urn:microsoft.com/office/officeart/2005/8/layout/orgChart1"/>
    <dgm:cxn modelId="{F2B2F676-00F7-4652-8C84-13A5B9B5842E}" type="presParOf" srcId="{599EA516-8B8E-42E3-9C5B-8170362107D7}" destId="{C503ED64-0EB6-45D8-9256-551C84DA447C}" srcOrd="2" destOrd="0" presId="urn:microsoft.com/office/officeart/2005/8/layout/orgChart1"/>
    <dgm:cxn modelId="{15B10CEA-391E-4E59-A4C4-6D50D098D6FA}" type="presParOf" srcId="{0E531A37-BBE6-410B-95E1-2C5D01A28672}" destId="{90682BDA-415D-44CE-A1E5-7EE61CDE1E7F}" srcOrd="2" destOrd="0" presId="urn:microsoft.com/office/officeart/2005/8/layout/orgChart1"/>
    <dgm:cxn modelId="{96D0857B-79CF-4369-8382-AF25400CBC8D}" type="presParOf" srcId="{5A295EE6-74E4-41A0-86CC-68DAEFBA23D5}" destId="{46448C12-B408-477C-8192-E1D5C6F47E2F}" srcOrd="2" destOrd="0" presId="urn:microsoft.com/office/officeart/2005/8/layout/orgChart1"/>
    <dgm:cxn modelId="{59036126-5CA9-4BB7-BDD8-7AD4A811C9EC}" type="presParOf" srcId="{5A295EE6-74E4-41A0-86CC-68DAEFBA23D5}" destId="{D4CE3FA0-7D16-4885-9267-1A0E5FAF1651}" srcOrd="3" destOrd="0" presId="urn:microsoft.com/office/officeart/2005/8/layout/orgChart1"/>
    <dgm:cxn modelId="{A34A0DF2-C54A-4AFB-AF0A-E02A0D3CCE0D}" type="presParOf" srcId="{D4CE3FA0-7D16-4885-9267-1A0E5FAF1651}" destId="{F096C356-478E-4179-949B-B93154E24D6B}" srcOrd="0" destOrd="0" presId="urn:microsoft.com/office/officeart/2005/8/layout/orgChart1"/>
    <dgm:cxn modelId="{E146545A-A0BF-44A0-9674-7C854B78254E}" type="presParOf" srcId="{F096C356-478E-4179-949B-B93154E24D6B}" destId="{F50E0589-04E6-485F-B597-F406C652908F}" srcOrd="0" destOrd="0" presId="urn:microsoft.com/office/officeart/2005/8/layout/orgChart1"/>
    <dgm:cxn modelId="{47A9C5A0-2D8B-4E70-895F-BB2C15B0FBB7}" type="presParOf" srcId="{F096C356-478E-4179-949B-B93154E24D6B}" destId="{3FD482BC-95EC-4440-9C92-3B4ED2AACFF8}" srcOrd="1" destOrd="0" presId="urn:microsoft.com/office/officeart/2005/8/layout/orgChart1"/>
    <dgm:cxn modelId="{4902E245-A990-49B5-B47A-7E8B23194423}" type="presParOf" srcId="{D4CE3FA0-7D16-4885-9267-1A0E5FAF1651}" destId="{B0AA4B11-AAF6-4DC7-9708-783B1C95377B}" srcOrd="1" destOrd="0" presId="urn:microsoft.com/office/officeart/2005/8/layout/orgChart1"/>
    <dgm:cxn modelId="{A40666F4-1885-4E11-9F88-9C76F12B6EAE}" type="presParOf" srcId="{B0AA4B11-AAF6-4DC7-9708-783B1C95377B}" destId="{55EA38D5-729B-4F05-8200-BC2645FC6D87}" srcOrd="0" destOrd="0" presId="urn:microsoft.com/office/officeart/2005/8/layout/orgChart1"/>
    <dgm:cxn modelId="{49C7CC6D-0E41-4C6D-A24C-FFAB8A919D12}" type="presParOf" srcId="{B0AA4B11-AAF6-4DC7-9708-783B1C95377B}" destId="{F3A630F1-B79B-48FC-8FAA-15D8405D1636}" srcOrd="1" destOrd="0" presId="urn:microsoft.com/office/officeart/2005/8/layout/orgChart1"/>
    <dgm:cxn modelId="{1ADBC739-DE77-47A8-B9BF-BDD798DF05F9}" type="presParOf" srcId="{F3A630F1-B79B-48FC-8FAA-15D8405D1636}" destId="{C14DBF22-B7FC-4D34-84DA-8116B8B1E00E}" srcOrd="0" destOrd="0" presId="urn:microsoft.com/office/officeart/2005/8/layout/orgChart1"/>
    <dgm:cxn modelId="{D0FE5FEE-D13D-4E73-A286-6A67C043D931}" type="presParOf" srcId="{C14DBF22-B7FC-4D34-84DA-8116B8B1E00E}" destId="{FF193DAF-F587-4666-B56D-7F0E857AD6F6}" srcOrd="0" destOrd="0" presId="urn:microsoft.com/office/officeart/2005/8/layout/orgChart1"/>
    <dgm:cxn modelId="{AA2A9838-1AA0-4B51-A2D6-C4C2775BBCC7}" type="presParOf" srcId="{C14DBF22-B7FC-4D34-84DA-8116B8B1E00E}" destId="{27E76EF7-DF15-41D3-94DB-DD5B1FF81424}" srcOrd="1" destOrd="0" presId="urn:microsoft.com/office/officeart/2005/8/layout/orgChart1"/>
    <dgm:cxn modelId="{32AEEEDB-B97E-4D9B-A1DB-230DE8249032}" type="presParOf" srcId="{F3A630F1-B79B-48FC-8FAA-15D8405D1636}" destId="{5384F9A1-4C8C-4F91-A088-20751532A4C8}" srcOrd="1" destOrd="0" presId="urn:microsoft.com/office/officeart/2005/8/layout/orgChart1"/>
    <dgm:cxn modelId="{E83F86EF-FB17-4DEC-9F77-2961738DE5C5}" type="presParOf" srcId="{F3A630F1-B79B-48FC-8FAA-15D8405D1636}" destId="{3E82C689-C8F3-4356-82DC-C49F3E4E1942}" srcOrd="2" destOrd="0" presId="urn:microsoft.com/office/officeart/2005/8/layout/orgChart1"/>
    <dgm:cxn modelId="{028FC8D2-2052-44CB-84EC-2F5D9632AC4E}" type="presParOf" srcId="{B0AA4B11-AAF6-4DC7-9708-783B1C95377B}" destId="{879BFEA3-C98E-4278-80AD-0FC6DEA33803}" srcOrd="2" destOrd="0" presId="urn:microsoft.com/office/officeart/2005/8/layout/orgChart1"/>
    <dgm:cxn modelId="{0504AC65-7165-483B-BBF0-08A22A0CD360}" type="presParOf" srcId="{B0AA4B11-AAF6-4DC7-9708-783B1C95377B}" destId="{1DB78E89-74FC-4E68-83F2-F55E21145CBA}" srcOrd="3" destOrd="0" presId="urn:microsoft.com/office/officeart/2005/8/layout/orgChart1"/>
    <dgm:cxn modelId="{9C9B2421-606F-493F-B4A1-4C33C79CB7C4}" type="presParOf" srcId="{1DB78E89-74FC-4E68-83F2-F55E21145CBA}" destId="{B5C526C1-FA7F-4066-9678-AFF9F639302F}" srcOrd="0" destOrd="0" presId="urn:microsoft.com/office/officeart/2005/8/layout/orgChart1"/>
    <dgm:cxn modelId="{D4269790-1C4F-4A04-B5BF-2333B9DD808E}" type="presParOf" srcId="{B5C526C1-FA7F-4066-9678-AFF9F639302F}" destId="{CD99DED7-9404-443C-B4FC-372CA64F33E7}" srcOrd="0" destOrd="0" presId="urn:microsoft.com/office/officeart/2005/8/layout/orgChart1"/>
    <dgm:cxn modelId="{456A07FD-B0AA-4DEE-931A-29561591B869}" type="presParOf" srcId="{B5C526C1-FA7F-4066-9678-AFF9F639302F}" destId="{77FAE9D9-6DBF-431C-81BE-BC48240EB86C}" srcOrd="1" destOrd="0" presId="urn:microsoft.com/office/officeart/2005/8/layout/orgChart1"/>
    <dgm:cxn modelId="{6846CB82-B237-4873-BC30-9299CD429508}" type="presParOf" srcId="{1DB78E89-74FC-4E68-83F2-F55E21145CBA}" destId="{2CF611D0-9A4A-4C49-9F3F-E2114260D963}" srcOrd="1" destOrd="0" presId="urn:microsoft.com/office/officeart/2005/8/layout/orgChart1"/>
    <dgm:cxn modelId="{13592D13-71C2-49BC-8DBC-576FFCE6674A}" type="presParOf" srcId="{1DB78E89-74FC-4E68-83F2-F55E21145CBA}" destId="{C3456C7B-A661-4BCE-8A5D-DD89F5BCC930}" srcOrd="2" destOrd="0" presId="urn:microsoft.com/office/officeart/2005/8/layout/orgChart1"/>
    <dgm:cxn modelId="{0D882D6D-F225-4376-B2F7-CF09D31A49BF}" type="presParOf" srcId="{B0AA4B11-AAF6-4DC7-9708-783B1C95377B}" destId="{B69C3A8E-C292-4421-9C95-34B18B98E84F}" srcOrd="4" destOrd="0" presId="urn:microsoft.com/office/officeart/2005/8/layout/orgChart1"/>
    <dgm:cxn modelId="{BE6D4254-8689-4C35-AD28-365CA29063B2}" type="presParOf" srcId="{B0AA4B11-AAF6-4DC7-9708-783B1C95377B}" destId="{85BD6F80-221C-43AB-B4B0-4E69001CE88C}" srcOrd="5" destOrd="0" presId="urn:microsoft.com/office/officeart/2005/8/layout/orgChart1"/>
    <dgm:cxn modelId="{8F39DE2F-AF29-4424-83AF-60F1324EE6A7}" type="presParOf" srcId="{85BD6F80-221C-43AB-B4B0-4E69001CE88C}" destId="{7F6B99AF-DE06-4BDC-9D49-3BFB6233E84E}" srcOrd="0" destOrd="0" presId="urn:microsoft.com/office/officeart/2005/8/layout/orgChart1"/>
    <dgm:cxn modelId="{039C50BA-A3CF-41B9-ADB1-75E9556CD6DF}" type="presParOf" srcId="{7F6B99AF-DE06-4BDC-9D49-3BFB6233E84E}" destId="{3724A6C1-75CB-4730-B671-335661F43A1A}" srcOrd="0" destOrd="0" presId="urn:microsoft.com/office/officeart/2005/8/layout/orgChart1"/>
    <dgm:cxn modelId="{A180F061-E494-47D4-8708-C9FBD8F0E7B9}" type="presParOf" srcId="{7F6B99AF-DE06-4BDC-9D49-3BFB6233E84E}" destId="{B63A9D96-440C-4026-A7E4-6B776AB5C102}" srcOrd="1" destOrd="0" presId="urn:microsoft.com/office/officeart/2005/8/layout/orgChart1"/>
    <dgm:cxn modelId="{79D7EF02-66E7-4DF2-99D0-75537B7CA2EE}" type="presParOf" srcId="{85BD6F80-221C-43AB-B4B0-4E69001CE88C}" destId="{201F5147-0214-4426-BEB6-D5BC636E38FC}" srcOrd="1" destOrd="0" presId="urn:microsoft.com/office/officeart/2005/8/layout/orgChart1"/>
    <dgm:cxn modelId="{A19DACB3-8382-40A2-9F31-289EFF414AFD}" type="presParOf" srcId="{85BD6F80-221C-43AB-B4B0-4E69001CE88C}" destId="{64AEE73F-181B-4EA1-9AF1-C721F041403E}" srcOrd="2" destOrd="0" presId="urn:microsoft.com/office/officeart/2005/8/layout/orgChart1"/>
    <dgm:cxn modelId="{5EB6DAB8-44F4-4D98-8FD4-30C16A2D734F}" type="presParOf" srcId="{D4CE3FA0-7D16-4885-9267-1A0E5FAF1651}" destId="{2A5F210F-4B25-44B8-B7A6-E67771D084F9}" srcOrd="2" destOrd="0" presId="urn:microsoft.com/office/officeart/2005/8/layout/orgChart1"/>
    <dgm:cxn modelId="{7762206B-CE35-4F36-858C-52A8B507D1DD}" type="presParOf" srcId="{5A295EE6-74E4-41A0-86CC-68DAEFBA23D5}" destId="{E7F3FAA5-AF8D-4ADD-A26A-D7AB478C05EC}" srcOrd="4" destOrd="0" presId="urn:microsoft.com/office/officeart/2005/8/layout/orgChart1"/>
    <dgm:cxn modelId="{A5C50138-E349-40DE-B2E6-BB7D8F241A3E}" type="presParOf" srcId="{5A295EE6-74E4-41A0-86CC-68DAEFBA23D5}" destId="{9F290E11-D286-40A5-A105-E4B7384098D8}" srcOrd="5" destOrd="0" presId="urn:microsoft.com/office/officeart/2005/8/layout/orgChart1"/>
    <dgm:cxn modelId="{D2BFD839-0AE8-4297-8155-AD836D50B90E}" type="presParOf" srcId="{9F290E11-D286-40A5-A105-E4B7384098D8}" destId="{231EA977-A73C-4BCA-B380-84803FFB2985}" srcOrd="0" destOrd="0" presId="urn:microsoft.com/office/officeart/2005/8/layout/orgChart1"/>
    <dgm:cxn modelId="{ABF57D10-C8D1-499D-8901-03A72667064D}" type="presParOf" srcId="{231EA977-A73C-4BCA-B380-84803FFB2985}" destId="{67D67BD2-10E3-4F92-BF97-85B29005B103}" srcOrd="0" destOrd="0" presId="urn:microsoft.com/office/officeart/2005/8/layout/orgChart1"/>
    <dgm:cxn modelId="{C65A0FDD-D506-4008-BF1D-89FBBF4B7AAA}" type="presParOf" srcId="{231EA977-A73C-4BCA-B380-84803FFB2985}" destId="{6F493C56-2299-4681-9A0D-00EE267D5ABD}" srcOrd="1" destOrd="0" presId="urn:microsoft.com/office/officeart/2005/8/layout/orgChart1"/>
    <dgm:cxn modelId="{9A2AC9F5-51A3-4E7C-936F-94B51CB6F9CA}" type="presParOf" srcId="{9F290E11-D286-40A5-A105-E4B7384098D8}" destId="{B8E22767-3086-45BF-A194-177A0A16C00C}" srcOrd="1" destOrd="0" presId="urn:microsoft.com/office/officeart/2005/8/layout/orgChart1"/>
    <dgm:cxn modelId="{B57FD996-6A51-4C87-9B76-7F333B940C12}" type="presParOf" srcId="{9F290E11-D286-40A5-A105-E4B7384098D8}" destId="{181964ED-068C-47C8-A157-5FC898437F19}" srcOrd="2" destOrd="0" presId="urn:microsoft.com/office/officeart/2005/8/layout/orgChart1"/>
    <dgm:cxn modelId="{183F4ADC-9112-4EA8-A39E-46D722B5F226}" type="presParOf" srcId="{5A295EE6-74E4-41A0-86CC-68DAEFBA23D5}" destId="{65F10479-1A29-4B36-B4FD-EAD95948E4FC}" srcOrd="6" destOrd="0" presId="urn:microsoft.com/office/officeart/2005/8/layout/orgChart1"/>
    <dgm:cxn modelId="{95DC298D-61E9-4FED-99ED-6F75A8DDEAD4}" type="presParOf" srcId="{5A295EE6-74E4-41A0-86CC-68DAEFBA23D5}" destId="{4A5E08D6-29C9-4E80-9522-430C17B4261E}" srcOrd="7" destOrd="0" presId="urn:microsoft.com/office/officeart/2005/8/layout/orgChart1"/>
    <dgm:cxn modelId="{9B17C360-5EA4-455F-9D93-EE810D8818E8}" type="presParOf" srcId="{4A5E08D6-29C9-4E80-9522-430C17B4261E}" destId="{8E755E04-6B5D-4980-AC34-98B6AA0B3EE9}" srcOrd="0" destOrd="0" presId="urn:microsoft.com/office/officeart/2005/8/layout/orgChart1"/>
    <dgm:cxn modelId="{17FD5B36-3423-4B9E-8269-22F8DA5B0006}" type="presParOf" srcId="{8E755E04-6B5D-4980-AC34-98B6AA0B3EE9}" destId="{4C54155A-5D22-4D9C-BBEB-CF3ED8F88DE2}" srcOrd="0" destOrd="0" presId="urn:microsoft.com/office/officeart/2005/8/layout/orgChart1"/>
    <dgm:cxn modelId="{B647C8F0-545C-48A2-935E-45E6125BC10A}" type="presParOf" srcId="{8E755E04-6B5D-4980-AC34-98B6AA0B3EE9}" destId="{9D7D85F0-F106-448D-BB7D-A459306000E2}" srcOrd="1" destOrd="0" presId="urn:microsoft.com/office/officeart/2005/8/layout/orgChart1"/>
    <dgm:cxn modelId="{A2652EA2-B8BB-42BA-B19D-4306D88DAA64}" type="presParOf" srcId="{4A5E08D6-29C9-4E80-9522-430C17B4261E}" destId="{F6691932-DF4D-4CBA-99F5-857DA32A4023}" srcOrd="1" destOrd="0" presId="urn:microsoft.com/office/officeart/2005/8/layout/orgChart1"/>
    <dgm:cxn modelId="{FDCFE946-E5DD-4651-8819-2CB839378CB1}" type="presParOf" srcId="{F6691932-DF4D-4CBA-99F5-857DA32A4023}" destId="{0F8C9555-B31F-4300-8049-9A182918DBF7}" srcOrd="0" destOrd="0" presId="urn:microsoft.com/office/officeart/2005/8/layout/orgChart1"/>
    <dgm:cxn modelId="{7DDBD101-B3A1-431D-B9FD-8030F3F8AD8E}" type="presParOf" srcId="{F6691932-DF4D-4CBA-99F5-857DA32A4023}" destId="{7B7A7B2F-44CA-4B7A-8759-9DA9A2367FA0}" srcOrd="1" destOrd="0" presId="urn:microsoft.com/office/officeart/2005/8/layout/orgChart1"/>
    <dgm:cxn modelId="{AEA3C2DE-B4E5-4FF1-808A-7046C1C1995B}" type="presParOf" srcId="{7B7A7B2F-44CA-4B7A-8759-9DA9A2367FA0}" destId="{2E7D8FB4-B0F6-4457-978C-198AD5F5387A}" srcOrd="0" destOrd="0" presId="urn:microsoft.com/office/officeart/2005/8/layout/orgChart1"/>
    <dgm:cxn modelId="{AC10AFF2-09B9-4F82-A9F3-4852133DDF5B}" type="presParOf" srcId="{2E7D8FB4-B0F6-4457-978C-198AD5F5387A}" destId="{3A113B48-1130-4BCE-89BC-F85A23EBE553}" srcOrd="0" destOrd="0" presId="urn:microsoft.com/office/officeart/2005/8/layout/orgChart1"/>
    <dgm:cxn modelId="{FA2510F4-4FF8-477F-80E0-2013239D4F61}" type="presParOf" srcId="{2E7D8FB4-B0F6-4457-978C-198AD5F5387A}" destId="{36439E95-CE26-4188-BABD-3B9274BF098E}" srcOrd="1" destOrd="0" presId="urn:microsoft.com/office/officeart/2005/8/layout/orgChart1"/>
    <dgm:cxn modelId="{6B8E0862-78EF-4F7F-92A4-3BF29A289803}" type="presParOf" srcId="{7B7A7B2F-44CA-4B7A-8759-9DA9A2367FA0}" destId="{D22E21D8-3629-46D5-ADCF-09A3A54F8173}" srcOrd="1" destOrd="0" presId="urn:microsoft.com/office/officeart/2005/8/layout/orgChart1"/>
    <dgm:cxn modelId="{8EE66E19-697A-4E71-99B5-CC04E0D9AA52}" type="presParOf" srcId="{7B7A7B2F-44CA-4B7A-8759-9DA9A2367FA0}" destId="{D81E61E7-D407-40E7-8ACF-E3247FBBA654}" srcOrd="2" destOrd="0" presId="urn:microsoft.com/office/officeart/2005/8/layout/orgChart1"/>
    <dgm:cxn modelId="{F598FFB2-D3B1-4C59-BFE8-9CCC3B121B0D}" type="presParOf" srcId="{F6691932-DF4D-4CBA-99F5-857DA32A4023}" destId="{7714003F-4356-4FDE-A903-28DBA67326BE}" srcOrd="2" destOrd="0" presId="urn:microsoft.com/office/officeart/2005/8/layout/orgChart1"/>
    <dgm:cxn modelId="{966D1FC4-B2DD-4F99-A074-20CDF3508E9C}" type="presParOf" srcId="{F6691932-DF4D-4CBA-99F5-857DA32A4023}" destId="{8363531B-F399-4A3D-B72B-FC22BE5A2FFA}" srcOrd="3" destOrd="0" presId="urn:microsoft.com/office/officeart/2005/8/layout/orgChart1"/>
    <dgm:cxn modelId="{353C6995-09A8-496A-8CEC-1BEF428ACFE0}" type="presParOf" srcId="{8363531B-F399-4A3D-B72B-FC22BE5A2FFA}" destId="{0A45463B-D2A5-4484-A47E-3EE9B45B45CA}" srcOrd="0" destOrd="0" presId="urn:microsoft.com/office/officeart/2005/8/layout/orgChart1"/>
    <dgm:cxn modelId="{3BAA6F9D-88E5-4197-8935-994146EBE287}" type="presParOf" srcId="{0A45463B-D2A5-4484-A47E-3EE9B45B45CA}" destId="{84EF6EA6-0A67-4176-80DB-D4DF7BC5CA9C}" srcOrd="0" destOrd="0" presId="urn:microsoft.com/office/officeart/2005/8/layout/orgChart1"/>
    <dgm:cxn modelId="{74A5E994-F80F-4D27-8C7E-80DEBC5C03EA}" type="presParOf" srcId="{0A45463B-D2A5-4484-A47E-3EE9B45B45CA}" destId="{4804756E-4DB4-46B5-B919-F3A2FF2D92ED}" srcOrd="1" destOrd="0" presId="urn:microsoft.com/office/officeart/2005/8/layout/orgChart1"/>
    <dgm:cxn modelId="{64AD2C5A-79AD-4560-B195-C75E95F3BFAE}" type="presParOf" srcId="{8363531B-F399-4A3D-B72B-FC22BE5A2FFA}" destId="{F325669F-86C6-483B-903C-4BED2177A868}" srcOrd="1" destOrd="0" presId="urn:microsoft.com/office/officeart/2005/8/layout/orgChart1"/>
    <dgm:cxn modelId="{47236B70-B826-46DD-81B0-B0D4C994FBFD}" type="presParOf" srcId="{8363531B-F399-4A3D-B72B-FC22BE5A2FFA}" destId="{C2A9D659-D14E-4F66-880B-FAC04184F66B}" srcOrd="2" destOrd="0" presId="urn:microsoft.com/office/officeart/2005/8/layout/orgChart1"/>
    <dgm:cxn modelId="{78579348-206F-476C-AD27-AD41398928B7}" type="presParOf" srcId="{4A5E08D6-29C9-4E80-9522-430C17B4261E}" destId="{D0A69F21-66EA-4E65-A579-4F7B92039FB0}" srcOrd="2" destOrd="0" presId="urn:microsoft.com/office/officeart/2005/8/layout/orgChart1"/>
    <dgm:cxn modelId="{04C90BD7-CC59-426F-B508-1D5EFD800C15}" type="presParOf" srcId="{426ABC6F-EED3-4FD0-9D40-773DEED3DEA6}" destId="{5A9EACAD-8B4E-44E4-81F6-F3EAB996F8E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4003F-4356-4FDE-A903-28DBA67326BE}">
      <dsp:nvSpPr>
        <dsp:cNvPr id="0" name=""/>
        <dsp:cNvSpPr/>
      </dsp:nvSpPr>
      <dsp:spPr>
        <a:xfrm>
          <a:off x="5974579" y="1185438"/>
          <a:ext cx="146873" cy="1145615"/>
        </a:xfrm>
        <a:custGeom>
          <a:avLst/>
          <a:gdLst/>
          <a:ahLst/>
          <a:cxnLst/>
          <a:rect l="0" t="0" r="0" b="0"/>
          <a:pathLst>
            <a:path>
              <a:moveTo>
                <a:pt x="0" y="0"/>
              </a:moveTo>
              <a:lnTo>
                <a:pt x="0" y="1145615"/>
              </a:lnTo>
              <a:lnTo>
                <a:pt x="146873" y="11456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8C9555-B31F-4300-8049-9A182918DBF7}">
      <dsp:nvSpPr>
        <dsp:cNvPr id="0" name=""/>
        <dsp:cNvSpPr/>
      </dsp:nvSpPr>
      <dsp:spPr>
        <a:xfrm>
          <a:off x="5974579" y="1185438"/>
          <a:ext cx="146873" cy="450413"/>
        </a:xfrm>
        <a:custGeom>
          <a:avLst/>
          <a:gdLst/>
          <a:ahLst/>
          <a:cxnLst/>
          <a:rect l="0" t="0" r="0" b="0"/>
          <a:pathLst>
            <a:path>
              <a:moveTo>
                <a:pt x="0" y="0"/>
              </a:moveTo>
              <a:lnTo>
                <a:pt x="0" y="450413"/>
              </a:lnTo>
              <a:lnTo>
                <a:pt x="146873" y="4504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F10479-1A29-4B36-B4FD-EAD95948E4FC}">
      <dsp:nvSpPr>
        <dsp:cNvPr id="0" name=""/>
        <dsp:cNvSpPr/>
      </dsp:nvSpPr>
      <dsp:spPr>
        <a:xfrm>
          <a:off x="4589069" y="490235"/>
          <a:ext cx="1777173" cy="205623"/>
        </a:xfrm>
        <a:custGeom>
          <a:avLst/>
          <a:gdLst/>
          <a:ahLst/>
          <a:cxnLst/>
          <a:rect l="0" t="0" r="0" b="0"/>
          <a:pathLst>
            <a:path>
              <a:moveTo>
                <a:pt x="0" y="0"/>
              </a:moveTo>
              <a:lnTo>
                <a:pt x="0" y="102811"/>
              </a:lnTo>
              <a:lnTo>
                <a:pt x="1777173" y="102811"/>
              </a:lnTo>
              <a:lnTo>
                <a:pt x="1777173" y="2056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F3FAA5-AF8D-4ADD-A26A-D7AB478C05EC}">
      <dsp:nvSpPr>
        <dsp:cNvPr id="0" name=""/>
        <dsp:cNvSpPr/>
      </dsp:nvSpPr>
      <dsp:spPr>
        <a:xfrm>
          <a:off x="4589069" y="490235"/>
          <a:ext cx="592391" cy="205623"/>
        </a:xfrm>
        <a:custGeom>
          <a:avLst/>
          <a:gdLst/>
          <a:ahLst/>
          <a:cxnLst/>
          <a:rect l="0" t="0" r="0" b="0"/>
          <a:pathLst>
            <a:path>
              <a:moveTo>
                <a:pt x="0" y="0"/>
              </a:moveTo>
              <a:lnTo>
                <a:pt x="0" y="102811"/>
              </a:lnTo>
              <a:lnTo>
                <a:pt x="592391" y="102811"/>
              </a:lnTo>
              <a:lnTo>
                <a:pt x="592391" y="2056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9C3A8E-C292-4421-9C95-34B18B98E84F}">
      <dsp:nvSpPr>
        <dsp:cNvPr id="0" name=""/>
        <dsp:cNvSpPr/>
      </dsp:nvSpPr>
      <dsp:spPr>
        <a:xfrm>
          <a:off x="3605015" y="1185438"/>
          <a:ext cx="146873" cy="1840818"/>
        </a:xfrm>
        <a:custGeom>
          <a:avLst/>
          <a:gdLst/>
          <a:ahLst/>
          <a:cxnLst/>
          <a:rect l="0" t="0" r="0" b="0"/>
          <a:pathLst>
            <a:path>
              <a:moveTo>
                <a:pt x="0" y="0"/>
              </a:moveTo>
              <a:lnTo>
                <a:pt x="0" y="1840818"/>
              </a:lnTo>
              <a:lnTo>
                <a:pt x="146873" y="18408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9BFEA3-C98E-4278-80AD-0FC6DEA33803}">
      <dsp:nvSpPr>
        <dsp:cNvPr id="0" name=""/>
        <dsp:cNvSpPr/>
      </dsp:nvSpPr>
      <dsp:spPr>
        <a:xfrm>
          <a:off x="3605015" y="1185438"/>
          <a:ext cx="146873" cy="1145615"/>
        </a:xfrm>
        <a:custGeom>
          <a:avLst/>
          <a:gdLst/>
          <a:ahLst/>
          <a:cxnLst/>
          <a:rect l="0" t="0" r="0" b="0"/>
          <a:pathLst>
            <a:path>
              <a:moveTo>
                <a:pt x="0" y="0"/>
              </a:moveTo>
              <a:lnTo>
                <a:pt x="0" y="1145615"/>
              </a:lnTo>
              <a:lnTo>
                <a:pt x="146873" y="11456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EA38D5-729B-4F05-8200-BC2645FC6D87}">
      <dsp:nvSpPr>
        <dsp:cNvPr id="0" name=""/>
        <dsp:cNvSpPr/>
      </dsp:nvSpPr>
      <dsp:spPr>
        <a:xfrm>
          <a:off x="3605015" y="1185438"/>
          <a:ext cx="146873" cy="450413"/>
        </a:xfrm>
        <a:custGeom>
          <a:avLst/>
          <a:gdLst/>
          <a:ahLst/>
          <a:cxnLst/>
          <a:rect l="0" t="0" r="0" b="0"/>
          <a:pathLst>
            <a:path>
              <a:moveTo>
                <a:pt x="0" y="0"/>
              </a:moveTo>
              <a:lnTo>
                <a:pt x="0" y="450413"/>
              </a:lnTo>
              <a:lnTo>
                <a:pt x="146873" y="4504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448C12-B408-477C-8192-E1D5C6F47E2F}">
      <dsp:nvSpPr>
        <dsp:cNvPr id="0" name=""/>
        <dsp:cNvSpPr/>
      </dsp:nvSpPr>
      <dsp:spPr>
        <a:xfrm>
          <a:off x="3996678" y="490235"/>
          <a:ext cx="592391" cy="205623"/>
        </a:xfrm>
        <a:custGeom>
          <a:avLst/>
          <a:gdLst/>
          <a:ahLst/>
          <a:cxnLst/>
          <a:rect l="0" t="0" r="0" b="0"/>
          <a:pathLst>
            <a:path>
              <a:moveTo>
                <a:pt x="592391" y="0"/>
              </a:moveTo>
              <a:lnTo>
                <a:pt x="592391" y="102811"/>
              </a:lnTo>
              <a:lnTo>
                <a:pt x="0" y="102811"/>
              </a:lnTo>
              <a:lnTo>
                <a:pt x="0" y="2056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3A3105-A595-4FF8-9254-D60277B48C9A}">
      <dsp:nvSpPr>
        <dsp:cNvPr id="0" name=""/>
        <dsp:cNvSpPr/>
      </dsp:nvSpPr>
      <dsp:spPr>
        <a:xfrm>
          <a:off x="2420233" y="1185438"/>
          <a:ext cx="146873" cy="2536021"/>
        </a:xfrm>
        <a:custGeom>
          <a:avLst/>
          <a:gdLst/>
          <a:ahLst/>
          <a:cxnLst/>
          <a:rect l="0" t="0" r="0" b="0"/>
          <a:pathLst>
            <a:path>
              <a:moveTo>
                <a:pt x="0" y="0"/>
              </a:moveTo>
              <a:lnTo>
                <a:pt x="0" y="2536021"/>
              </a:lnTo>
              <a:lnTo>
                <a:pt x="146873" y="253602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830B6C-2144-49A0-A7B5-D8E4B5B90A4A}">
      <dsp:nvSpPr>
        <dsp:cNvPr id="0" name=""/>
        <dsp:cNvSpPr/>
      </dsp:nvSpPr>
      <dsp:spPr>
        <a:xfrm>
          <a:off x="2420233" y="1185438"/>
          <a:ext cx="146873" cy="1840818"/>
        </a:xfrm>
        <a:custGeom>
          <a:avLst/>
          <a:gdLst/>
          <a:ahLst/>
          <a:cxnLst/>
          <a:rect l="0" t="0" r="0" b="0"/>
          <a:pathLst>
            <a:path>
              <a:moveTo>
                <a:pt x="0" y="0"/>
              </a:moveTo>
              <a:lnTo>
                <a:pt x="0" y="1840818"/>
              </a:lnTo>
              <a:lnTo>
                <a:pt x="146873" y="18408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29F51D-2F06-4775-A4E2-4602447D22A5}">
      <dsp:nvSpPr>
        <dsp:cNvPr id="0" name=""/>
        <dsp:cNvSpPr/>
      </dsp:nvSpPr>
      <dsp:spPr>
        <a:xfrm>
          <a:off x="2420233" y="1185438"/>
          <a:ext cx="146873" cy="1145615"/>
        </a:xfrm>
        <a:custGeom>
          <a:avLst/>
          <a:gdLst/>
          <a:ahLst/>
          <a:cxnLst/>
          <a:rect l="0" t="0" r="0" b="0"/>
          <a:pathLst>
            <a:path>
              <a:moveTo>
                <a:pt x="0" y="0"/>
              </a:moveTo>
              <a:lnTo>
                <a:pt x="0" y="1145615"/>
              </a:lnTo>
              <a:lnTo>
                <a:pt x="146873" y="11456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280CA-E714-4796-8548-6E572465A2CD}">
      <dsp:nvSpPr>
        <dsp:cNvPr id="0" name=""/>
        <dsp:cNvSpPr/>
      </dsp:nvSpPr>
      <dsp:spPr>
        <a:xfrm>
          <a:off x="2420233" y="1185438"/>
          <a:ext cx="146873" cy="450413"/>
        </a:xfrm>
        <a:custGeom>
          <a:avLst/>
          <a:gdLst/>
          <a:ahLst/>
          <a:cxnLst/>
          <a:rect l="0" t="0" r="0" b="0"/>
          <a:pathLst>
            <a:path>
              <a:moveTo>
                <a:pt x="0" y="0"/>
              </a:moveTo>
              <a:lnTo>
                <a:pt x="0" y="450413"/>
              </a:lnTo>
              <a:lnTo>
                <a:pt x="146873" y="4504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AAD9D-E613-4EA2-A821-E4B453F8F97D}">
      <dsp:nvSpPr>
        <dsp:cNvPr id="0" name=""/>
        <dsp:cNvSpPr/>
      </dsp:nvSpPr>
      <dsp:spPr>
        <a:xfrm>
          <a:off x="2811896" y="490235"/>
          <a:ext cx="1777173" cy="205623"/>
        </a:xfrm>
        <a:custGeom>
          <a:avLst/>
          <a:gdLst/>
          <a:ahLst/>
          <a:cxnLst/>
          <a:rect l="0" t="0" r="0" b="0"/>
          <a:pathLst>
            <a:path>
              <a:moveTo>
                <a:pt x="1777173" y="0"/>
              </a:moveTo>
              <a:lnTo>
                <a:pt x="1777173" y="102811"/>
              </a:lnTo>
              <a:lnTo>
                <a:pt x="0" y="102811"/>
              </a:lnTo>
              <a:lnTo>
                <a:pt x="0" y="2056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C14215-FB96-4206-8016-3228340C6EA1}">
      <dsp:nvSpPr>
        <dsp:cNvPr id="0" name=""/>
        <dsp:cNvSpPr/>
      </dsp:nvSpPr>
      <dsp:spPr>
        <a:xfrm>
          <a:off x="4099490" y="656"/>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Possible</a:t>
          </a:r>
          <a:r>
            <a:rPr lang="sv-SE" sz="1200" kern="1200" dirty="0"/>
            <a:t> </a:t>
          </a:r>
          <a:r>
            <a:rPr lang="sv-SE" sz="1200" kern="1200" dirty="0" err="1"/>
            <a:t>topologies</a:t>
          </a:r>
          <a:endParaRPr lang="sv-SE" sz="1200" kern="1200" dirty="0"/>
        </a:p>
      </dsp:txBody>
      <dsp:txXfrm>
        <a:off x="4099490" y="656"/>
        <a:ext cx="979158" cy="489579"/>
      </dsp:txXfrm>
    </dsp:sp>
    <dsp:sp modelId="{E743BFEF-FF05-44F5-A4FD-C94845F3D08A}">
      <dsp:nvSpPr>
        <dsp:cNvPr id="0" name=""/>
        <dsp:cNvSpPr/>
      </dsp:nvSpPr>
      <dsp:spPr>
        <a:xfrm>
          <a:off x="2322317" y="695858"/>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Three-</a:t>
          </a:r>
          <a:r>
            <a:rPr lang="sv-SE" sz="1200" kern="1200" dirty="0" err="1"/>
            <a:t>level</a:t>
          </a:r>
          <a:endParaRPr lang="sv-SE" sz="1200" kern="1200" dirty="0"/>
        </a:p>
      </dsp:txBody>
      <dsp:txXfrm>
        <a:off x="2322317" y="695858"/>
        <a:ext cx="979158" cy="489579"/>
      </dsp:txXfrm>
    </dsp:sp>
    <dsp:sp modelId="{615D6F13-C555-419F-B976-75B958738440}">
      <dsp:nvSpPr>
        <dsp:cNvPr id="0" name=""/>
        <dsp:cNvSpPr/>
      </dsp:nvSpPr>
      <dsp:spPr>
        <a:xfrm>
          <a:off x="2567106" y="1391061"/>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NPC</a:t>
          </a:r>
        </a:p>
      </dsp:txBody>
      <dsp:txXfrm>
        <a:off x="2567106" y="1391061"/>
        <a:ext cx="979158" cy="489579"/>
      </dsp:txXfrm>
    </dsp:sp>
    <dsp:sp modelId="{728AFA96-21E8-408C-BD91-314E6CB286FB}">
      <dsp:nvSpPr>
        <dsp:cNvPr id="0" name=""/>
        <dsp:cNvSpPr/>
      </dsp:nvSpPr>
      <dsp:spPr>
        <a:xfrm>
          <a:off x="2567106" y="2086264"/>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ANPC</a:t>
          </a:r>
        </a:p>
      </dsp:txBody>
      <dsp:txXfrm>
        <a:off x="2567106" y="2086264"/>
        <a:ext cx="979158" cy="489579"/>
      </dsp:txXfrm>
    </dsp:sp>
    <dsp:sp modelId="{6A28E217-FD2D-4086-8E71-8127D07FD195}">
      <dsp:nvSpPr>
        <dsp:cNvPr id="0" name=""/>
        <dsp:cNvSpPr/>
      </dsp:nvSpPr>
      <dsp:spPr>
        <a:xfrm>
          <a:off x="2567106" y="2781466"/>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T-</a:t>
          </a:r>
          <a:r>
            <a:rPr lang="sv-SE" sz="1200" kern="1200" dirty="0" err="1"/>
            <a:t>type</a:t>
          </a:r>
          <a:endParaRPr lang="sv-SE" sz="1200" kern="1200" dirty="0"/>
        </a:p>
      </dsp:txBody>
      <dsp:txXfrm>
        <a:off x="2567106" y="2781466"/>
        <a:ext cx="979158" cy="489579"/>
      </dsp:txXfrm>
    </dsp:sp>
    <dsp:sp modelId="{A93718C7-99DE-401A-AB12-87D4825681B4}">
      <dsp:nvSpPr>
        <dsp:cNvPr id="0" name=""/>
        <dsp:cNvSpPr/>
      </dsp:nvSpPr>
      <dsp:spPr>
        <a:xfrm>
          <a:off x="2567106" y="3476669"/>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Flying</a:t>
          </a:r>
          <a:r>
            <a:rPr lang="sv-SE" sz="1200" kern="1200" dirty="0"/>
            <a:t> </a:t>
          </a:r>
          <a:r>
            <a:rPr lang="sv-SE" sz="1200" kern="1200" dirty="0" err="1"/>
            <a:t>capacitors</a:t>
          </a:r>
          <a:endParaRPr lang="sv-SE" sz="1200" kern="1200" dirty="0"/>
        </a:p>
      </dsp:txBody>
      <dsp:txXfrm>
        <a:off x="2567106" y="3476669"/>
        <a:ext cx="979158" cy="489579"/>
      </dsp:txXfrm>
    </dsp:sp>
    <dsp:sp modelId="{F50E0589-04E6-485F-B597-F406C652908F}">
      <dsp:nvSpPr>
        <dsp:cNvPr id="0" name=""/>
        <dsp:cNvSpPr/>
      </dsp:nvSpPr>
      <dsp:spPr>
        <a:xfrm>
          <a:off x="3507099" y="695858"/>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Two-level</a:t>
          </a:r>
          <a:endParaRPr lang="sv-SE" sz="1200" kern="1200" dirty="0"/>
        </a:p>
      </dsp:txBody>
      <dsp:txXfrm>
        <a:off x="3507099" y="695858"/>
        <a:ext cx="979158" cy="489579"/>
      </dsp:txXfrm>
    </dsp:sp>
    <dsp:sp modelId="{FF193DAF-F587-4666-B56D-7F0E857AD6F6}">
      <dsp:nvSpPr>
        <dsp:cNvPr id="0" name=""/>
        <dsp:cNvSpPr/>
      </dsp:nvSpPr>
      <dsp:spPr>
        <a:xfrm>
          <a:off x="3751888" y="1391061"/>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Three-</a:t>
          </a:r>
          <a:r>
            <a:rPr lang="sv-SE" sz="1200" kern="1200" dirty="0" err="1"/>
            <a:t>phase</a:t>
          </a:r>
          <a:endParaRPr lang="sv-SE" sz="1200" kern="1200" dirty="0"/>
        </a:p>
      </dsp:txBody>
      <dsp:txXfrm>
        <a:off x="3751888" y="1391061"/>
        <a:ext cx="979158" cy="489579"/>
      </dsp:txXfrm>
    </dsp:sp>
    <dsp:sp modelId="{CD99DED7-9404-443C-B4FC-372CA64F33E7}">
      <dsp:nvSpPr>
        <dsp:cNvPr id="0" name=""/>
        <dsp:cNvSpPr/>
      </dsp:nvSpPr>
      <dsp:spPr>
        <a:xfrm>
          <a:off x="3751888" y="2086264"/>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Multi-</a:t>
          </a:r>
          <a:r>
            <a:rPr lang="sv-SE" sz="1200" kern="1200" dirty="0" err="1"/>
            <a:t>phase</a:t>
          </a:r>
          <a:endParaRPr lang="sv-SE" sz="1200" kern="1200" dirty="0"/>
        </a:p>
      </dsp:txBody>
      <dsp:txXfrm>
        <a:off x="3751888" y="2086264"/>
        <a:ext cx="979158" cy="489579"/>
      </dsp:txXfrm>
    </dsp:sp>
    <dsp:sp modelId="{3724A6C1-75CB-4730-B671-335661F43A1A}">
      <dsp:nvSpPr>
        <dsp:cNvPr id="0" name=""/>
        <dsp:cNvSpPr/>
      </dsp:nvSpPr>
      <dsp:spPr>
        <a:xfrm>
          <a:off x="3751888" y="2781466"/>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Open</a:t>
          </a:r>
          <a:r>
            <a:rPr lang="sv-SE" sz="1200" kern="1200" dirty="0"/>
            <a:t>-end </a:t>
          </a:r>
          <a:r>
            <a:rPr lang="sv-SE" sz="1200" kern="1200" dirty="0" err="1"/>
            <a:t>windings</a:t>
          </a:r>
          <a:endParaRPr lang="sv-SE" sz="1200" kern="1200" dirty="0"/>
        </a:p>
      </dsp:txBody>
      <dsp:txXfrm>
        <a:off x="3751888" y="2781466"/>
        <a:ext cx="979158" cy="489579"/>
      </dsp:txXfrm>
    </dsp:sp>
    <dsp:sp modelId="{67D67BD2-10E3-4F92-BF97-85B29005B103}">
      <dsp:nvSpPr>
        <dsp:cNvPr id="0" name=""/>
        <dsp:cNvSpPr/>
      </dsp:nvSpPr>
      <dsp:spPr>
        <a:xfrm>
          <a:off x="4691881" y="695858"/>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SPB</a:t>
          </a:r>
        </a:p>
      </dsp:txBody>
      <dsp:txXfrm>
        <a:off x="4691881" y="695858"/>
        <a:ext cx="979158" cy="489579"/>
      </dsp:txXfrm>
    </dsp:sp>
    <dsp:sp modelId="{4C54155A-5D22-4D9C-BBEB-CF3ED8F88DE2}">
      <dsp:nvSpPr>
        <dsp:cNvPr id="0" name=""/>
        <dsp:cNvSpPr/>
      </dsp:nvSpPr>
      <dsp:spPr>
        <a:xfrm>
          <a:off x="5876663" y="695858"/>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a:t>MMC</a:t>
          </a:r>
        </a:p>
      </dsp:txBody>
      <dsp:txXfrm>
        <a:off x="5876663" y="695858"/>
        <a:ext cx="979158" cy="489579"/>
      </dsp:txXfrm>
    </dsp:sp>
    <dsp:sp modelId="{3A113B48-1130-4BCE-89BC-F85A23EBE553}">
      <dsp:nvSpPr>
        <dsp:cNvPr id="0" name=""/>
        <dsp:cNvSpPr/>
      </dsp:nvSpPr>
      <dsp:spPr>
        <a:xfrm>
          <a:off x="6121453" y="1391061"/>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Conventional</a:t>
          </a:r>
          <a:endParaRPr lang="sv-SE" sz="1200" kern="1200" dirty="0"/>
        </a:p>
      </dsp:txBody>
      <dsp:txXfrm>
        <a:off x="6121453" y="1391061"/>
        <a:ext cx="979158" cy="489579"/>
      </dsp:txXfrm>
    </dsp:sp>
    <dsp:sp modelId="{84EF6EA6-0A67-4176-80DB-D4DF7BC5CA9C}">
      <dsp:nvSpPr>
        <dsp:cNvPr id="0" name=""/>
        <dsp:cNvSpPr/>
      </dsp:nvSpPr>
      <dsp:spPr>
        <a:xfrm>
          <a:off x="6121453" y="2086264"/>
          <a:ext cx="979158" cy="489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sv-SE" sz="1200" kern="1200" dirty="0" err="1"/>
            <a:t>Integrated</a:t>
          </a:r>
          <a:r>
            <a:rPr lang="sv-SE" sz="1200" kern="1200" dirty="0"/>
            <a:t> </a:t>
          </a:r>
          <a:r>
            <a:rPr lang="sv-SE" sz="1200" kern="1200" dirty="0" err="1"/>
            <a:t>battery</a:t>
          </a:r>
          <a:r>
            <a:rPr lang="sv-SE" sz="1200" kern="1200" dirty="0"/>
            <a:t> </a:t>
          </a:r>
        </a:p>
      </dsp:txBody>
      <dsp:txXfrm>
        <a:off x="6121453" y="2086264"/>
        <a:ext cx="979158" cy="4895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2025-05-19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2025-05-19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2025-05-19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2025-05-19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2025-05-19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sv-SE"/>
              <a:t>Klicka här för att ändra mall för rubrikformat</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2025-05-19</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2025-05-19</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2025-05-19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2025-05-19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2025-05-19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2025-05-19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2025-05-19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2025-05-19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2025-05-19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2025-05-19</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sv-SE"/>
              <a:t>Klicka här för att ändra mall för rubrikformat</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sv-SE"/>
              <a:t>Klicka här för att ändra mall för rubrikformat</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2025-05-19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2025-05-19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2025-05-19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2025-05-19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2025-05-19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2025-05-19</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a:extLst>
              <a:ext uri="{96DAC541-7B7A-43D3-8B79-37D633B846F1}">
                <asvg:svgBlip xmlns:asvg="http://schemas.microsoft.com/office/drawing/2016/SVG/main" xmlns="" r:embed="rId50"/>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8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4543-1650-4AF3-3948-0282FDD34A2E}"/>
              </a:ext>
            </a:extLst>
          </p:cNvPr>
          <p:cNvSpPr>
            <a:spLocks noGrp="1"/>
          </p:cNvSpPr>
          <p:nvPr>
            <p:ph type="ctrTitle"/>
          </p:nvPr>
        </p:nvSpPr>
        <p:spPr/>
        <p:txBody>
          <a:bodyPr/>
          <a:lstStyle/>
          <a:p>
            <a:r>
              <a:rPr lang="sv-SE" dirty="0" err="1"/>
              <a:t>Hemizero</a:t>
            </a:r>
            <a:r>
              <a:rPr lang="sv-SE" dirty="0"/>
              <a:t> </a:t>
            </a:r>
            <a:br>
              <a:rPr lang="sv-SE" dirty="0"/>
            </a:br>
            <a:r>
              <a:rPr lang="sv-SE" dirty="0" err="1"/>
              <a:t>Concept</a:t>
            </a:r>
            <a:r>
              <a:rPr lang="sv-SE" dirty="0"/>
              <a:t> </a:t>
            </a:r>
            <a:r>
              <a:rPr lang="sv-SE" dirty="0" err="1"/>
              <a:t>catalog</a:t>
            </a:r>
            <a:endParaRPr lang="sv-SE" dirty="0"/>
          </a:p>
        </p:txBody>
      </p:sp>
      <p:sp>
        <p:nvSpPr>
          <p:cNvPr id="3" name="Subtitle 2">
            <a:extLst>
              <a:ext uri="{FF2B5EF4-FFF2-40B4-BE49-F238E27FC236}">
                <a16:creationId xmlns:a16="http://schemas.microsoft.com/office/drawing/2014/main" id="{39CB358B-F99C-4AC9-730A-260C396B5275}"/>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1959343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D47FF-D3D9-A998-848F-C680B6E80C36}"/>
              </a:ext>
            </a:extLst>
          </p:cNvPr>
          <p:cNvSpPr>
            <a:spLocks noGrp="1"/>
          </p:cNvSpPr>
          <p:nvPr>
            <p:ph type="title"/>
          </p:nvPr>
        </p:nvSpPr>
        <p:spPr>
          <a:xfrm>
            <a:off x="1066124" y="311018"/>
            <a:ext cx="10990263" cy="568412"/>
          </a:xfrm>
        </p:spPr>
        <p:txBody>
          <a:bodyPr/>
          <a:lstStyle/>
          <a:p>
            <a:r>
              <a:rPr lang="sv-SE" dirty="0" err="1"/>
              <a:t>Topology</a:t>
            </a:r>
            <a:r>
              <a:rPr lang="sv-SE" dirty="0"/>
              <a:t> </a:t>
            </a:r>
            <a:r>
              <a:rPr lang="sv-SE" dirty="0" err="1"/>
              <a:t>overview</a:t>
            </a:r>
            <a:endParaRPr lang="sv-SE" dirty="0"/>
          </a:p>
        </p:txBody>
      </p:sp>
      <p:graphicFrame>
        <p:nvGraphicFramePr>
          <p:cNvPr id="4" name="Content Placeholder 3">
            <a:extLst>
              <a:ext uri="{FF2B5EF4-FFF2-40B4-BE49-F238E27FC236}">
                <a16:creationId xmlns:a16="http://schemas.microsoft.com/office/drawing/2014/main" id="{7D46E8EA-E5E0-343C-8D52-8C5176D01ABF}"/>
              </a:ext>
            </a:extLst>
          </p:cNvPr>
          <p:cNvGraphicFramePr>
            <a:graphicFrameLocks noGrp="1"/>
          </p:cNvGraphicFramePr>
          <p:nvPr>
            <p:ph idx="1"/>
            <p:extLst>
              <p:ext uri="{D42A27DB-BD31-4B8C-83A1-F6EECF244321}">
                <p14:modId xmlns:p14="http://schemas.microsoft.com/office/powerpoint/2010/main" val="1699216728"/>
              </p:ext>
            </p:extLst>
          </p:nvPr>
        </p:nvGraphicFramePr>
        <p:xfrm>
          <a:off x="600075" y="1795463"/>
          <a:ext cx="9422929" cy="3966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8384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EF85E-B766-1A3D-1C4E-7A611A747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13ADB-9301-566B-CD5D-FEC41A75ADFD}"/>
              </a:ext>
            </a:extLst>
          </p:cNvPr>
          <p:cNvSpPr>
            <a:spLocks noGrp="1"/>
          </p:cNvSpPr>
          <p:nvPr>
            <p:ph type="title"/>
          </p:nvPr>
        </p:nvSpPr>
        <p:spPr>
          <a:xfrm>
            <a:off x="1054326" y="316917"/>
            <a:ext cx="10990263" cy="568412"/>
          </a:xfrm>
        </p:spPr>
        <p:txBody>
          <a:bodyPr/>
          <a:lstStyle/>
          <a:p>
            <a:r>
              <a:rPr lang="sv-SE" dirty="0" err="1"/>
              <a:t>Comparison</a:t>
            </a:r>
            <a:endParaRPr lang="sv-SE" dirty="0"/>
          </a:p>
        </p:txBody>
      </p:sp>
      <p:graphicFrame>
        <p:nvGraphicFramePr>
          <p:cNvPr id="5" name="Content Placeholder 4">
            <a:extLst>
              <a:ext uri="{FF2B5EF4-FFF2-40B4-BE49-F238E27FC236}">
                <a16:creationId xmlns:a16="http://schemas.microsoft.com/office/drawing/2014/main" id="{5BE170CA-05EC-9A33-6895-56876443AB15}"/>
              </a:ext>
            </a:extLst>
          </p:cNvPr>
          <p:cNvGraphicFramePr>
            <a:graphicFrameLocks noGrp="1"/>
          </p:cNvGraphicFramePr>
          <p:nvPr>
            <p:ph idx="1"/>
            <p:extLst>
              <p:ext uri="{D42A27DB-BD31-4B8C-83A1-F6EECF244321}">
                <p14:modId xmlns:p14="http://schemas.microsoft.com/office/powerpoint/2010/main" val="891857453"/>
              </p:ext>
            </p:extLst>
          </p:nvPr>
        </p:nvGraphicFramePr>
        <p:xfrm>
          <a:off x="600872" y="1181930"/>
          <a:ext cx="10990256" cy="3737898"/>
        </p:xfrm>
        <a:graphic>
          <a:graphicData uri="http://schemas.openxmlformats.org/drawingml/2006/table">
            <a:tbl>
              <a:tblPr firstRow="1" bandRow="1">
                <a:tableStyleId>{5C22544A-7EE6-4342-B048-85BDC9FD1C3A}</a:tableStyleId>
              </a:tblPr>
              <a:tblGrid>
                <a:gridCol w="1373782">
                  <a:extLst>
                    <a:ext uri="{9D8B030D-6E8A-4147-A177-3AD203B41FA5}">
                      <a16:colId xmlns:a16="http://schemas.microsoft.com/office/drawing/2014/main" val="984629442"/>
                    </a:ext>
                  </a:extLst>
                </a:gridCol>
                <a:gridCol w="1424171">
                  <a:extLst>
                    <a:ext uri="{9D8B030D-6E8A-4147-A177-3AD203B41FA5}">
                      <a16:colId xmlns:a16="http://schemas.microsoft.com/office/drawing/2014/main" val="1534759778"/>
                    </a:ext>
                  </a:extLst>
                </a:gridCol>
                <a:gridCol w="1323393">
                  <a:extLst>
                    <a:ext uri="{9D8B030D-6E8A-4147-A177-3AD203B41FA5}">
                      <a16:colId xmlns:a16="http://schemas.microsoft.com/office/drawing/2014/main" val="3730153096"/>
                    </a:ext>
                  </a:extLst>
                </a:gridCol>
                <a:gridCol w="1373782">
                  <a:extLst>
                    <a:ext uri="{9D8B030D-6E8A-4147-A177-3AD203B41FA5}">
                      <a16:colId xmlns:a16="http://schemas.microsoft.com/office/drawing/2014/main" val="3027546400"/>
                    </a:ext>
                  </a:extLst>
                </a:gridCol>
                <a:gridCol w="1373782">
                  <a:extLst>
                    <a:ext uri="{9D8B030D-6E8A-4147-A177-3AD203B41FA5}">
                      <a16:colId xmlns:a16="http://schemas.microsoft.com/office/drawing/2014/main" val="79349548"/>
                    </a:ext>
                  </a:extLst>
                </a:gridCol>
                <a:gridCol w="1373782">
                  <a:extLst>
                    <a:ext uri="{9D8B030D-6E8A-4147-A177-3AD203B41FA5}">
                      <a16:colId xmlns:a16="http://schemas.microsoft.com/office/drawing/2014/main" val="3030070994"/>
                    </a:ext>
                  </a:extLst>
                </a:gridCol>
                <a:gridCol w="1373782">
                  <a:extLst>
                    <a:ext uri="{9D8B030D-6E8A-4147-A177-3AD203B41FA5}">
                      <a16:colId xmlns:a16="http://schemas.microsoft.com/office/drawing/2014/main" val="3527208556"/>
                    </a:ext>
                  </a:extLst>
                </a:gridCol>
                <a:gridCol w="1373782">
                  <a:extLst>
                    <a:ext uri="{9D8B030D-6E8A-4147-A177-3AD203B41FA5}">
                      <a16:colId xmlns:a16="http://schemas.microsoft.com/office/drawing/2014/main" val="1249295385"/>
                    </a:ext>
                  </a:extLst>
                </a:gridCol>
              </a:tblGrid>
              <a:tr h="629639">
                <a:tc>
                  <a:txBody>
                    <a:bodyPr/>
                    <a:lstStyle/>
                    <a:p>
                      <a:r>
                        <a:rPr lang="sv-SE" dirty="0" err="1"/>
                        <a:t>Topology</a:t>
                      </a:r>
                      <a:endParaRPr lang="sv-SE" dirty="0"/>
                    </a:p>
                  </a:txBody>
                  <a:tcPr/>
                </a:tc>
                <a:tc>
                  <a:txBody>
                    <a:bodyPr/>
                    <a:lstStyle/>
                    <a:p>
                      <a:pPr algn="l"/>
                      <a:r>
                        <a:rPr lang="sv-SE" dirty="0"/>
                        <a:t>No </a:t>
                      </a:r>
                      <a:r>
                        <a:rPr lang="sv-SE" dirty="0" err="1"/>
                        <a:t>of</a:t>
                      </a:r>
                      <a:r>
                        <a:rPr lang="sv-SE" dirty="0"/>
                        <a:t> semi-</a:t>
                      </a:r>
                      <a:r>
                        <a:rPr lang="sv-SE" dirty="0" err="1"/>
                        <a:t>conductors</a:t>
                      </a:r>
                      <a:endParaRPr lang="sv-SE" dirty="0"/>
                    </a:p>
                  </a:txBody>
                  <a:tcPr/>
                </a:tc>
                <a:tc>
                  <a:txBody>
                    <a:bodyPr/>
                    <a:lstStyle/>
                    <a:p>
                      <a:pPr algn="l"/>
                      <a:r>
                        <a:rPr lang="sv-SE" dirty="0"/>
                        <a:t>Semi-</a:t>
                      </a:r>
                      <a:r>
                        <a:rPr lang="sv-SE" dirty="0" err="1"/>
                        <a:t>conductor</a:t>
                      </a:r>
                      <a:r>
                        <a:rPr lang="sv-SE" dirty="0"/>
                        <a:t> rating</a:t>
                      </a:r>
                    </a:p>
                    <a:p>
                      <a:pPr algn="l"/>
                      <a:endParaRPr lang="sv-SE" dirty="0"/>
                    </a:p>
                  </a:txBody>
                  <a:tcPr/>
                </a:tc>
                <a:tc>
                  <a:txBody>
                    <a:bodyPr/>
                    <a:lstStyle/>
                    <a:p>
                      <a:pPr algn="l"/>
                      <a:r>
                        <a:rPr lang="sv-SE" dirty="0"/>
                        <a:t>BV per semi-</a:t>
                      </a:r>
                      <a:r>
                        <a:rPr lang="sv-SE" dirty="0" err="1"/>
                        <a:t>conductor</a:t>
                      </a:r>
                      <a:endParaRPr lang="sv-SE" dirty="0"/>
                    </a:p>
                  </a:txBody>
                  <a:tcPr/>
                </a:tc>
                <a:tc>
                  <a:txBody>
                    <a:bodyPr/>
                    <a:lstStyle/>
                    <a:p>
                      <a:pPr algn="l"/>
                      <a:r>
                        <a:rPr lang="sv-SE" dirty="0" err="1"/>
                        <a:t>Harmonic</a:t>
                      </a:r>
                      <a:r>
                        <a:rPr lang="sv-SE" dirty="0"/>
                        <a:t> </a:t>
                      </a:r>
                      <a:r>
                        <a:rPr lang="sv-SE" dirty="0" err="1"/>
                        <a:t>impact</a:t>
                      </a:r>
                      <a:r>
                        <a:rPr lang="sv-SE" dirty="0"/>
                        <a:t> at given </a:t>
                      </a:r>
                      <a:r>
                        <a:rPr lang="sv-SE" dirty="0" err="1"/>
                        <a:t>fsw</a:t>
                      </a:r>
                      <a:endParaRPr lang="sv-SE" dirty="0"/>
                    </a:p>
                  </a:txBody>
                  <a:tcPr/>
                </a:tc>
                <a:tc>
                  <a:txBody>
                    <a:bodyPr/>
                    <a:lstStyle/>
                    <a:p>
                      <a:pPr algn="l"/>
                      <a:r>
                        <a:rPr lang="sv-SE" dirty="0" err="1"/>
                        <a:t>Switched</a:t>
                      </a:r>
                      <a:r>
                        <a:rPr lang="sv-SE" dirty="0"/>
                        <a:t> </a:t>
                      </a:r>
                      <a:r>
                        <a:rPr lang="sv-SE" dirty="0" err="1"/>
                        <a:t>voltage</a:t>
                      </a:r>
                      <a:endParaRPr lang="sv-SE" dirty="0"/>
                    </a:p>
                  </a:txBody>
                  <a:tcPr/>
                </a:tc>
                <a:tc>
                  <a:txBody>
                    <a:bodyPr/>
                    <a:lstStyle/>
                    <a:p>
                      <a:r>
                        <a:rPr lang="sv-SE" dirty="0"/>
                        <a:t>DC </a:t>
                      </a:r>
                      <a:r>
                        <a:rPr lang="sv-SE" dirty="0" err="1"/>
                        <a:t>link</a:t>
                      </a:r>
                      <a:r>
                        <a:rPr lang="sv-SE" dirty="0"/>
                        <a:t> </a:t>
                      </a:r>
                      <a:r>
                        <a:rPr lang="sv-SE" dirty="0" err="1"/>
                        <a:t>capa-citance</a:t>
                      </a:r>
                      <a:endParaRPr lang="sv-SE" dirty="0"/>
                    </a:p>
                  </a:txBody>
                  <a:tcPr/>
                </a:tc>
                <a:tc>
                  <a:txBody>
                    <a:bodyPr/>
                    <a:lstStyle/>
                    <a:p>
                      <a:r>
                        <a:rPr lang="sv-SE" dirty="0"/>
                        <a:t># </a:t>
                      </a:r>
                      <a:r>
                        <a:rPr lang="sv-SE" dirty="0" err="1"/>
                        <a:t>of</a:t>
                      </a:r>
                      <a:r>
                        <a:rPr lang="sv-SE" dirty="0"/>
                        <a:t> </a:t>
                      </a:r>
                      <a:br>
                        <a:rPr lang="sv-SE" dirty="0"/>
                      </a:br>
                      <a:r>
                        <a:rPr lang="sv-SE" dirty="0" err="1"/>
                        <a:t>isolated</a:t>
                      </a:r>
                      <a:r>
                        <a:rPr lang="sv-SE" dirty="0"/>
                        <a:t> gate drivers</a:t>
                      </a:r>
                    </a:p>
                  </a:txBody>
                  <a:tcPr/>
                </a:tc>
                <a:extLst>
                  <a:ext uri="{0D108BD9-81ED-4DB2-BD59-A6C34878D82A}">
                    <a16:rowId xmlns:a16="http://schemas.microsoft.com/office/drawing/2014/main" val="3346660649"/>
                  </a:ext>
                </a:extLst>
              </a:tr>
              <a:tr h="660261">
                <a:tc>
                  <a:txBody>
                    <a:bodyPr/>
                    <a:lstStyle/>
                    <a:p>
                      <a:r>
                        <a:rPr lang="sv-SE" dirty="0"/>
                        <a:t>2L</a:t>
                      </a:r>
                    </a:p>
                  </a:txBody>
                  <a:tcPr/>
                </a:tc>
                <a:tc>
                  <a:txBody>
                    <a:bodyPr/>
                    <a:lstStyle/>
                    <a:p>
                      <a:pPr algn="ctr"/>
                      <a:r>
                        <a:rPr lang="sv-SE" dirty="0"/>
                        <a:t>1</a:t>
                      </a:r>
                    </a:p>
                  </a:txBody>
                  <a:tcPr/>
                </a:tc>
                <a:tc>
                  <a:txBody>
                    <a:bodyPr/>
                    <a:lstStyle/>
                    <a:p>
                      <a:pPr algn="ctr"/>
                      <a:r>
                        <a:rPr lang="sv-SE" dirty="0"/>
                        <a:t>1</a:t>
                      </a:r>
                    </a:p>
                  </a:txBody>
                  <a:tcPr/>
                </a:tc>
                <a:tc>
                  <a:txBody>
                    <a:bodyPr/>
                    <a:lstStyle/>
                    <a:p>
                      <a:pPr algn="ctr"/>
                      <a:r>
                        <a:rPr lang="sv-SE" dirty="0"/>
                        <a:t>1</a:t>
                      </a:r>
                    </a:p>
                  </a:txBody>
                  <a:tcPr/>
                </a:tc>
                <a:tc>
                  <a:txBody>
                    <a:bodyPr/>
                    <a:lstStyle/>
                    <a:p>
                      <a:pPr algn="ctr"/>
                      <a:r>
                        <a:rPr lang="sv-SE" dirty="0"/>
                        <a:t>1</a:t>
                      </a:r>
                    </a:p>
                  </a:txBody>
                  <a:tcPr/>
                </a:tc>
                <a:tc>
                  <a:txBody>
                    <a:bodyPr/>
                    <a:lstStyle/>
                    <a:p>
                      <a:pPr algn="ctr"/>
                      <a:r>
                        <a:rPr lang="sv-SE" dirty="0"/>
                        <a:t>1</a:t>
                      </a:r>
                    </a:p>
                  </a:txBody>
                  <a:tcPr/>
                </a:tc>
                <a:tc>
                  <a:txBody>
                    <a:bodyPr/>
                    <a:lstStyle/>
                    <a:p>
                      <a:pPr algn="ctr"/>
                      <a:endParaRPr lang="sv-SE"/>
                    </a:p>
                  </a:txBody>
                  <a:tcPr/>
                </a:tc>
                <a:tc>
                  <a:txBody>
                    <a:bodyPr/>
                    <a:lstStyle/>
                    <a:p>
                      <a:pPr algn="ctr"/>
                      <a:r>
                        <a:rPr lang="sv-SE"/>
                        <a:t>1</a:t>
                      </a:r>
                    </a:p>
                  </a:txBody>
                  <a:tcPr/>
                </a:tc>
                <a:extLst>
                  <a:ext uri="{0D108BD9-81ED-4DB2-BD59-A6C34878D82A}">
                    <a16:rowId xmlns:a16="http://schemas.microsoft.com/office/drawing/2014/main" val="121971637"/>
                  </a:ext>
                </a:extLst>
              </a:tr>
              <a:tr h="629639">
                <a:tc>
                  <a:txBody>
                    <a:bodyPr/>
                    <a:lstStyle/>
                    <a:p>
                      <a:r>
                        <a:rPr lang="sv-SE" dirty="0"/>
                        <a:t>3L NPC</a:t>
                      </a:r>
                    </a:p>
                  </a:txBody>
                  <a:tcPr/>
                </a:tc>
                <a:tc>
                  <a:txBody>
                    <a:bodyPr/>
                    <a:lstStyle/>
                    <a:p>
                      <a:pPr algn="ctr"/>
                      <a:r>
                        <a:rPr lang="sv-SE" dirty="0"/>
                        <a:t>2.5</a:t>
                      </a:r>
                    </a:p>
                  </a:txBody>
                  <a:tcPr/>
                </a:tc>
                <a:tc>
                  <a:txBody>
                    <a:bodyPr/>
                    <a:lstStyle/>
                    <a:p>
                      <a:pPr algn="ctr"/>
                      <a:r>
                        <a:rPr lang="sv-SE" dirty="0"/>
                        <a:t>1.25</a:t>
                      </a:r>
                    </a:p>
                  </a:txBody>
                  <a:tcPr/>
                </a:tc>
                <a:tc>
                  <a:txBody>
                    <a:bodyPr/>
                    <a:lstStyle/>
                    <a:p>
                      <a:pPr algn="ctr"/>
                      <a:r>
                        <a:rPr lang="sv-SE" dirty="0"/>
                        <a:t>0.5</a:t>
                      </a:r>
                    </a:p>
                  </a:txBody>
                  <a:tcPr/>
                </a:tc>
                <a:tc>
                  <a:txBody>
                    <a:bodyPr/>
                    <a:lstStyle/>
                    <a:p>
                      <a:pPr algn="ctr"/>
                      <a:r>
                        <a:rPr lang="sv-SE" dirty="0"/>
                        <a:t>0.25</a:t>
                      </a:r>
                    </a:p>
                  </a:txBody>
                  <a:tcPr/>
                </a:tc>
                <a:tc>
                  <a:txBody>
                    <a:bodyPr/>
                    <a:lstStyle/>
                    <a:p>
                      <a:pPr algn="ctr"/>
                      <a:r>
                        <a:rPr lang="sv-SE" dirty="0"/>
                        <a:t>0.5</a:t>
                      </a:r>
                    </a:p>
                  </a:txBody>
                  <a:tcPr/>
                </a:tc>
                <a:tc>
                  <a:txBody>
                    <a:bodyPr/>
                    <a:lstStyle/>
                    <a:p>
                      <a:pPr algn="ctr"/>
                      <a:endParaRPr lang="sv-SE"/>
                    </a:p>
                  </a:txBody>
                  <a:tcPr/>
                </a:tc>
                <a:tc>
                  <a:txBody>
                    <a:bodyPr/>
                    <a:lstStyle/>
                    <a:p>
                      <a:pPr algn="ctr"/>
                      <a:r>
                        <a:rPr lang="sv-SE" dirty="0"/>
                        <a:t>2</a:t>
                      </a:r>
                    </a:p>
                  </a:txBody>
                  <a:tcPr/>
                </a:tc>
                <a:extLst>
                  <a:ext uri="{0D108BD9-81ED-4DB2-BD59-A6C34878D82A}">
                    <a16:rowId xmlns:a16="http://schemas.microsoft.com/office/drawing/2014/main" val="940934898"/>
                  </a:ext>
                </a:extLst>
              </a:tr>
              <a:tr h="629639">
                <a:tc>
                  <a:txBody>
                    <a:bodyPr/>
                    <a:lstStyle/>
                    <a:p>
                      <a:r>
                        <a:rPr lang="sv-SE" dirty="0"/>
                        <a:t>3L ANPC</a:t>
                      </a:r>
                    </a:p>
                  </a:txBody>
                  <a:tcPr/>
                </a:tc>
                <a:tc>
                  <a:txBody>
                    <a:bodyPr/>
                    <a:lstStyle/>
                    <a:p>
                      <a:pPr algn="ctr"/>
                      <a:r>
                        <a:rPr lang="sv-SE" dirty="0"/>
                        <a:t>3</a:t>
                      </a:r>
                    </a:p>
                  </a:txBody>
                  <a:tcPr/>
                </a:tc>
                <a:tc>
                  <a:txBody>
                    <a:bodyPr/>
                    <a:lstStyle/>
                    <a:p>
                      <a:pPr algn="ctr"/>
                      <a:r>
                        <a:rPr lang="sv-SE" dirty="0"/>
                        <a:t>1.5</a:t>
                      </a:r>
                    </a:p>
                  </a:txBody>
                  <a:tcPr/>
                </a:tc>
                <a:tc>
                  <a:txBody>
                    <a:bodyPr/>
                    <a:lstStyle/>
                    <a:p>
                      <a:pPr algn="ctr"/>
                      <a:r>
                        <a:rPr lang="sv-SE" dirty="0"/>
                        <a:t>0.5</a:t>
                      </a:r>
                    </a:p>
                  </a:txBody>
                  <a:tcPr/>
                </a:tc>
                <a:tc>
                  <a:txBody>
                    <a:bodyPr/>
                    <a:lstStyle/>
                    <a:p>
                      <a:pPr algn="ctr"/>
                      <a:r>
                        <a:rPr lang="sv-SE" dirty="0"/>
                        <a:t>0.25</a:t>
                      </a:r>
                    </a:p>
                  </a:txBody>
                  <a:tcPr/>
                </a:tc>
                <a:tc>
                  <a:txBody>
                    <a:bodyPr/>
                    <a:lstStyle/>
                    <a:p>
                      <a:pPr algn="ctr"/>
                      <a:r>
                        <a:rPr lang="sv-SE" dirty="0"/>
                        <a:t>0.5</a:t>
                      </a:r>
                    </a:p>
                  </a:txBody>
                  <a:tcPr/>
                </a:tc>
                <a:tc>
                  <a:txBody>
                    <a:bodyPr/>
                    <a:lstStyle/>
                    <a:p>
                      <a:pPr algn="ctr"/>
                      <a:endParaRPr lang="sv-SE" dirty="0"/>
                    </a:p>
                  </a:txBody>
                  <a:tcPr/>
                </a:tc>
                <a:tc>
                  <a:txBody>
                    <a:bodyPr/>
                    <a:lstStyle/>
                    <a:p>
                      <a:pPr algn="ctr"/>
                      <a:r>
                        <a:rPr lang="sv-SE" dirty="0"/>
                        <a:t>3</a:t>
                      </a:r>
                    </a:p>
                  </a:txBody>
                  <a:tcPr/>
                </a:tc>
                <a:extLst>
                  <a:ext uri="{0D108BD9-81ED-4DB2-BD59-A6C34878D82A}">
                    <a16:rowId xmlns:a16="http://schemas.microsoft.com/office/drawing/2014/main" val="376538562"/>
                  </a:ext>
                </a:extLst>
              </a:tr>
              <a:tr h="629639">
                <a:tc>
                  <a:txBody>
                    <a:bodyPr/>
                    <a:lstStyle/>
                    <a:p>
                      <a:r>
                        <a:rPr lang="sv-SE" dirty="0"/>
                        <a:t>3L T-</a:t>
                      </a:r>
                      <a:r>
                        <a:rPr lang="sv-SE" dirty="0" err="1"/>
                        <a:t>type</a:t>
                      </a:r>
                      <a:endParaRPr lang="sv-SE" dirty="0"/>
                    </a:p>
                  </a:txBody>
                  <a:tcPr/>
                </a:tc>
                <a:tc>
                  <a:txBody>
                    <a:bodyPr/>
                    <a:lstStyle/>
                    <a:p>
                      <a:pPr algn="ctr"/>
                      <a:endParaRPr lang="sv-SE" dirty="0"/>
                    </a:p>
                  </a:txBody>
                  <a:tcPr/>
                </a:tc>
                <a:tc>
                  <a:txBody>
                    <a:bodyPr/>
                    <a:lstStyle/>
                    <a:p>
                      <a:pPr algn="ctr"/>
                      <a:endParaRPr lang="sv-SE" dirty="0"/>
                    </a:p>
                  </a:txBody>
                  <a:tcPr/>
                </a:tc>
                <a:tc>
                  <a:txBody>
                    <a:bodyPr/>
                    <a:lstStyle/>
                    <a:p>
                      <a:pPr algn="ctr"/>
                      <a:endParaRPr lang="sv-SE" dirty="0"/>
                    </a:p>
                  </a:txBody>
                  <a:tcPr/>
                </a:tc>
                <a:tc>
                  <a:txBody>
                    <a:bodyPr/>
                    <a:lstStyle/>
                    <a:p>
                      <a:pPr algn="ctr"/>
                      <a:r>
                        <a:rPr lang="sv-SE" dirty="0"/>
                        <a:t>?</a:t>
                      </a:r>
                    </a:p>
                  </a:txBody>
                  <a:tcPr/>
                </a:tc>
                <a:tc>
                  <a:txBody>
                    <a:bodyPr/>
                    <a:lstStyle/>
                    <a:p>
                      <a:pPr algn="ctr"/>
                      <a:endParaRPr lang="sv-SE" dirty="0"/>
                    </a:p>
                  </a:txBody>
                  <a:tcPr/>
                </a:tc>
                <a:tc>
                  <a:txBody>
                    <a:bodyPr/>
                    <a:lstStyle/>
                    <a:p>
                      <a:pPr algn="ctr"/>
                      <a:endParaRPr lang="sv-SE"/>
                    </a:p>
                  </a:txBody>
                  <a:tcPr/>
                </a:tc>
                <a:tc>
                  <a:txBody>
                    <a:bodyPr/>
                    <a:lstStyle/>
                    <a:p>
                      <a:pPr algn="ctr"/>
                      <a:endParaRPr lang="sv-SE" dirty="0"/>
                    </a:p>
                  </a:txBody>
                  <a:tcPr/>
                </a:tc>
                <a:extLst>
                  <a:ext uri="{0D108BD9-81ED-4DB2-BD59-A6C34878D82A}">
                    <a16:rowId xmlns:a16="http://schemas.microsoft.com/office/drawing/2014/main" val="2411436203"/>
                  </a:ext>
                </a:extLst>
              </a:tr>
            </a:tbl>
          </a:graphicData>
        </a:graphic>
      </p:graphicFrame>
    </p:spTree>
    <p:extLst>
      <p:ext uri="{BB962C8B-B14F-4D97-AF65-F5344CB8AC3E}">
        <p14:creationId xmlns:p14="http://schemas.microsoft.com/office/powerpoint/2010/main" val="1069599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3626-6659-6FC1-9693-0DDC312AB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A9284-CEEA-EA61-81A3-72E8571E55F7}"/>
              </a:ext>
            </a:extLst>
          </p:cNvPr>
          <p:cNvSpPr>
            <a:spLocks noGrp="1"/>
          </p:cNvSpPr>
          <p:nvPr>
            <p:ph type="title"/>
          </p:nvPr>
        </p:nvSpPr>
        <p:spPr>
          <a:xfrm>
            <a:off x="1054326" y="316917"/>
            <a:ext cx="10990263" cy="568412"/>
          </a:xfrm>
        </p:spPr>
        <p:txBody>
          <a:bodyPr/>
          <a:lstStyle/>
          <a:p>
            <a:r>
              <a:rPr lang="sv-SE" dirty="0" err="1"/>
              <a:t>Two-Level</a:t>
            </a:r>
            <a:r>
              <a:rPr lang="sv-SE" dirty="0"/>
              <a:t> VSI</a:t>
            </a:r>
            <a:endParaRPr lang="en-US" dirty="0"/>
          </a:p>
        </p:txBody>
      </p:sp>
      <p:sp>
        <p:nvSpPr>
          <p:cNvPr id="4" name="Content Placeholder 2">
            <a:extLst>
              <a:ext uri="{FF2B5EF4-FFF2-40B4-BE49-F238E27FC236}">
                <a16:creationId xmlns:a16="http://schemas.microsoft.com/office/drawing/2014/main" id="{36BFF2BB-84AA-3B02-6E03-7E87EE0622C5}"/>
              </a:ext>
            </a:extLst>
          </p:cNvPr>
          <p:cNvSpPr txBox="1">
            <a:spLocks/>
          </p:cNvSpPr>
          <p:nvPr/>
        </p:nvSpPr>
        <p:spPr>
          <a:xfrm>
            <a:off x="730536" y="1707586"/>
            <a:ext cx="5457678" cy="22377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sv-SE" dirty="0"/>
          </a:p>
          <a:p>
            <a:pPr marL="0" indent="0">
              <a:buNone/>
            </a:pPr>
            <a:r>
              <a:rPr lang="sv-SE" b="1" dirty="0" err="1"/>
              <a:t>Pros</a:t>
            </a:r>
            <a:endParaRPr lang="sv-SE" b="1" dirty="0"/>
          </a:p>
          <a:p>
            <a:r>
              <a:rPr lang="sv-SE" sz="1500" dirty="0" err="1">
                <a:latin typeface="Arial"/>
                <a:cs typeface="Arial"/>
              </a:rPr>
              <a:t>Two-level</a:t>
            </a:r>
            <a:r>
              <a:rPr lang="sv-SE" sz="1500" dirty="0">
                <a:latin typeface="Arial"/>
                <a:cs typeface="Arial"/>
              </a:rPr>
              <a:t> </a:t>
            </a:r>
            <a:r>
              <a:rPr lang="sv-SE" sz="1500" dirty="0" err="1">
                <a:latin typeface="Arial"/>
                <a:cs typeface="Arial"/>
              </a:rPr>
              <a:t>inverters</a:t>
            </a:r>
            <a:r>
              <a:rPr lang="sv-SE" sz="1500" dirty="0">
                <a:latin typeface="Arial"/>
                <a:cs typeface="Arial"/>
              </a:rPr>
              <a:t> </a:t>
            </a:r>
            <a:r>
              <a:rPr lang="sv-SE" sz="1500" dirty="0" err="1">
                <a:latin typeface="Arial"/>
                <a:cs typeface="Arial"/>
              </a:rPr>
              <a:t>are</a:t>
            </a:r>
            <a:r>
              <a:rPr lang="sv-SE" sz="1500" dirty="0">
                <a:latin typeface="Arial"/>
                <a:cs typeface="Arial"/>
              </a:rPr>
              <a:t> </a:t>
            </a:r>
            <a:r>
              <a:rPr lang="sv-SE" sz="1500" b="1" dirty="0">
                <a:latin typeface="Arial"/>
                <a:cs typeface="Arial"/>
              </a:rPr>
              <a:t>less </a:t>
            </a:r>
            <a:r>
              <a:rPr lang="sv-SE" sz="1500" b="1" dirty="0" err="1">
                <a:latin typeface="Arial"/>
                <a:cs typeface="Arial"/>
              </a:rPr>
              <a:t>complex</a:t>
            </a:r>
            <a:r>
              <a:rPr lang="sv-SE" sz="1500" b="1" dirty="0">
                <a:latin typeface="Arial"/>
                <a:cs typeface="Arial"/>
              </a:rPr>
              <a:t> </a:t>
            </a:r>
            <a:r>
              <a:rPr lang="sv-SE" sz="1500" dirty="0" err="1">
                <a:latin typeface="Arial"/>
                <a:cs typeface="Arial"/>
              </a:rPr>
              <a:t>than</a:t>
            </a:r>
            <a:r>
              <a:rPr lang="sv-SE" sz="1500" dirty="0">
                <a:latin typeface="Arial"/>
                <a:cs typeface="Arial"/>
              </a:rPr>
              <a:t> the </a:t>
            </a:r>
            <a:r>
              <a:rPr lang="sv-SE" sz="1500" dirty="0" err="1">
                <a:latin typeface="Arial"/>
                <a:cs typeface="Arial"/>
              </a:rPr>
              <a:t>other</a:t>
            </a:r>
            <a:r>
              <a:rPr lang="sv-SE" sz="1500" dirty="0">
                <a:latin typeface="Arial"/>
                <a:cs typeface="Arial"/>
              </a:rPr>
              <a:t> </a:t>
            </a:r>
            <a:r>
              <a:rPr lang="sv-SE" sz="1500" dirty="0" err="1">
                <a:latin typeface="Arial"/>
                <a:cs typeface="Arial"/>
              </a:rPr>
              <a:t>topologies</a:t>
            </a:r>
            <a:r>
              <a:rPr lang="sv-SE" sz="1500" dirty="0">
                <a:latin typeface="Arial"/>
                <a:cs typeface="Arial"/>
              </a:rPr>
              <a:t> and </a:t>
            </a:r>
            <a:r>
              <a:rPr lang="sv-SE" sz="1500" dirty="0" err="1">
                <a:latin typeface="Arial"/>
                <a:cs typeface="Arial"/>
              </a:rPr>
              <a:t>have</a:t>
            </a:r>
            <a:r>
              <a:rPr lang="sv-SE" sz="1500" dirty="0">
                <a:latin typeface="Arial"/>
                <a:cs typeface="Arial"/>
              </a:rPr>
              <a:t> the </a:t>
            </a:r>
            <a:r>
              <a:rPr lang="sv-SE" sz="1500" dirty="0" err="1">
                <a:latin typeface="Arial"/>
                <a:cs typeface="Arial"/>
              </a:rPr>
              <a:t>least</a:t>
            </a:r>
            <a:r>
              <a:rPr lang="sv-SE" sz="1500" dirty="0">
                <a:latin typeface="Arial"/>
                <a:cs typeface="Arial"/>
              </a:rPr>
              <a:t> </a:t>
            </a:r>
            <a:r>
              <a:rPr lang="sv-SE" sz="1500" dirty="0" err="1">
                <a:latin typeface="Arial"/>
                <a:cs typeface="Arial"/>
              </a:rPr>
              <a:t>control</a:t>
            </a:r>
            <a:r>
              <a:rPr lang="sv-SE" sz="1500" dirty="0">
                <a:latin typeface="Arial"/>
                <a:cs typeface="Arial"/>
              </a:rPr>
              <a:t> </a:t>
            </a:r>
            <a:r>
              <a:rPr lang="sv-SE" sz="1500" dirty="0" err="1">
                <a:latin typeface="Arial"/>
                <a:cs typeface="Arial"/>
              </a:rPr>
              <a:t>effort</a:t>
            </a:r>
            <a:r>
              <a:rPr lang="sv-SE" sz="1500" dirty="0">
                <a:latin typeface="Arial"/>
                <a:cs typeface="Arial"/>
              </a:rPr>
              <a:t>.</a:t>
            </a:r>
            <a:endParaRPr lang="sv-SE" dirty="0"/>
          </a:p>
          <a:p>
            <a:endParaRPr lang="sv-SE" sz="1500" dirty="0">
              <a:latin typeface="Arial"/>
              <a:cs typeface="Arial"/>
            </a:endParaRPr>
          </a:p>
          <a:p>
            <a:endParaRPr lang="sv-SE" dirty="0"/>
          </a:p>
          <a:p>
            <a:endParaRPr lang="sv-SE" dirty="0"/>
          </a:p>
        </p:txBody>
      </p:sp>
      <p:sp>
        <p:nvSpPr>
          <p:cNvPr id="5" name="Content Placeholder 2">
            <a:extLst>
              <a:ext uri="{FF2B5EF4-FFF2-40B4-BE49-F238E27FC236}">
                <a16:creationId xmlns:a16="http://schemas.microsoft.com/office/drawing/2014/main" id="{20460043-661E-0C18-95EB-EE3EAE6A5E4F}"/>
              </a:ext>
            </a:extLst>
          </p:cNvPr>
          <p:cNvSpPr txBox="1">
            <a:spLocks/>
          </p:cNvSpPr>
          <p:nvPr/>
        </p:nvSpPr>
        <p:spPr>
          <a:xfrm>
            <a:off x="670559" y="3947557"/>
            <a:ext cx="5704421" cy="27708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b="1" dirty="0" err="1"/>
              <a:t>Cons</a:t>
            </a:r>
            <a:endParaRPr lang="en-US"/>
          </a:p>
          <a:p>
            <a:r>
              <a:rPr lang="sv-SE" sz="1500" dirty="0">
                <a:latin typeface="Arial"/>
                <a:ea typeface="+mn-lt"/>
                <a:cs typeface="Arial"/>
              </a:rPr>
              <a:t>A</a:t>
            </a:r>
            <a:r>
              <a:rPr lang="sv-SE" sz="1500" dirty="0">
                <a:latin typeface="Arial"/>
                <a:cs typeface="Arial"/>
              </a:rPr>
              <a:t> </a:t>
            </a:r>
            <a:r>
              <a:rPr lang="sv-SE" sz="1500" dirty="0" err="1">
                <a:latin typeface="Arial"/>
                <a:cs typeface="Arial"/>
              </a:rPr>
              <a:t>phase</a:t>
            </a:r>
            <a:r>
              <a:rPr lang="sv-SE" sz="1500" dirty="0">
                <a:latin typeface="Arial"/>
                <a:cs typeface="Arial"/>
              </a:rPr>
              <a:t> leg </a:t>
            </a:r>
            <a:r>
              <a:rPr lang="sv-SE" sz="1500" dirty="0" err="1">
                <a:latin typeface="Arial"/>
                <a:cs typeface="Arial"/>
              </a:rPr>
              <a:t>of</a:t>
            </a:r>
            <a:r>
              <a:rPr lang="sv-SE" sz="1500" dirty="0">
                <a:latin typeface="Arial"/>
                <a:cs typeface="Arial"/>
              </a:rPr>
              <a:t> a </a:t>
            </a:r>
            <a:r>
              <a:rPr lang="sv-SE" sz="1500" dirty="0" err="1">
                <a:latin typeface="Arial"/>
                <a:cs typeface="Arial"/>
              </a:rPr>
              <a:t>conventional</a:t>
            </a:r>
            <a:r>
              <a:rPr lang="sv-SE" sz="1500" dirty="0">
                <a:latin typeface="Arial"/>
                <a:cs typeface="Arial"/>
              </a:rPr>
              <a:t> </a:t>
            </a:r>
            <a:r>
              <a:rPr lang="sv-SE" sz="1500" dirty="0" err="1">
                <a:latin typeface="Arial"/>
                <a:cs typeface="Arial"/>
              </a:rPr>
              <a:t>two-level</a:t>
            </a:r>
            <a:r>
              <a:rPr lang="sv-SE" sz="1500" dirty="0">
                <a:latin typeface="Arial"/>
                <a:cs typeface="Arial"/>
              </a:rPr>
              <a:t> </a:t>
            </a:r>
            <a:r>
              <a:rPr lang="sv-SE" sz="1500" dirty="0" err="1">
                <a:latin typeface="Arial"/>
                <a:cs typeface="Arial"/>
              </a:rPr>
              <a:t>inverter</a:t>
            </a:r>
            <a:r>
              <a:rPr lang="sv-SE" sz="1500" dirty="0">
                <a:latin typeface="Arial"/>
                <a:cs typeface="Arial"/>
              </a:rPr>
              <a:t> </a:t>
            </a:r>
            <a:r>
              <a:rPr lang="sv-SE" sz="1500" dirty="0" err="1">
                <a:latin typeface="Arial"/>
                <a:cs typeface="Arial"/>
              </a:rPr>
              <a:t>consists</a:t>
            </a:r>
            <a:r>
              <a:rPr lang="sv-SE" sz="1500" dirty="0">
                <a:latin typeface="Arial"/>
                <a:cs typeface="Arial"/>
              </a:rPr>
              <a:t> </a:t>
            </a:r>
            <a:r>
              <a:rPr lang="sv-SE" sz="1500" dirty="0" err="1">
                <a:latin typeface="Arial"/>
                <a:cs typeface="Arial"/>
              </a:rPr>
              <a:t>of</a:t>
            </a:r>
            <a:r>
              <a:rPr lang="sv-SE" sz="1500" dirty="0">
                <a:latin typeface="Arial"/>
                <a:cs typeface="Arial"/>
              </a:rPr>
              <a:t> </a:t>
            </a:r>
            <a:r>
              <a:rPr lang="sv-SE" sz="1500" dirty="0" err="1">
                <a:latin typeface="Arial"/>
                <a:cs typeface="Arial"/>
              </a:rPr>
              <a:t>two</a:t>
            </a:r>
            <a:r>
              <a:rPr lang="sv-SE" sz="1500" dirty="0">
                <a:latin typeface="Arial"/>
                <a:cs typeface="Arial"/>
              </a:rPr>
              <a:t> transistors </a:t>
            </a:r>
            <a:r>
              <a:rPr lang="sv-SE" sz="1500" dirty="0" err="1">
                <a:latin typeface="Arial"/>
                <a:cs typeface="Arial"/>
              </a:rPr>
              <a:t>that</a:t>
            </a:r>
            <a:r>
              <a:rPr lang="sv-SE" sz="1500" dirty="0">
                <a:latin typeface="Arial"/>
                <a:cs typeface="Arial"/>
              </a:rPr>
              <a:t> </a:t>
            </a:r>
            <a:r>
              <a:rPr lang="sv-SE" sz="1500" b="1" dirty="0">
                <a:latin typeface="Arial"/>
                <a:cs typeface="Arial"/>
              </a:rPr>
              <a:t>block and switch the full dc-</a:t>
            </a:r>
            <a:r>
              <a:rPr lang="sv-SE" sz="1500" b="1" dirty="0" err="1">
                <a:latin typeface="Arial"/>
                <a:cs typeface="Arial"/>
              </a:rPr>
              <a:t>link</a:t>
            </a:r>
            <a:r>
              <a:rPr lang="sv-SE" sz="1500" b="1" dirty="0">
                <a:latin typeface="Arial"/>
                <a:cs typeface="Arial"/>
              </a:rPr>
              <a:t> </a:t>
            </a:r>
            <a:r>
              <a:rPr lang="sv-SE" sz="1500" b="1" dirty="0" err="1">
                <a:latin typeface="Arial"/>
                <a:cs typeface="Arial"/>
              </a:rPr>
              <a:t>voltage</a:t>
            </a:r>
            <a:r>
              <a:rPr lang="sv-SE" sz="1500" b="1" dirty="0">
                <a:latin typeface="Arial"/>
                <a:cs typeface="Arial"/>
              </a:rPr>
              <a:t>.</a:t>
            </a:r>
            <a:r>
              <a:rPr lang="sv-SE" sz="1500" dirty="0">
                <a:latin typeface="Arial"/>
                <a:cs typeface="Arial"/>
              </a:rPr>
              <a:t> </a:t>
            </a:r>
          </a:p>
          <a:p>
            <a:r>
              <a:rPr lang="sv-SE" sz="1500" dirty="0">
                <a:latin typeface="Arial"/>
                <a:ea typeface="+mn-lt"/>
                <a:cs typeface="Arial"/>
              </a:rPr>
              <a:t>The</a:t>
            </a:r>
            <a:r>
              <a:rPr lang="sv-SE" sz="1500" dirty="0">
                <a:latin typeface="Arial"/>
                <a:cs typeface="Arial"/>
              </a:rPr>
              <a:t> </a:t>
            </a:r>
            <a:r>
              <a:rPr lang="sv-SE" sz="1500" dirty="0" err="1">
                <a:latin typeface="Arial"/>
                <a:cs typeface="Arial"/>
              </a:rPr>
              <a:t>connected</a:t>
            </a:r>
            <a:r>
              <a:rPr lang="sv-SE" sz="1500" dirty="0">
                <a:latin typeface="Arial"/>
                <a:cs typeface="Arial"/>
              </a:rPr>
              <a:t> </a:t>
            </a:r>
            <a:r>
              <a:rPr lang="sv-SE" sz="1500" dirty="0" err="1">
                <a:latin typeface="Arial"/>
                <a:cs typeface="Arial"/>
              </a:rPr>
              <a:t>machine</a:t>
            </a:r>
            <a:r>
              <a:rPr lang="sv-SE" sz="1500" dirty="0">
                <a:latin typeface="Arial"/>
                <a:cs typeface="Arial"/>
              </a:rPr>
              <a:t> </a:t>
            </a:r>
            <a:r>
              <a:rPr lang="sv-SE" sz="1500" dirty="0" err="1">
                <a:latin typeface="Arial"/>
                <a:cs typeface="Arial"/>
              </a:rPr>
              <a:t>suffers</a:t>
            </a:r>
            <a:r>
              <a:rPr lang="sv-SE" sz="1500" dirty="0">
                <a:latin typeface="Arial"/>
                <a:cs typeface="Arial"/>
              </a:rPr>
              <a:t> from </a:t>
            </a:r>
            <a:r>
              <a:rPr lang="sv-SE" sz="1500" b="1" dirty="0" err="1">
                <a:latin typeface="Arial"/>
                <a:cs typeface="Arial"/>
              </a:rPr>
              <a:t>higher</a:t>
            </a:r>
            <a:r>
              <a:rPr lang="sv-SE" sz="1500" b="1" dirty="0">
                <a:latin typeface="Arial"/>
                <a:cs typeface="Arial"/>
              </a:rPr>
              <a:t> </a:t>
            </a:r>
            <a:r>
              <a:rPr lang="sv-SE" sz="1500" b="1" dirty="0" err="1">
                <a:latin typeface="Arial"/>
                <a:cs typeface="Arial"/>
              </a:rPr>
              <a:t>harmonic</a:t>
            </a:r>
            <a:r>
              <a:rPr lang="sv-SE" sz="1500" b="1" dirty="0">
                <a:latin typeface="Arial"/>
                <a:cs typeface="Arial"/>
              </a:rPr>
              <a:t> </a:t>
            </a:r>
            <a:r>
              <a:rPr lang="sv-SE" sz="1500" b="1" dirty="0" err="1">
                <a:latin typeface="Arial"/>
                <a:cs typeface="Arial"/>
              </a:rPr>
              <a:t>losses</a:t>
            </a:r>
            <a:r>
              <a:rPr lang="sv-SE" sz="1500" b="1" dirty="0">
                <a:latin typeface="Arial"/>
                <a:cs typeface="Arial"/>
              </a:rPr>
              <a:t> </a:t>
            </a:r>
            <a:r>
              <a:rPr lang="sv-SE" sz="1500" dirty="0">
                <a:latin typeface="Arial"/>
                <a:cs typeface="Arial"/>
              </a:rPr>
              <a:t>and t</a:t>
            </a:r>
            <a:r>
              <a:rPr lang="sv-SE" sz="1500" b="1" dirty="0">
                <a:latin typeface="Arial"/>
                <a:cs typeface="Arial"/>
              </a:rPr>
              <a:t>he </a:t>
            </a:r>
            <a:r>
              <a:rPr lang="sv-SE" sz="1500" b="1" dirty="0" err="1">
                <a:latin typeface="Arial"/>
                <a:cs typeface="Arial"/>
              </a:rPr>
              <a:t>steep</a:t>
            </a:r>
            <a:r>
              <a:rPr lang="sv-SE" sz="1500" b="1" dirty="0">
                <a:latin typeface="Arial"/>
                <a:cs typeface="Arial"/>
              </a:rPr>
              <a:t> </a:t>
            </a:r>
            <a:r>
              <a:rPr lang="sv-SE" sz="1500" b="1" dirty="0" err="1">
                <a:latin typeface="Arial"/>
                <a:cs typeface="Arial"/>
              </a:rPr>
              <a:t>voltage</a:t>
            </a:r>
            <a:r>
              <a:rPr lang="sv-SE" sz="1500" b="1" dirty="0">
                <a:latin typeface="Arial"/>
                <a:cs typeface="Arial"/>
              </a:rPr>
              <a:t> </a:t>
            </a:r>
            <a:r>
              <a:rPr lang="sv-SE" sz="1500" b="1" dirty="0" err="1">
                <a:latin typeface="Arial"/>
                <a:cs typeface="Arial"/>
              </a:rPr>
              <a:t>slopes</a:t>
            </a:r>
            <a:r>
              <a:rPr lang="sv-SE" sz="1500" b="1" dirty="0">
                <a:latin typeface="Arial"/>
                <a:cs typeface="Arial"/>
              </a:rPr>
              <a:t> </a:t>
            </a:r>
            <a:r>
              <a:rPr lang="sv-SE" sz="1500" dirty="0" err="1">
                <a:latin typeface="Arial"/>
                <a:cs typeface="Arial"/>
              </a:rPr>
              <a:t>can</a:t>
            </a:r>
            <a:r>
              <a:rPr lang="sv-SE" sz="1500" dirty="0">
                <a:latin typeface="Arial"/>
                <a:cs typeface="Arial"/>
              </a:rPr>
              <a:t> </a:t>
            </a:r>
            <a:r>
              <a:rPr lang="sv-SE" sz="1500" dirty="0" err="1">
                <a:latin typeface="Arial"/>
                <a:cs typeface="Arial"/>
              </a:rPr>
              <a:t>damage</a:t>
            </a:r>
            <a:r>
              <a:rPr lang="sv-SE" sz="1500" dirty="0">
                <a:latin typeface="Arial"/>
                <a:cs typeface="Arial"/>
              </a:rPr>
              <a:t> it by </a:t>
            </a:r>
            <a:r>
              <a:rPr lang="sv-SE" sz="1500" dirty="0" err="1">
                <a:latin typeface="Arial"/>
                <a:cs typeface="Arial"/>
              </a:rPr>
              <a:t>causin</a:t>
            </a:r>
            <a:r>
              <a:rPr lang="sv-SE" sz="1500" b="1" dirty="0" err="1">
                <a:latin typeface="Arial"/>
                <a:cs typeface="Arial"/>
              </a:rPr>
              <a:t>g</a:t>
            </a:r>
            <a:r>
              <a:rPr lang="sv-SE" sz="1500" b="1" dirty="0">
                <a:latin typeface="Arial"/>
                <a:cs typeface="Arial"/>
              </a:rPr>
              <a:t> </a:t>
            </a:r>
            <a:r>
              <a:rPr lang="sv-SE" sz="1500" b="1" dirty="0" err="1">
                <a:latin typeface="Arial"/>
                <a:cs typeface="Arial"/>
              </a:rPr>
              <a:t>bearing</a:t>
            </a:r>
            <a:r>
              <a:rPr lang="sv-SE" sz="1500" b="1" dirty="0">
                <a:latin typeface="Arial"/>
                <a:cs typeface="Arial"/>
              </a:rPr>
              <a:t> </a:t>
            </a:r>
            <a:r>
              <a:rPr lang="sv-SE" sz="1500" b="1" dirty="0" err="1">
                <a:latin typeface="Arial"/>
                <a:cs typeface="Arial"/>
              </a:rPr>
              <a:t>currents</a:t>
            </a:r>
            <a:r>
              <a:rPr lang="sv-SE" sz="1500" dirty="0">
                <a:latin typeface="Arial"/>
                <a:cs typeface="Arial"/>
              </a:rPr>
              <a:t> or </a:t>
            </a:r>
            <a:r>
              <a:rPr lang="sv-SE" sz="1500" b="1" dirty="0" err="1">
                <a:latin typeface="Arial"/>
                <a:cs typeface="Arial"/>
              </a:rPr>
              <a:t>overstressing</a:t>
            </a:r>
            <a:r>
              <a:rPr lang="sv-SE" sz="1500" b="1" dirty="0">
                <a:latin typeface="Arial"/>
                <a:cs typeface="Arial"/>
              </a:rPr>
              <a:t> the </a:t>
            </a:r>
            <a:r>
              <a:rPr lang="sv-SE" sz="1500" b="1" dirty="0" err="1">
                <a:latin typeface="Arial"/>
                <a:cs typeface="Arial"/>
              </a:rPr>
              <a:t>winding</a:t>
            </a:r>
            <a:r>
              <a:rPr lang="sv-SE" sz="1500" b="1" dirty="0">
                <a:latin typeface="Arial"/>
                <a:cs typeface="Arial"/>
              </a:rPr>
              <a:t> </a:t>
            </a:r>
            <a:r>
              <a:rPr lang="sv-SE" sz="1500" b="1" dirty="0" err="1">
                <a:latin typeface="Arial"/>
                <a:cs typeface="Arial"/>
              </a:rPr>
              <a:t>insulation</a:t>
            </a:r>
            <a:r>
              <a:rPr lang="sv-SE" sz="1500" b="1" dirty="0">
                <a:latin typeface="Arial"/>
                <a:cs typeface="Arial"/>
              </a:rPr>
              <a:t>.</a:t>
            </a:r>
          </a:p>
          <a:p>
            <a:r>
              <a:rPr lang="sv-SE" dirty="0" err="1">
                <a:latin typeface="Arial"/>
                <a:cs typeface="Arial"/>
              </a:rPr>
              <a:t>Two-level</a:t>
            </a:r>
            <a:r>
              <a:rPr lang="sv-SE" dirty="0">
                <a:latin typeface="Arial"/>
                <a:cs typeface="Arial"/>
              </a:rPr>
              <a:t> </a:t>
            </a:r>
            <a:r>
              <a:rPr lang="sv-SE" dirty="0" err="1">
                <a:latin typeface="Arial"/>
                <a:cs typeface="Arial"/>
              </a:rPr>
              <a:t>inverters</a:t>
            </a:r>
            <a:r>
              <a:rPr lang="sv-SE" dirty="0">
                <a:latin typeface="Arial"/>
                <a:cs typeface="Arial"/>
              </a:rPr>
              <a:t> </a:t>
            </a:r>
            <a:r>
              <a:rPr lang="sv-SE" dirty="0" err="1">
                <a:latin typeface="Arial"/>
                <a:cs typeface="Arial"/>
              </a:rPr>
              <a:t>have</a:t>
            </a:r>
            <a:r>
              <a:rPr lang="sv-SE" dirty="0">
                <a:latin typeface="Arial"/>
                <a:cs typeface="Arial"/>
              </a:rPr>
              <a:t> a </a:t>
            </a:r>
            <a:r>
              <a:rPr lang="sv-SE" b="1" dirty="0">
                <a:latin typeface="Arial"/>
                <a:cs typeface="Arial"/>
              </a:rPr>
              <a:t>bad </a:t>
            </a:r>
            <a:r>
              <a:rPr lang="sv-SE" b="1" dirty="0" err="1">
                <a:latin typeface="Arial"/>
                <a:cs typeface="Arial"/>
              </a:rPr>
              <a:t>efficiency</a:t>
            </a:r>
            <a:r>
              <a:rPr lang="sv-SE" dirty="0">
                <a:latin typeface="Arial"/>
                <a:cs typeface="Arial"/>
              </a:rPr>
              <a:t> for </a:t>
            </a:r>
            <a:r>
              <a:rPr lang="sv-SE" b="1" dirty="0" err="1">
                <a:latin typeface="Arial"/>
                <a:cs typeface="Arial"/>
              </a:rPr>
              <a:t>higher</a:t>
            </a:r>
            <a:r>
              <a:rPr lang="sv-SE" b="1" dirty="0">
                <a:latin typeface="Arial"/>
                <a:cs typeface="Arial"/>
              </a:rPr>
              <a:t> </a:t>
            </a:r>
            <a:r>
              <a:rPr lang="sv-SE" b="1" dirty="0" err="1">
                <a:latin typeface="Arial"/>
                <a:cs typeface="Arial"/>
              </a:rPr>
              <a:t>switching</a:t>
            </a:r>
            <a:r>
              <a:rPr lang="sv-SE" b="1" dirty="0">
                <a:latin typeface="Arial"/>
                <a:cs typeface="Arial"/>
              </a:rPr>
              <a:t> </a:t>
            </a:r>
            <a:r>
              <a:rPr lang="sv-SE" b="1" dirty="0" err="1">
                <a:latin typeface="Arial"/>
                <a:cs typeface="Arial"/>
              </a:rPr>
              <a:t>frequency</a:t>
            </a:r>
            <a:r>
              <a:rPr lang="sv-SE" dirty="0">
                <a:latin typeface="Arial"/>
                <a:cs typeface="Arial"/>
              </a:rPr>
              <a:t>. </a:t>
            </a:r>
          </a:p>
          <a:p>
            <a:endParaRPr lang="sv-SE" dirty="0">
              <a:latin typeface="Arial"/>
              <a:cs typeface="Arial"/>
            </a:endParaRPr>
          </a:p>
          <a:p>
            <a:endParaRPr lang="sv-SE" dirty="0">
              <a:latin typeface="Arial"/>
              <a:cs typeface="Arial"/>
            </a:endParaRPr>
          </a:p>
          <a:p>
            <a:endParaRPr lang="sv-SE" dirty="0">
              <a:latin typeface="Arial"/>
              <a:cs typeface="Arial"/>
            </a:endParaRPr>
          </a:p>
          <a:p>
            <a:endParaRPr lang="sv-SE" dirty="0">
              <a:latin typeface="Arial"/>
              <a:cs typeface="Arial"/>
            </a:endParaRPr>
          </a:p>
        </p:txBody>
      </p:sp>
      <p:pic>
        <p:nvPicPr>
          <p:cNvPr id="8" name="Picture 7" descr="A diagram of a circuit&#10;&#10;AI-generated content may be incorrect.">
            <a:extLst>
              <a:ext uri="{FF2B5EF4-FFF2-40B4-BE49-F238E27FC236}">
                <a16:creationId xmlns:a16="http://schemas.microsoft.com/office/drawing/2014/main" id="{CB9F2CCD-AB10-ADE0-B81D-E41DF58CDC96}"/>
              </a:ext>
            </a:extLst>
          </p:cNvPr>
          <p:cNvPicPr>
            <a:picLocks noChangeAspect="1"/>
          </p:cNvPicPr>
          <p:nvPr/>
        </p:nvPicPr>
        <p:blipFill>
          <a:blip r:embed="rId2"/>
          <a:stretch>
            <a:fillRect/>
          </a:stretch>
        </p:blipFill>
        <p:spPr>
          <a:xfrm>
            <a:off x="6868204" y="2618922"/>
            <a:ext cx="5248275" cy="2476500"/>
          </a:xfrm>
          <a:prstGeom prst="rect">
            <a:avLst/>
          </a:prstGeom>
        </p:spPr>
      </p:pic>
    </p:spTree>
    <p:extLst>
      <p:ext uri="{BB962C8B-B14F-4D97-AF65-F5344CB8AC3E}">
        <p14:creationId xmlns:p14="http://schemas.microsoft.com/office/powerpoint/2010/main" val="4077704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3626-6659-6FC1-9693-0DDC312AB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A9284-CEEA-EA61-81A3-72E8571E55F7}"/>
              </a:ext>
            </a:extLst>
          </p:cNvPr>
          <p:cNvSpPr>
            <a:spLocks noGrp="1"/>
          </p:cNvSpPr>
          <p:nvPr>
            <p:ph type="title"/>
          </p:nvPr>
        </p:nvSpPr>
        <p:spPr>
          <a:xfrm>
            <a:off x="1054326" y="316917"/>
            <a:ext cx="10990263" cy="568412"/>
          </a:xfrm>
        </p:spPr>
        <p:txBody>
          <a:bodyPr/>
          <a:lstStyle/>
          <a:p>
            <a:r>
              <a:rPr lang="en-US" dirty="0"/>
              <a:t>Three-Level Neutral Point Clamped (3L-NPC) Inverter</a:t>
            </a:r>
            <a:endParaRPr lang="en-US" b="0" dirty="0"/>
          </a:p>
        </p:txBody>
      </p:sp>
      <p:sp>
        <p:nvSpPr>
          <p:cNvPr id="4" name="Content Placeholder 2">
            <a:extLst>
              <a:ext uri="{FF2B5EF4-FFF2-40B4-BE49-F238E27FC236}">
                <a16:creationId xmlns:a16="http://schemas.microsoft.com/office/drawing/2014/main" id="{36BFF2BB-84AA-3B02-6E03-7E87EE0622C5}"/>
              </a:ext>
            </a:extLst>
          </p:cNvPr>
          <p:cNvSpPr txBox="1">
            <a:spLocks/>
          </p:cNvSpPr>
          <p:nvPr/>
        </p:nvSpPr>
        <p:spPr>
          <a:xfrm>
            <a:off x="503217" y="1334154"/>
            <a:ext cx="7541113" cy="312140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sz="1200" b="1" dirty="0" err="1" smtClean="0"/>
              <a:t>Pros</a:t>
            </a:r>
            <a:endParaRPr lang="sv-SE" sz="1200" b="1" dirty="0"/>
          </a:p>
          <a:p>
            <a:r>
              <a:rPr lang="en-US" sz="1200" b="1" dirty="0"/>
              <a:t>Reduced Voltage Stress</a:t>
            </a:r>
            <a:endParaRPr lang="en-US" sz="1200" dirty="0"/>
          </a:p>
          <a:p>
            <a:pPr lvl="1"/>
            <a:r>
              <a:rPr lang="en-US" sz="1200" dirty="0"/>
              <a:t>Switches block only </a:t>
            </a:r>
            <a:r>
              <a:rPr lang="en-US" sz="1200" b="1" dirty="0"/>
              <a:t>half of the DC-link voltage</a:t>
            </a:r>
            <a:r>
              <a:rPr lang="en-US" sz="1200" dirty="0"/>
              <a:t>, enabling use of lower-rated (cheaper) devices.</a:t>
            </a:r>
          </a:p>
          <a:p>
            <a:r>
              <a:rPr lang="en-US" sz="1200" b="1" dirty="0"/>
              <a:t>Lower Harmonic Distortion</a:t>
            </a:r>
            <a:endParaRPr lang="en-US" sz="1200" dirty="0"/>
          </a:p>
          <a:p>
            <a:pPr lvl="1"/>
            <a:r>
              <a:rPr lang="en-US" sz="1200" dirty="0"/>
              <a:t>Additional voltage level reduces THD and machine losses compared to two-level inverters.</a:t>
            </a:r>
          </a:p>
          <a:p>
            <a:r>
              <a:rPr lang="en-US" sz="1200" b="1" dirty="0"/>
              <a:t>Improved Efficiency at Medium Frequencies</a:t>
            </a:r>
            <a:endParaRPr lang="en-US" sz="1200" dirty="0"/>
          </a:p>
          <a:p>
            <a:pPr lvl="1"/>
            <a:r>
              <a:rPr lang="en-US" sz="1200" dirty="0"/>
              <a:t>More efficient than two-level inverters for switching frequencies </a:t>
            </a:r>
            <a:r>
              <a:rPr lang="en-US" sz="1200" b="1" dirty="0"/>
              <a:t>10–30 kHz</a:t>
            </a:r>
            <a:r>
              <a:rPr lang="en-US" sz="1200" dirty="0"/>
              <a:t>.</a:t>
            </a:r>
          </a:p>
          <a:p>
            <a:r>
              <a:rPr lang="en-US" sz="1200" b="1" dirty="0"/>
              <a:t>Lower EMI</a:t>
            </a:r>
            <a:endParaRPr lang="en-US" sz="1200" dirty="0"/>
          </a:p>
          <a:p>
            <a:pPr lvl="1"/>
            <a:r>
              <a:rPr lang="en-US" sz="1200" dirty="0"/>
              <a:t>Reduced dv/</a:t>
            </a:r>
            <a:r>
              <a:rPr lang="en-US" sz="1200" dirty="0" err="1"/>
              <a:t>dt</a:t>
            </a:r>
            <a:r>
              <a:rPr lang="en-US" sz="1200" dirty="0"/>
              <a:t> minimizes electromagnetic interference and motor insulation stress.</a:t>
            </a:r>
          </a:p>
          <a:p>
            <a:endParaRPr lang="sv-SE" sz="1200" dirty="0">
              <a:latin typeface="Arial"/>
              <a:cs typeface="Arial"/>
            </a:endParaRPr>
          </a:p>
          <a:p>
            <a:endParaRPr lang="sv-SE" dirty="0"/>
          </a:p>
          <a:p>
            <a:endParaRPr lang="sv-SE" dirty="0"/>
          </a:p>
        </p:txBody>
      </p:sp>
      <p:sp>
        <p:nvSpPr>
          <p:cNvPr id="5" name="Content Placeholder 2">
            <a:extLst>
              <a:ext uri="{FF2B5EF4-FFF2-40B4-BE49-F238E27FC236}">
                <a16:creationId xmlns:a16="http://schemas.microsoft.com/office/drawing/2014/main" id="{20460043-661E-0C18-95EB-EE3EAE6A5E4F}"/>
              </a:ext>
            </a:extLst>
          </p:cNvPr>
          <p:cNvSpPr txBox="1">
            <a:spLocks/>
          </p:cNvSpPr>
          <p:nvPr/>
        </p:nvSpPr>
        <p:spPr>
          <a:xfrm>
            <a:off x="503217" y="3902832"/>
            <a:ext cx="7541113" cy="27708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sz="1400" b="1" dirty="0" err="1"/>
              <a:t>Cons</a:t>
            </a:r>
            <a:endParaRPr lang="en-US" sz="1400" dirty="0"/>
          </a:p>
          <a:p>
            <a:r>
              <a:rPr lang="en-US" sz="1200" b="1" dirty="0"/>
              <a:t>Higher Component Count</a:t>
            </a:r>
            <a:endParaRPr lang="en-US" sz="1200" dirty="0"/>
          </a:p>
          <a:p>
            <a:pPr lvl="1"/>
            <a:r>
              <a:rPr lang="en-US" sz="1200" dirty="0"/>
              <a:t>Requires </a:t>
            </a:r>
            <a:r>
              <a:rPr lang="en-US" sz="1200" b="1" dirty="0"/>
              <a:t>4 switches + 2 diodes per leg</a:t>
            </a:r>
            <a:r>
              <a:rPr lang="en-US" sz="1200" dirty="0"/>
              <a:t>, increasing complexity and cost.</a:t>
            </a:r>
          </a:p>
          <a:p>
            <a:r>
              <a:rPr lang="en-US" sz="1200" b="1" dirty="0"/>
              <a:t>Neutral Point Balancing</a:t>
            </a:r>
            <a:endParaRPr lang="en-US" sz="1200" dirty="0"/>
          </a:p>
          <a:p>
            <a:pPr lvl="1"/>
            <a:r>
              <a:rPr lang="en-US" sz="1200" dirty="0"/>
              <a:t>Complex control needed to maintain capacitor voltage balance.</a:t>
            </a:r>
          </a:p>
          <a:p>
            <a:r>
              <a:rPr lang="en-US" sz="1200" b="1" dirty="0"/>
              <a:t>Unequal Loss Distribution</a:t>
            </a:r>
            <a:endParaRPr lang="en-US" sz="1200" dirty="0"/>
          </a:p>
          <a:p>
            <a:pPr lvl="1"/>
            <a:r>
              <a:rPr lang="en-US" sz="1200" dirty="0"/>
              <a:t>Inner switches experience higher losses than outer switches.</a:t>
            </a:r>
          </a:p>
          <a:p>
            <a:r>
              <a:rPr lang="en-US" sz="1200" b="1" dirty="0"/>
              <a:t>Limited High-Frequency Efficiency</a:t>
            </a:r>
            <a:endParaRPr lang="en-US" sz="1200" dirty="0"/>
          </a:p>
          <a:p>
            <a:pPr lvl="1"/>
            <a:r>
              <a:rPr lang="en-US" sz="1200" dirty="0"/>
              <a:t>Efficiency drops above </a:t>
            </a:r>
            <a:r>
              <a:rPr lang="en-US" sz="1200" b="1" dirty="0"/>
              <a:t>30 kHz</a:t>
            </a:r>
            <a:r>
              <a:rPr lang="en-US" sz="1200" dirty="0"/>
              <a:t> due to switching losses.</a:t>
            </a:r>
          </a:p>
          <a:p>
            <a:r>
              <a:rPr lang="en-US" dirty="0"/>
              <a:t/>
            </a:r>
            <a:br>
              <a:rPr lang="en-US" dirty="0"/>
            </a:br>
            <a:endParaRPr lang="sv-SE" dirty="0">
              <a:latin typeface="Arial"/>
              <a:cs typeface="Arial"/>
            </a:endParaRPr>
          </a:p>
          <a:p>
            <a:endParaRPr lang="sv-SE" dirty="0">
              <a:latin typeface="Arial"/>
              <a:cs typeface="Arial"/>
            </a:endParaRPr>
          </a:p>
          <a:p>
            <a:endParaRPr lang="sv-SE" dirty="0">
              <a:latin typeface="Arial"/>
              <a:cs typeface="Arial"/>
            </a:endParaRPr>
          </a:p>
          <a:p>
            <a:endParaRPr lang="sv-SE" dirty="0">
              <a:latin typeface="Arial"/>
              <a:cs typeface="Arial"/>
            </a:endParaRPr>
          </a:p>
        </p:txBody>
      </p:sp>
      <p:pic>
        <p:nvPicPr>
          <p:cNvPr id="8" name="Picture 7" descr="A diagram of a circuit&#10;&#10;AI-generated content may be incorrect.">
            <a:extLst>
              <a:ext uri="{FF2B5EF4-FFF2-40B4-BE49-F238E27FC236}">
                <a16:creationId xmlns:a16="http://schemas.microsoft.com/office/drawing/2014/main" id="{CB9F2CCD-AB10-ADE0-B81D-E41DF58CDC96}"/>
              </a:ext>
            </a:extLst>
          </p:cNvPr>
          <p:cNvPicPr>
            <a:picLocks noChangeAspect="1"/>
          </p:cNvPicPr>
          <p:nvPr/>
        </p:nvPicPr>
        <p:blipFill>
          <a:blip r:embed="rId2"/>
          <a:stretch>
            <a:fillRect/>
          </a:stretch>
        </p:blipFill>
        <p:spPr>
          <a:xfrm>
            <a:off x="8570257" y="3227294"/>
            <a:ext cx="3351048" cy="1581257"/>
          </a:xfrm>
          <a:prstGeom prst="rect">
            <a:avLst/>
          </a:prstGeom>
        </p:spPr>
      </p:pic>
    </p:spTree>
    <p:extLst>
      <p:ext uri="{BB962C8B-B14F-4D97-AF65-F5344CB8AC3E}">
        <p14:creationId xmlns:p14="http://schemas.microsoft.com/office/powerpoint/2010/main" val="4115256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66C48-EACD-F776-A4BA-B7279C11F9DB}"/>
              </a:ext>
            </a:extLst>
          </p:cNvPr>
          <p:cNvSpPr>
            <a:spLocks noGrp="1"/>
          </p:cNvSpPr>
          <p:nvPr>
            <p:ph type="title"/>
          </p:nvPr>
        </p:nvSpPr>
        <p:spPr>
          <a:xfrm>
            <a:off x="1054326" y="316917"/>
            <a:ext cx="10990263" cy="568412"/>
          </a:xfrm>
        </p:spPr>
        <p:txBody>
          <a:bodyPr/>
          <a:lstStyle/>
          <a:p>
            <a:r>
              <a:rPr lang="en-US" dirty="0" smtClean="0"/>
              <a:t>Two-Level Inverters</a:t>
            </a:r>
            <a:endParaRPr lang="sv-SE" dirty="0"/>
          </a:p>
        </p:txBody>
      </p:sp>
      <p:sp>
        <p:nvSpPr>
          <p:cNvPr id="4" name="Content Placeholder 2">
            <a:extLst>
              <a:ext uri="{FF2B5EF4-FFF2-40B4-BE49-F238E27FC236}">
                <a16:creationId xmlns:a16="http://schemas.microsoft.com/office/drawing/2014/main" id="{FE7F13A9-E417-CDB9-22C6-D7F5483708CE}"/>
              </a:ext>
            </a:extLst>
          </p:cNvPr>
          <p:cNvSpPr txBox="1">
            <a:spLocks/>
          </p:cNvSpPr>
          <p:nvPr/>
        </p:nvSpPr>
        <p:spPr>
          <a:xfrm>
            <a:off x="616983" y="885328"/>
            <a:ext cx="5526829" cy="59218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b="1" dirty="0" err="1" smtClean="0"/>
              <a:t>Pros</a:t>
            </a:r>
            <a:endParaRPr lang="sv-SE" b="1" dirty="0"/>
          </a:p>
          <a:p>
            <a:pPr marL="342900" indent="-342900">
              <a:buFont typeface="+mj-lt"/>
              <a:buAutoNum type="arabicPeriod"/>
            </a:pPr>
            <a:r>
              <a:rPr lang="sv-SE" sz="1400" dirty="0" smtClean="0"/>
              <a:t>Simple </a:t>
            </a:r>
            <a:r>
              <a:rPr lang="sv-SE" sz="1400" dirty="0"/>
              <a:t>and Robust </a:t>
            </a:r>
            <a:r>
              <a:rPr lang="sv-SE" sz="1400" dirty="0" err="1" smtClean="0"/>
              <a:t>Structure</a:t>
            </a:r>
            <a:r>
              <a:rPr lang="sv-SE" sz="1400" dirty="0" smtClean="0"/>
              <a:t> :</a:t>
            </a:r>
          </a:p>
          <a:p>
            <a:pPr lvl="1">
              <a:buFont typeface="Wingdings" panose="05000000000000000000" pitchFamily="2" charset="2"/>
              <a:buChar char="q"/>
            </a:pPr>
            <a:r>
              <a:rPr lang="sv-SE" dirty="0" err="1" smtClean="0"/>
              <a:t>Uses</a:t>
            </a:r>
            <a:r>
              <a:rPr lang="sv-SE" dirty="0" smtClean="0"/>
              <a:t> </a:t>
            </a:r>
            <a:r>
              <a:rPr lang="sv-SE" dirty="0" err="1"/>
              <a:t>only</a:t>
            </a:r>
            <a:r>
              <a:rPr lang="sv-SE" dirty="0"/>
              <a:t> </a:t>
            </a:r>
            <a:r>
              <a:rPr lang="sv-SE" dirty="0" err="1"/>
              <a:t>two</a:t>
            </a:r>
            <a:r>
              <a:rPr lang="sv-SE" dirty="0"/>
              <a:t> </a:t>
            </a:r>
            <a:r>
              <a:rPr lang="sv-SE" dirty="0" err="1"/>
              <a:t>switches</a:t>
            </a:r>
            <a:r>
              <a:rPr lang="sv-SE" dirty="0"/>
              <a:t> per </a:t>
            </a:r>
            <a:r>
              <a:rPr lang="sv-SE" dirty="0" err="1"/>
              <a:t>phase</a:t>
            </a:r>
            <a:r>
              <a:rPr lang="sv-SE" dirty="0"/>
              <a:t> leg, </a:t>
            </a:r>
            <a:r>
              <a:rPr lang="sv-SE" dirty="0" err="1"/>
              <a:t>making</a:t>
            </a:r>
            <a:r>
              <a:rPr lang="sv-SE" dirty="0"/>
              <a:t> the </a:t>
            </a:r>
            <a:r>
              <a:rPr lang="sv-SE" dirty="0" err="1"/>
              <a:t>circuit</a:t>
            </a:r>
            <a:r>
              <a:rPr lang="sv-SE" dirty="0"/>
              <a:t> </a:t>
            </a:r>
            <a:r>
              <a:rPr lang="sv-SE" dirty="0" smtClean="0"/>
              <a:t>straightforward </a:t>
            </a:r>
            <a:r>
              <a:rPr lang="sv-SE" dirty="0"/>
              <a:t>to </a:t>
            </a:r>
            <a:r>
              <a:rPr lang="sv-SE" dirty="0" err="1"/>
              <a:t>implement</a:t>
            </a:r>
            <a:r>
              <a:rPr lang="sv-SE" dirty="0"/>
              <a:t>.  	</a:t>
            </a:r>
            <a:endParaRPr lang="sv-SE" dirty="0" smtClean="0"/>
          </a:p>
          <a:p>
            <a:pPr lvl="1">
              <a:buFont typeface="Wingdings" panose="05000000000000000000" pitchFamily="2" charset="2"/>
              <a:buChar char="q"/>
            </a:pPr>
            <a:r>
              <a:rPr lang="sv-SE" dirty="0" smtClean="0"/>
              <a:t> </a:t>
            </a:r>
            <a:r>
              <a:rPr lang="sv-SE" dirty="0" err="1" smtClean="0"/>
              <a:t>Fewer</a:t>
            </a:r>
            <a:r>
              <a:rPr lang="sv-SE" dirty="0" smtClean="0"/>
              <a:t> </a:t>
            </a:r>
            <a:r>
              <a:rPr lang="sv-SE" dirty="0" err="1"/>
              <a:t>components</a:t>
            </a:r>
            <a:r>
              <a:rPr lang="sv-SE" dirty="0"/>
              <a:t> </a:t>
            </a:r>
            <a:r>
              <a:rPr lang="sv-SE" dirty="0" err="1"/>
              <a:t>reduce</a:t>
            </a:r>
            <a:r>
              <a:rPr lang="sv-SE" dirty="0"/>
              <a:t> </a:t>
            </a:r>
            <a:r>
              <a:rPr lang="sv-SE" dirty="0" err="1"/>
              <a:t>failure</a:t>
            </a:r>
            <a:r>
              <a:rPr lang="sv-SE" dirty="0"/>
              <a:t> </a:t>
            </a:r>
            <a:r>
              <a:rPr lang="sv-SE" dirty="0" err="1"/>
              <a:t>points</a:t>
            </a:r>
            <a:r>
              <a:rPr lang="sv-SE" dirty="0"/>
              <a:t> and </a:t>
            </a:r>
            <a:r>
              <a:rPr lang="sv-SE" dirty="0" err="1"/>
              <a:t>simplify</a:t>
            </a:r>
            <a:r>
              <a:rPr lang="sv-SE" dirty="0"/>
              <a:t> </a:t>
            </a:r>
            <a:r>
              <a:rPr lang="sv-SE" dirty="0" err="1"/>
              <a:t>maintenance</a:t>
            </a:r>
            <a:r>
              <a:rPr lang="sv-SE" dirty="0"/>
              <a:t>.  </a:t>
            </a:r>
            <a:endParaRPr lang="sv-SE" dirty="0" smtClean="0"/>
          </a:p>
          <a:p>
            <a:pPr marL="342900" indent="-342900">
              <a:buFont typeface="+mj-lt"/>
              <a:buAutoNum type="arabicPeriod"/>
            </a:pPr>
            <a:r>
              <a:rPr lang="sv-SE" sz="1400" dirty="0" err="1" smtClean="0"/>
              <a:t>Low</a:t>
            </a:r>
            <a:r>
              <a:rPr lang="sv-SE" sz="1400" dirty="0" smtClean="0"/>
              <a:t> </a:t>
            </a:r>
            <a:r>
              <a:rPr lang="sv-SE" sz="1400" dirty="0"/>
              <a:t>Control </a:t>
            </a:r>
            <a:r>
              <a:rPr lang="sv-SE" sz="1400" dirty="0" err="1" smtClean="0"/>
              <a:t>Complexity</a:t>
            </a:r>
            <a:r>
              <a:rPr lang="sv-SE" sz="1400" dirty="0" smtClean="0"/>
              <a:t>  </a:t>
            </a:r>
          </a:p>
          <a:p>
            <a:pPr lvl="1">
              <a:buFont typeface="Wingdings" panose="05000000000000000000" pitchFamily="2" charset="2"/>
              <a:buChar char="q"/>
            </a:pPr>
            <a:r>
              <a:rPr lang="sv-SE" dirty="0" smtClean="0"/>
              <a:t> </a:t>
            </a:r>
            <a:r>
              <a:rPr lang="sv-SE" dirty="0" err="1"/>
              <a:t>Well-established</a:t>
            </a:r>
            <a:r>
              <a:rPr lang="sv-SE" dirty="0"/>
              <a:t> PWM </a:t>
            </a:r>
            <a:r>
              <a:rPr lang="sv-SE" dirty="0" err="1"/>
              <a:t>techniques</a:t>
            </a:r>
            <a:r>
              <a:rPr lang="sv-SE" dirty="0"/>
              <a:t> (e.g</a:t>
            </a:r>
            <a:r>
              <a:rPr lang="sv-SE" dirty="0" smtClean="0"/>
              <a:t>.,</a:t>
            </a:r>
            <a:r>
              <a:rPr lang="sv-SE" dirty="0" err="1" smtClean="0"/>
              <a:t>sinusoidal</a:t>
            </a:r>
            <a:r>
              <a:rPr lang="sv-SE" dirty="0" smtClean="0"/>
              <a:t> </a:t>
            </a:r>
            <a:r>
              <a:rPr lang="sv-SE" dirty="0"/>
              <a:t>PWM, space </a:t>
            </a:r>
            <a:r>
              <a:rPr lang="sv-SE" dirty="0" err="1"/>
              <a:t>vector</a:t>
            </a:r>
            <a:r>
              <a:rPr lang="sv-SE" dirty="0"/>
              <a:t> PWM) </a:t>
            </a:r>
            <a:r>
              <a:rPr lang="sv-SE" dirty="0" err="1"/>
              <a:t>are</a:t>
            </a:r>
            <a:r>
              <a:rPr lang="sv-SE" dirty="0"/>
              <a:t> </a:t>
            </a:r>
            <a:r>
              <a:rPr lang="sv-SE" dirty="0" err="1"/>
              <a:t>easy</a:t>
            </a:r>
            <a:r>
              <a:rPr lang="sv-SE" dirty="0"/>
              <a:t> to </a:t>
            </a:r>
            <a:r>
              <a:rPr lang="sv-SE" dirty="0" err="1"/>
              <a:t>implement</a:t>
            </a:r>
            <a:r>
              <a:rPr lang="sv-SE" dirty="0"/>
              <a:t>.  </a:t>
            </a:r>
            <a:endParaRPr lang="sv-SE" dirty="0" smtClean="0"/>
          </a:p>
          <a:p>
            <a:pPr lvl="1">
              <a:buFont typeface="Wingdings" panose="05000000000000000000" pitchFamily="2" charset="2"/>
              <a:buChar char="q"/>
            </a:pPr>
            <a:r>
              <a:rPr lang="sv-SE" dirty="0" smtClean="0"/>
              <a:t> </a:t>
            </a:r>
            <a:r>
              <a:rPr lang="sv-SE" dirty="0" err="1"/>
              <a:t>Requires</a:t>
            </a:r>
            <a:r>
              <a:rPr lang="sv-SE" dirty="0"/>
              <a:t> minimal </a:t>
            </a:r>
            <a:r>
              <a:rPr lang="sv-SE" dirty="0" err="1"/>
              <a:t>computational</a:t>
            </a:r>
            <a:r>
              <a:rPr lang="sv-SE" dirty="0"/>
              <a:t> </a:t>
            </a:r>
            <a:r>
              <a:rPr lang="sv-SE" dirty="0" err="1"/>
              <a:t>effort</a:t>
            </a:r>
            <a:r>
              <a:rPr lang="sv-SE" dirty="0"/>
              <a:t> </a:t>
            </a:r>
            <a:r>
              <a:rPr lang="sv-SE" dirty="0" err="1"/>
              <a:t>compared</a:t>
            </a:r>
            <a:r>
              <a:rPr lang="sv-SE" dirty="0"/>
              <a:t> to </a:t>
            </a:r>
            <a:r>
              <a:rPr lang="sv-SE" dirty="0" err="1"/>
              <a:t>more</a:t>
            </a:r>
            <a:r>
              <a:rPr lang="sv-SE" dirty="0"/>
              <a:t> </a:t>
            </a:r>
            <a:r>
              <a:rPr lang="sv-SE" dirty="0" err="1"/>
              <a:t>advanced</a:t>
            </a:r>
            <a:r>
              <a:rPr lang="sv-SE" dirty="0"/>
              <a:t> </a:t>
            </a:r>
            <a:r>
              <a:rPr lang="sv-SE" dirty="0" err="1"/>
              <a:t>topologies</a:t>
            </a:r>
            <a:r>
              <a:rPr lang="sv-SE" dirty="0"/>
              <a:t>.  </a:t>
            </a:r>
          </a:p>
          <a:p>
            <a:pPr marL="342900" indent="-342900">
              <a:buFont typeface="+mj-lt"/>
              <a:buAutoNum type="arabicPeriod"/>
            </a:pPr>
            <a:r>
              <a:rPr lang="sv-SE" sz="1400" dirty="0" err="1" smtClean="0"/>
              <a:t>Lower</a:t>
            </a:r>
            <a:r>
              <a:rPr lang="sv-SE" sz="1400" dirty="0" smtClean="0"/>
              <a:t> </a:t>
            </a:r>
            <a:r>
              <a:rPr lang="sv-SE" sz="1400" dirty="0" err="1" smtClean="0"/>
              <a:t>Cost</a:t>
            </a:r>
            <a:r>
              <a:rPr lang="sv-SE" sz="1400" dirty="0" smtClean="0"/>
              <a:t> </a:t>
            </a:r>
          </a:p>
          <a:p>
            <a:pPr lvl="1">
              <a:buFont typeface="Wingdings" panose="05000000000000000000" pitchFamily="2" charset="2"/>
              <a:buChar char="q"/>
            </a:pPr>
            <a:r>
              <a:rPr lang="sv-SE" dirty="0" err="1" smtClean="0"/>
              <a:t>Fewer</a:t>
            </a:r>
            <a:r>
              <a:rPr lang="sv-SE" dirty="0" smtClean="0"/>
              <a:t> </a:t>
            </a:r>
            <a:r>
              <a:rPr lang="sv-SE" dirty="0" err="1"/>
              <a:t>semiconductor</a:t>
            </a:r>
            <a:r>
              <a:rPr lang="sv-SE" dirty="0"/>
              <a:t> </a:t>
            </a:r>
            <a:r>
              <a:rPr lang="sv-SE" dirty="0" err="1"/>
              <a:t>devices</a:t>
            </a:r>
            <a:r>
              <a:rPr lang="sv-SE" dirty="0"/>
              <a:t> and passive </a:t>
            </a:r>
            <a:r>
              <a:rPr lang="sv-SE" dirty="0" err="1"/>
              <a:t>components</a:t>
            </a:r>
            <a:r>
              <a:rPr lang="sv-SE" dirty="0"/>
              <a:t> </a:t>
            </a:r>
            <a:r>
              <a:rPr lang="sv-SE" dirty="0" err="1"/>
              <a:t>reduce</a:t>
            </a:r>
            <a:r>
              <a:rPr lang="sv-SE" dirty="0"/>
              <a:t> </a:t>
            </a:r>
            <a:r>
              <a:rPr lang="sv-SE" dirty="0" err="1"/>
              <a:t>manufacturing</a:t>
            </a:r>
            <a:r>
              <a:rPr lang="sv-SE" dirty="0"/>
              <a:t> </a:t>
            </a:r>
            <a:r>
              <a:rPr lang="sv-SE" dirty="0" err="1"/>
              <a:t>costs</a:t>
            </a:r>
            <a:r>
              <a:rPr lang="sv-SE" dirty="0"/>
              <a:t>.  </a:t>
            </a:r>
            <a:endParaRPr lang="sv-SE" dirty="0" smtClean="0"/>
          </a:p>
          <a:p>
            <a:pPr lvl="1">
              <a:buFont typeface="Wingdings" panose="05000000000000000000" pitchFamily="2" charset="2"/>
              <a:buChar char="q"/>
            </a:pPr>
            <a:r>
              <a:rPr lang="sv-SE" dirty="0" smtClean="0"/>
              <a:t> </a:t>
            </a:r>
            <a:r>
              <a:rPr lang="sv-SE" dirty="0" err="1"/>
              <a:t>Economical</a:t>
            </a:r>
            <a:r>
              <a:rPr lang="sv-SE" dirty="0"/>
              <a:t> for </a:t>
            </a:r>
            <a:r>
              <a:rPr lang="sv-SE" dirty="0" err="1"/>
              <a:t>low</a:t>
            </a:r>
            <a:r>
              <a:rPr lang="sv-SE" dirty="0"/>
              <a:t>- and medium-</a:t>
            </a:r>
            <a:r>
              <a:rPr lang="sv-SE" dirty="0" err="1"/>
              <a:t>power</a:t>
            </a:r>
            <a:r>
              <a:rPr lang="sv-SE" dirty="0"/>
              <a:t> </a:t>
            </a:r>
            <a:r>
              <a:rPr lang="sv-SE" dirty="0" err="1"/>
              <a:t>applications</a:t>
            </a:r>
            <a:r>
              <a:rPr lang="sv-SE" dirty="0"/>
              <a:t>.  </a:t>
            </a:r>
          </a:p>
          <a:p>
            <a:pPr marL="342900" indent="-342900">
              <a:buFont typeface="+mj-lt"/>
              <a:buAutoNum type="arabicPeriod"/>
            </a:pPr>
            <a:r>
              <a:rPr lang="sv-SE" sz="1400" dirty="0" err="1" smtClean="0"/>
              <a:t>Compact</a:t>
            </a:r>
            <a:r>
              <a:rPr lang="sv-SE" sz="1400" dirty="0" smtClean="0"/>
              <a:t> Design </a:t>
            </a:r>
          </a:p>
          <a:p>
            <a:pPr lvl="1">
              <a:buFont typeface="Wingdings" panose="05000000000000000000" pitchFamily="2" charset="2"/>
              <a:buChar char="q"/>
            </a:pPr>
            <a:r>
              <a:rPr lang="sv-SE" dirty="0" smtClean="0"/>
              <a:t> </a:t>
            </a:r>
            <a:r>
              <a:rPr lang="sv-SE" dirty="0" err="1"/>
              <a:t>Smaller</a:t>
            </a:r>
            <a:r>
              <a:rPr lang="sv-SE" dirty="0"/>
              <a:t> </a:t>
            </a:r>
            <a:r>
              <a:rPr lang="sv-SE" dirty="0" err="1"/>
              <a:t>footprint</a:t>
            </a:r>
            <a:r>
              <a:rPr lang="sv-SE" dirty="0"/>
              <a:t> </a:t>
            </a:r>
            <a:r>
              <a:rPr lang="sv-SE" dirty="0" err="1"/>
              <a:t>due</a:t>
            </a:r>
            <a:r>
              <a:rPr lang="sv-SE" dirty="0"/>
              <a:t> to </a:t>
            </a:r>
            <a:r>
              <a:rPr lang="sv-SE" dirty="0" err="1"/>
              <a:t>fewer</a:t>
            </a:r>
            <a:r>
              <a:rPr lang="sv-SE" dirty="0"/>
              <a:t> </a:t>
            </a:r>
            <a:r>
              <a:rPr lang="sv-SE" dirty="0" err="1"/>
              <a:t>components</a:t>
            </a:r>
            <a:r>
              <a:rPr lang="sv-SE" dirty="0"/>
              <a:t>, </a:t>
            </a:r>
            <a:r>
              <a:rPr lang="sv-SE" dirty="0" err="1"/>
              <a:t>making</a:t>
            </a:r>
            <a:r>
              <a:rPr lang="sv-SE" dirty="0"/>
              <a:t> it </a:t>
            </a:r>
            <a:r>
              <a:rPr lang="sv-SE" dirty="0" err="1"/>
              <a:t>suitable</a:t>
            </a:r>
            <a:r>
              <a:rPr lang="sv-SE" dirty="0"/>
              <a:t> for space-</a:t>
            </a:r>
            <a:r>
              <a:rPr lang="sv-SE" dirty="0" err="1"/>
              <a:t>constrained</a:t>
            </a:r>
            <a:r>
              <a:rPr lang="sv-SE" dirty="0"/>
              <a:t> </a:t>
            </a:r>
            <a:r>
              <a:rPr lang="sv-SE" dirty="0" err="1"/>
              <a:t>applications</a:t>
            </a:r>
            <a:r>
              <a:rPr lang="sv-SE" dirty="0"/>
              <a:t>.  </a:t>
            </a:r>
          </a:p>
          <a:p>
            <a:pPr marL="342900" indent="-342900">
              <a:buFont typeface="+mj-lt"/>
              <a:buAutoNum type="arabicPeriod"/>
            </a:pPr>
            <a:r>
              <a:rPr lang="sv-SE" sz="1400" dirty="0" err="1" smtClean="0"/>
              <a:t>Mature</a:t>
            </a:r>
            <a:r>
              <a:rPr lang="sv-SE" sz="1400" dirty="0" smtClean="0"/>
              <a:t> </a:t>
            </a:r>
            <a:r>
              <a:rPr lang="sv-SE" sz="1400" dirty="0" err="1" smtClean="0"/>
              <a:t>Technology</a:t>
            </a:r>
            <a:r>
              <a:rPr lang="sv-SE" sz="1400" dirty="0" smtClean="0"/>
              <a:t>:</a:t>
            </a:r>
          </a:p>
          <a:p>
            <a:pPr lvl="1">
              <a:buFont typeface="Wingdings" panose="05000000000000000000" pitchFamily="2" charset="2"/>
              <a:buChar char="q"/>
            </a:pPr>
            <a:r>
              <a:rPr lang="sv-SE" dirty="0" err="1" smtClean="0"/>
              <a:t>Widely</a:t>
            </a:r>
            <a:r>
              <a:rPr lang="sv-SE" dirty="0" smtClean="0"/>
              <a:t> </a:t>
            </a:r>
            <a:r>
              <a:rPr lang="sv-SE" dirty="0" err="1"/>
              <a:t>used</a:t>
            </a:r>
            <a:r>
              <a:rPr lang="sv-SE" dirty="0"/>
              <a:t> in </a:t>
            </a:r>
            <a:r>
              <a:rPr lang="sv-SE" dirty="0" err="1"/>
              <a:t>industry</a:t>
            </a:r>
            <a:r>
              <a:rPr lang="sv-SE" dirty="0"/>
              <a:t>, </a:t>
            </a:r>
            <a:r>
              <a:rPr lang="sv-SE" dirty="0" err="1"/>
              <a:t>with</a:t>
            </a:r>
            <a:r>
              <a:rPr lang="sv-SE" dirty="0"/>
              <a:t> proven </a:t>
            </a:r>
            <a:r>
              <a:rPr lang="sv-SE" dirty="0" err="1"/>
              <a:t>reliability</a:t>
            </a:r>
            <a:r>
              <a:rPr lang="sv-SE" dirty="0"/>
              <a:t> in motor drives, UPS systems, and </a:t>
            </a:r>
            <a:r>
              <a:rPr lang="sv-SE" dirty="0" err="1"/>
              <a:t>renewable</a:t>
            </a:r>
            <a:r>
              <a:rPr lang="sv-SE" dirty="0"/>
              <a:t> </a:t>
            </a:r>
            <a:r>
              <a:rPr lang="sv-SE" dirty="0" err="1"/>
              <a:t>energy</a:t>
            </a:r>
            <a:r>
              <a:rPr lang="sv-SE" dirty="0"/>
              <a:t> </a:t>
            </a:r>
            <a:r>
              <a:rPr lang="sv-SE" dirty="0" err="1"/>
              <a:t>applications</a:t>
            </a:r>
            <a:r>
              <a:rPr lang="sv-SE" dirty="0"/>
              <a:t>.  </a:t>
            </a:r>
          </a:p>
          <a:p>
            <a:endParaRPr lang="sv-SE" sz="1400" dirty="0"/>
          </a:p>
          <a:p>
            <a:endParaRPr lang="sv-SE" dirty="0"/>
          </a:p>
        </p:txBody>
      </p:sp>
      <p:sp>
        <p:nvSpPr>
          <p:cNvPr id="5" name="Content Placeholder 2">
            <a:extLst>
              <a:ext uri="{FF2B5EF4-FFF2-40B4-BE49-F238E27FC236}">
                <a16:creationId xmlns:a16="http://schemas.microsoft.com/office/drawing/2014/main" id="{C57D6894-484B-DEF6-6108-FC6B1433CA9B}"/>
              </a:ext>
            </a:extLst>
          </p:cNvPr>
          <p:cNvSpPr txBox="1">
            <a:spLocks/>
          </p:cNvSpPr>
          <p:nvPr/>
        </p:nvSpPr>
        <p:spPr>
          <a:xfrm>
            <a:off x="6191624" y="885327"/>
            <a:ext cx="5725459" cy="5790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b="1" dirty="0" err="1" smtClean="0"/>
              <a:t>Cons</a:t>
            </a:r>
            <a:endParaRPr lang="sv-SE" dirty="0"/>
          </a:p>
          <a:p>
            <a:pPr marL="342900" indent="-342900">
              <a:buFont typeface="+mj-lt"/>
              <a:buAutoNum type="arabicPeriod"/>
            </a:pPr>
            <a:r>
              <a:rPr lang="sv-SE" sz="1300" dirty="0" err="1" smtClean="0"/>
              <a:t>High</a:t>
            </a:r>
            <a:r>
              <a:rPr lang="sv-SE" sz="1300" dirty="0" smtClean="0"/>
              <a:t> </a:t>
            </a:r>
            <a:r>
              <a:rPr lang="sv-SE" sz="1300" dirty="0" err="1"/>
              <a:t>Voltage</a:t>
            </a:r>
            <a:r>
              <a:rPr lang="sv-SE" sz="1300" dirty="0"/>
              <a:t> Stress on </a:t>
            </a:r>
            <a:r>
              <a:rPr lang="sv-SE" sz="1300" dirty="0" err="1" smtClean="0"/>
              <a:t>Switches</a:t>
            </a:r>
            <a:r>
              <a:rPr lang="sv-SE" sz="1300" dirty="0" smtClean="0"/>
              <a:t>:</a:t>
            </a:r>
          </a:p>
          <a:p>
            <a:pPr lvl="1">
              <a:buFont typeface="Wingdings" panose="05000000000000000000" pitchFamily="2" charset="2"/>
              <a:buChar char="q"/>
            </a:pPr>
            <a:r>
              <a:rPr lang="sv-SE" sz="1300" dirty="0" err="1" smtClean="0"/>
              <a:t>Each</a:t>
            </a:r>
            <a:r>
              <a:rPr lang="sv-SE" sz="1300" dirty="0" smtClean="0"/>
              <a:t> </a:t>
            </a:r>
            <a:r>
              <a:rPr lang="sv-SE" sz="1300" dirty="0"/>
              <a:t>transistor must block the full DC-</a:t>
            </a:r>
            <a:r>
              <a:rPr lang="sv-SE" sz="1300" dirty="0" err="1"/>
              <a:t>link</a:t>
            </a:r>
            <a:r>
              <a:rPr lang="sv-SE" sz="1300" dirty="0"/>
              <a:t> </a:t>
            </a:r>
            <a:r>
              <a:rPr lang="sv-SE" sz="1300" dirty="0" err="1"/>
              <a:t>voltage</a:t>
            </a:r>
            <a:r>
              <a:rPr lang="sv-SE" sz="1300" dirty="0"/>
              <a:t>, </a:t>
            </a:r>
            <a:r>
              <a:rPr lang="sv-SE" sz="1300" dirty="0" err="1"/>
              <a:t>requiring</a:t>
            </a:r>
            <a:r>
              <a:rPr lang="sv-SE" sz="1300" dirty="0"/>
              <a:t> </a:t>
            </a:r>
            <a:r>
              <a:rPr lang="sv-SE" sz="1300" dirty="0" err="1"/>
              <a:t>higher-rated</a:t>
            </a:r>
            <a:r>
              <a:rPr lang="sv-SE" sz="1300" dirty="0"/>
              <a:t> (and </a:t>
            </a:r>
            <a:r>
              <a:rPr lang="sv-SE" sz="1300" dirty="0" err="1"/>
              <a:t>more</a:t>
            </a:r>
            <a:r>
              <a:rPr lang="sv-SE" sz="1300" dirty="0"/>
              <a:t> </a:t>
            </a:r>
            <a:r>
              <a:rPr lang="sv-SE" sz="1300" dirty="0" err="1"/>
              <a:t>expensive</a:t>
            </a:r>
            <a:r>
              <a:rPr lang="sv-SE" sz="1300" dirty="0"/>
              <a:t>) </a:t>
            </a:r>
            <a:r>
              <a:rPr lang="sv-SE" sz="1300" dirty="0" err="1"/>
              <a:t>semiconductor</a:t>
            </a:r>
            <a:r>
              <a:rPr lang="sv-SE" sz="1300" dirty="0"/>
              <a:t> </a:t>
            </a:r>
            <a:r>
              <a:rPr lang="sv-SE" sz="1300" dirty="0" err="1"/>
              <a:t>devices</a:t>
            </a:r>
            <a:r>
              <a:rPr lang="sv-SE" sz="1300" dirty="0"/>
              <a:t>.  </a:t>
            </a:r>
          </a:p>
          <a:p>
            <a:pPr marL="342900" indent="-342900">
              <a:buFont typeface="+mj-lt"/>
              <a:buAutoNum type="arabicPeriod"/>
            </a:pPr>
            <a:r>
              <a:rPr lang="sv-SE" sz="1300" dirty="0" err="1" smtClean="0"/>
              <a:t>High</a:t>
            </a:r>
            <a:r>
              <a:rPr lang="sv-SE" sz="1300" dirty="0" smtClean="0"/>
              <a:t> </a:t>
            </a:r>
            <a:r>
              <a:rPr lang="sv-SE" sz="1300" dirty="0"/>
              <a:t>dv/dt and EMI </a:t>
            </a:r>
            <a:r>
              <a:rPr lang="sv-SE" sz="1300" dirty="0" err="1" smtClean="0"/>
              <a:t>Issues</a:t>
            </a:r>
            <a:r>
              <a:rPr lang="sv-SE" sz="1300" dirty="0" smtClean="0"/>
              <a:t> </a:t>
            </a:r>
          </a:p>
          <a:p>
            <a:pPr lvl="1">
              <a:buFont typeface="Wingdings" panose="05000000000000000000" pitchFamily="2" charset="2"/>
              <a:buChar char="q"/>
            </a:pPr>
            <a:r>
              <a:rPr lang="sv-SE" sz="1300" dirty="0" smtClean="0"/>
              <a:t>Fast </a:t>
            </a:r>
            <a:r>
              <a:rPr lang="sv-SE" sz="1300" dirty="0" err="1"/>
              <a:t>switching</a:t>
            </a:r>
            <a:r>
              <a:rPr lang="sv-SE" sz="1300" dirty="0"/>
              <a:t> </a:t>
            </a:r>
            <a:r>
              <a:rPr lang="sv-SE" sz="1300" dirty="0" err="1"/>
              <a:t>generates</a:t>
            </a:r>
            <a:r>
              <a:rPr lang="sv-SE" sz="1300" dirty="0"/>
              <a:t> </a:t>
            </a:r>
            <a:r>
              <a:rPr lang="sv-SE" sz="1300" dirty="0" err="1"/>
              <a:t>steep</a:t>
            </a:r>
            <a:r>
              <a:rPr lang="sv-SE" sz="1300" dirty="0"/>
              <a:t> </a:t>
            </a:r>
            <a:r>
              <a:rPr lang="sv-SE" sz="1300" dirty="0" err="1"/>
              <a:t>voltage</a:t>
            </a:r>
            <a:r>
              <a:rPr lang="sv-SE" sz="1300" dirty="0"/>
              <a:t> </a:t>
            </a:r>
            <a:r>
              <a:rPr lang="sv-SE" sz="1300" dirty="0" err="1"/>
              <a:t>slopes</a:t>
            </a:r>
            <a:r>
              <a:rPr lang="sv-SE" sz="1300" dirty="0"/>
              <a:t>, leading to </a:t>
            </a:r>
            <a:r>
              <a:rPr lang="sv-SE" sz="1300" dirty="0" err="1"/>
              <a:t>electromagnetic</a:t>
            </a:r>
            <a:r>
              <a:rPr lang="sv-SE" sz="1300" dirty="0"/>
              <a:t> </a:t>
            </a:r>
            <a:r>
              <a:rPr lang="sv-SE" sz="1300" dirty="0" err="1"/>
              <a:t>interference</a:t>
            </a:r>
            <a:r>
              <a:rPr lang="sv-SE" sz="1300" dirty="0"/>
              <a:t> (EMI) and </a:t>
            </a:r>
            <a:r>
              <a:rPr lang="sv-SE" sz="1300" dirty="0" err="1"/>
              <a:t>requiring</a:t>
            </a:r>
            <a:r>
              <a:rPr lang="sv-SE" sz="1300" dirty="0"/>
              <a:t> </a:t>
            </a:r>
            <a:r>
              <a:rPr lang="sv-SE" sz="1300" dirty="0" err="1"/>
              <a:t>additional</a:t>
            </a:r>
            <a:r>
              <a:rPr lang="sv-SE" sz="1300" dirty="0"/>
              <a:t> filters.  </a:t>
            </a:r>
            <a:endParaRPr lang="sv-SE" sz="1300" dirty="0" smtClean="0"/>
          </a:p>
          <a:p>
            <a:pPr lvl="1">
              <a:buFont typeface="Wingdings" panose="05000000000000000000" pitchFamily="2" charset="2"/>
              <a:buChar char="q"/>
            </a:pPr>
            <a:r>
              <a:rPr lang="sv-SE" sz="1300" dirty="0" err="1" smtClean="0"/>
              <a:t>Can</a:t>
            </a:r>
            <a:r>
              <a:rPr lang="sv-SE" sz="1300" dirty="0" smtClean="0"/>
              <a:t> </a:t>
            </a:r>
            <a:r>
              <a:rPr lang="sv-SE" sz="1300" dirty="0"/>
              <a:t>cause </a:t>
            </a:r>
            <a:r>
              <a:rPr lang="sv-SE" sz="1300" dirty="0" err="1"/>
              <a:t>insulation</a:t>
            </a:r>
            <a:r>
              <a:rPr lang="sv-SE" sz="1300" dirty="0"/>
              <a:t> degradation in motors and transformers over </a:t>
            </a:r>
            <a:r>
              <a:rPr lang="sv-SE" sz="1300" dirty="0" err="1"/>
              <a:t>time</a:t>
            </a:r>
            <a:r>
              <a:rPr lang="sv-SE" sz="1300" dirty="0"/>
              <a:t>.  </a:t>
            </a:r>
          </a:p>
          <a:p>
            <a:pPr marL="342900" indent="-342900">
              <a:buFont typeface="+mj-lt"/>
              <a:buAutoNum type="arabicPeriod"/>
            </a:pPr>
            <a:r>
              <a:rPr lang="sv-SE" sz="1300" dirty="0" err="1" smtClean="0"/>
              <a:t>Harmonic</a:t>
            </a:r>
            <a:r>
              <a:rPr lang="sv-SE" sz="1300" dirty="0" smtClean="0"/>
              <a:t> </a:t>
            </a:r>
            <a:r>
              <a:rPr lang="sv-SE" sz="1300" dirty="0" err="1"/>
              <a:t>Distortion</a:t>
            </a:r>
            <a:r>
              <a:rPr lang="sv-SE" sz="1300" dirty="0"/>
              <a:t> and </a:t>
            </a:r>
            <a:r>
              <a:rPr lang="sv-SE" sz="1300" dirty="0" err="1"/>
              <a:t>Machine</a:t>
            </a:r>
            <a:r>
              <a:rPr lang="sv-SE" sz="1300" dirty="0"/>
              <a:t> </a:t>
            </a:r>
            <a:r>
              <a:rPr lang="sv-SE" sz="1300" dirty="0" smtClean="0"/>
              <a:t>Stress  </a:t>
            </a:r>
          </a:p>
          <a:p>
            <a:pPr lvl="1">
              <a:buFont typeface="Wingdings" panose="05000000000000000000" pitchFamily="2" charset="2"/>
              <a:buChar char="q"/>
            </a:pPr>
            <a:r>
              <a:rPr lang="sv-SE" dirty="0" err="1" smtClean="0"/>
              <a:t>Produces</a:t>
            </a:r>
            <a:r>
              <a:rPr lang="sv-SE" dirty="0" smtClean="0"/>
              <a:t> </a:t>
            </a:r>
            <a:r>
              <a:rPr lang="sv-SE" dirty="0" err="1"/>
              <a:t>higher</a:t>
            </a:r>
            <a:r>
              <a:rPr lang="sv-SE" dirty="0"/>
              <a:t> total </a:t>
            </a:r>
            <a:r>
              <a:rPr lang="sv-SE" dirty="0" err="1"/>
              <a:t>harmonic</a:t>
            </a:r>
            <a:r>
              <a:rPr lang="sv-SE" dirty="0"/>
              <a:t> </a:t>
            </a:r>
            <a:r>
              <a:rPr lang="sv-SE" dirty="0" err="1"/>
              <a:t>distortion</a:t>
            </a:r>
            <a:r>
              <a:rPr lang="sv-SE" dirty="0"/>
              <a:t> (THD), </a:t>
            </a:r>
            <a:r>
              <a:rPr lang="sv-SE" dirty="0" err="1"/>
              <a:t>increasing</a:t>
            </a:r>
            <a:r>
              <a:rPr lang="sv-SE" dirty="0"/>
              <a:t> </a:t>
            </a:r>
            <a:r>
              <a:rPr lang="sv-SE" dirty="0" err="1"/>
              <a:t>losses</a:t>
            </a:r>
            <a:r>
              <a:rPr lang="sv-SE" dirty="0"/>
              <a:t> in </a:t>
            </a:r>
            <a:r>
              <a:rPr lang="sv-SE" dirty="0" err="1"/>
              <a:t>connected</a:t>
            </a:r>
            <a:r>
              <a:rPr lang="sv-SE" dirty="0"/>
              <a:t> </a:t>
            </a:r>
            <a:r>
              <a:rPr lang="sv-SE" dirty="0" err="1"/>
              <a:t>machines</a:t>
            </a:r>
            <a:r>
              <a:rPr lang="sv-SE" dirty="0"/>
              <a:t> (motors, generators).  </a:t>
            </a:r>
            <a:endParaRPr lang="sv-SE" dirty="0" smtClean="0"/>
          </a:p>
          <a:p>
            <a:pPr lvl="1">
              <a:buFont typeface="Wingdings" panose="05000000000000000000" pitchFamily="2" charset="2"/>
              <a:buChar char="q"/>
            </a:pPr>
            <a:r>
              <a:rPr lang="sv-SE" dirty="0" smtClean="0"/>
              <a:t>May </a:t>
            </a:r>
            <a:r>
              <a:rPr lang="sv-SE" dirty="0"/>
              <a:t>cause </a:t>
            </a:r>
            <a:r>
              <a:rPr lang="sv-SE" dirty="0" err="1"/>
              <a:t>bearing</a:t>
            </a:r>
            <a:r>
              <a:rPr lang="sv-SE" dirty="0"/>
              <a:t> </a:t>
            </a:r>
            <a:r>
              <a:rPr lang="sv-SE" dirty="0" err="1"/>
              <a:t>currents</a:t>
            </a:r>
            <a:r>
              <a:rPr lang="sv-SE" dirty="0"/>
              <a:t> and </a:t>
            </a:r>
            <a:r>
              <a:rPr lang="sv-SE" dirty="0" err="1"/>
              <a:t>winding</a:t>
            </a:r>
            <a:r>
              <a:rPr lang="sv-SE" dirty="0"/>
              <a:t> </a:t>
            </a:r>
            <a:r>
              <a:rPr lang="sv-SE" dirty="0" err="1"/>
              <a:t>insulation</a:t>
            </a:r>
            <a:r>
              <a:rPr lang="sv-SE" dirty="0"/>
              <a:t> stress, </a:t>
            </a:r>
            <a:r>
              <a:rPr lang="sv-SE" dirty="0" err="1"/>
              <a:t>reducing</a:t>
            </a:r>
            <a:r>
              <a:rPr lang="sv-SE" dirty="0"/>
              <a:t> </a:t>
            </a:r>
            <a:r>
              <a:rPr lang="sv-SE" dirty="0" err="1"/>
              <a:t>equipment</a:t>
            </a:r>
            <a:r>
              <a:rPr lang="sv-SE" dirty="0"/>
              <a:t> </a:t>
            </a:r>
            <a:r>
              <a:rPr lang="sv-SE" dirty="0" err="1"/>
              <a:t>lifespan</a:t>
            </a:r>
            <a:r>
              <a:rPr lang="sv-SE" dirty="0"/>
              <a:t>.  </a:t>
            </a:r>
          </a:p>
          <a:p>
            <a:pPr marL="342900" indent="-342900">
              <a:buFont typeface="+mj-lt"/>
              <a:buAutoNum type="arabicPeriod"/>
            </a:pPr>
            <a:r>
              <a:rPr lang="sv-SE" sz="1300" dirty="0" err="1" smtClean="0"/>
              <a:t>Poor</a:t>
            </a:r>
            <a:r>
              <a:rPr lang="sv-SE" sz="1300" dirty="0" smtClean="0"/>
              <a:t> </a:t>
            </a:r>
            <a:r>
              <a:rPr lang="sv-SE" sz="1300" dirty="0" err="1" smtClean="0"/>
              <a:t>Efficiency</a:t>
            </a:r>
            <a:r>
              <a:rPr lang="sv-SE" sz="1300" dirty="0" smtClean="0"/>
              <a:t> </a:t>
            </a:r>
            <a:r>
              <a:rPr lang="sv-SE" sz="1300" dirty="0"/>
              <a:t>at </a:t>
            </a:r>
            <a:r>
              <a:rPr lang="sv-SE" sz="1300" dirty="0" err="1"/>
              <a:t>High</a:t>
            </a:r>
            <a:r>
              <a:rPr lang="sv-SE" sz="1300" dirty="0"/>
              <a:t> </a:t>
            </a:r>
            <a:r>
              <a:rPr lang="sv-SE" sz="1300" dirty="0" err="1"/>
              <a:t>Switching</a:t>
            </a:r>
            <a:r>
              <a:rPr lang="sv-SE" sz="1300" dirty="0"/>
              <a:t> </a:t>
            </a:r>
            <a:r>
              <a:rPr lang="sv-SE" sz="1300" dirty="0" err="1" smtClean="0"/>
              <a:t>Frequencies</a:t>
            </a:r>
            <a:endParaRPr lang="sv-SE" sz="1300" dirty="0" smtClean="0"/>
          </a:p>
          <a:p>
            <a:pPr lvl="1">
              <a:buFont typeface="Wingdings" panose="05000000000000000000" pitchFamily="2" charset="2"/>
              <a:buChar char="q"/>
            </a:pPr>
            <a:r>
              <a:rPr lang="sv-SE" sz="1300" dirty="0" err="1" smtClean="0"/>
              <a:t>Increased</a:t>
            </a:r>
            <a:r>
              <a:rPr lang="sv-SE" sz="1300" dirty="0" smtClean="0"/>
              <a:t> </a:t>
            </a:r>
            <a:r>
              <a:rPr lang="sv-SE" sz="1300" dirty="0" err="1"/>
              <a:t>switching</a:t>
            </a:r>
            <a:r>
              <a:rPr lang="sv-SE" sz="1300" dirty="0"/>
              <a:t> </a:t>
            </a:r>
            <a:r>
              <a:rPr lang="sv-SE" sz="1300" dirty="0" err="1"/>
              <a:t>losses</a:t>
            </a:r>
            <a:r>
              <a:rPr lang="sv-SE" sz="1300" dirty="0"/>
              <a:t> at </a:t>
            </a:r>
            <a:r>
              <a:rPr lang="sv-SE" sz="1300" dirty="0" err="1"/>
              <a:t>higher</a:t>
            </a:r>
            <a:r>
              <a:rPr lang="sv-SE" sz="1300" dirty="0"/>
              <a:t> </a:t>
            </a:r>
            <a:r>
              <a:rPr lang="sv-SE" sz="1300" dirty="0" err="1"/>
              <a:t>frequencies</a:t>
            </a:r>
            <a:r>
              <a:rPr lang="sv-SE" sz="1300" dirty="0"/>
              <a:t> </a:t>
            </a:r>
            <a:r>
              <a:rPr lang="sv-SE" sz="1300" dirty="0" err="1"/>
              <a:t>reduce</a:t>
            </a:r>
            <a:r>
              <a:rPr lang="sv-SE" sz="1300" dirty="0"/>
              <a:t> overall </a:t>
            </a:r>
            <a:r>
              <a:rPr lang="sv-SE" sz="1300" dirty="0" err="1"/>
              <a:t>efficiency</a:t>
            </a:r>
            <a:r>
              <a:rPr lang="sv-SE" sz="1300" dirty="0"/>
              <a:t>.  </a:t>
            </a:r>
            <a:endParaRPr lang="sv-SE" sz="1300" dirty="0" smtClean="0"/>
          </a:p>
          <a:p>
            <a:pPr lvl="1">
              <a:buFont typeface="Wingdings" panose="05000000000000000000" pitchFamily="2" charset="2"/>
              <a:buChar char="q"/>
            </a:pPr>
            <a:r>
              <a:rPr lang="sv-SE" sz="1300" dirty="0" smtClean="0"/>
              <a:t>Not </a:t>
            </a:r>
            <a:r>
              <a:rPr lang="sv-SE" sz="1300" dirty="0"/>
              <a:t>ideal for </a:t>
            </a:r>
            <a:r>
              <a:rPr lang="sv-SE" sz="1300" dirty="0" err="1"/>
              <a:t>applications</a:t>
            </a:r>
            <a:r>
              <a:rPr lang="sv-SE" sz="1300" dirty="0"/>
              <a:t> </a:t>
            </a:r>
            <a:r>
              <a:rPr lang="sv-SE" sz="1300" dirty="0" err="1"/>
              <a:t>requiring</a:t>
            </a:r>
            <a:r>
              <a:rPr lang="sv-SE" sz="1300" dirty="0"/>
              <a:t> </a:t>
            </a:r>
            <a:r>
              <a:rPr lang="sv-SE" sz="1300" dirty="0" err="1"/>
              <a:t>high-frequency</a:t>
            </a:r>
            <a:r>
              <a:rPr lang="sv-SE" sz="1300" dirty="0"/>
              <a:t> operation.  </a:t>
            </a:r>
          </a:p>
          <a:p>
            <a:pPr marL="342900" indent="-342900">
              <a:buFont typeface="+mj-lt"/>
              <a:buAutoNum type="arabicPeriod"/>
            </a:pPr>
            <a:r>
              <a:rPr lang="sv-SE" sz="1300" dirty="0" err="1" smtClean="0"/>
              <a:t>Limited</a:t>
            </a:r>
            <a:r>
              <a:rPr lang="sv-SE" sz="1300" dirty="0" smtClean="0"/>
              <a:t> </a:t>
            </a:r>
            <a:r>
              <a:rPr lang="sv-SE" sz="1300" dirty="0" err="1"/>
              <a:t>Voltage</a:t>
            </a:r>
            <a:r>
              <a:rPr lang="sv-SE" sz="1300" dirty="0"/>
              <a:t> and Power </a:t>
            </a:r>
            <a:r>
              <a:rPr lang="sv-SE" sz="1300" dirty="0" smtClean="0"/>
              <a:t>Range </a:t>
            </a:r>
          </a:p>
          <a:p>
            <a:pPr lvl="1">
              <a:buFont typeface="Wingdings" panose="05000000000000000000" pitchFamily="2" charset="2"/>
              <a:buChar char="q"/>
            </a:pPr>
            <a:r>
              <a:rPr lang="sv-SE" sz="1300" dirty="0" smtClean="0"/>
              <a:t>Not </a:t>
            </a:r>
            <a:r>
              <a:rPr lang="sv-SE" sz="1300" dirty="0" err="1"/>
              <a:t>suitable</a:t>
            </a:r>
            <a:r>
              <a:rPr lang="sv-SE" sz="1300" dirty="0"/>
              <a:t> for </a:t>
            </a:r>
            <a:r>
              <a:rPr lang="sv-SE" sz="1300" dirty="0" err="1"/>
              <a:t>very</a:t>
            </a:r>
            <a:r>
              <a:rPr lang="sv-SE" sz="1300" dirty="0"/>
              <a:t> </a:t>
            </a:r>
            <a:r>
              <a:rPr lang="sv-SE" sz="1300" dirty="0" err="1"/>
              <a:t>high-voltage</a:t>
            </a:r>
            <a:r>
              <a:rPr lang="sv-SE" sz="1300" dirty="0"/>
              <a:t> </a:t>
            </a:r>
            <a:r>
              <a:rPr lang="sv-SE" sz="1300" dirty="0" err="1"/>
              <a:t>applications</a:t>
            </a:r>
            <a:r>
              <a:rPr lang="sv-SE" sz="1300" dirty="0"/>
              <a:t> </a:t>
            </a:r>
            <a:r>
              <a:rPr lang="sv-SE" sz="1300" dirty="0" err="1"/>
              <a:t>without</a:t>
            </a:r>
            <a:r>
              <a:rPr lang="sv-SE" sz="1300" dirty="0"/>
              <a:t> </a:t>
            </a:r>
            <a:r>
              <a:rPr lang="sv-SE" sz="1300" dirty="0" err="1"/>
              <a:t>complex</a:t>
            </a:r>
            <a:r>
              <a:rPr lang="sv-SE" sz="1300" dirty="0"/>
              <a:t> series </a:t>
            </a:r>
            <a:r>
              <a:rPr lang="sv-SE" sz="1300" dirty="0" err="1"/>
              <a:t>connections</a:t>
            </a:r>
            <a:r>
              <a:rPr lang="sv-SE" sz="1300" dirty="0"/>
              <a:t> </a:t>
            </a:r>
            <a:r>
              <a:rPr lang="sv-SE" sz="1300" dirty="0" err="1"/>
              <a:t>of</a:t>
            </a:r>
            <a:r>
              <a:rPr lang="sv-SE" sz="1300" dirty="0"/>
              <a:t> </a:t>
            </a:r>
            <a:r>
              <a:rPr lang="sv-SE" sz="1300" dirty="0" err="1"/>
              <a:t>switches</a:t>
            </a:r>
            <a:r>
              <a:rPr lang="sv-SE" sz="1300" dirty="0"/>
              <a:t>.  </a:t>
            </a:r>
            <a:endParaRPr lang="sv-SE" sz="1300" dirty="0" smtClean="0"/>
          </a:p>
          <a:p>
            <a:pPr lvl="1">
              <a:buFont typeface="Wingdings" panose="05000000000000000000" pitchFamily="2" charset="2"/>
              <a:buChar char="q"/>
            </a:pPr>
            <a:r>
              <a:rPr lang="sv-SE" sz="1300" dirty="0" err="1" smtClean="0"/>
              <a:t>Higher</a:t>
            </a:r>
            <a:r>
              <a:rPr lang="sv-SE" sz="1300" dirty="0" smtClean="0"/>
              <a:t> </a:t>
            </a:r>
            <a:r>
              <a:rPr lang="sv-SE" sz="1300" dirty="0" err="1"/>
              <a:t>power</a:t>
            </a:r>
            <a:r>
              <a:rPr lang="sv-SE" sz="1300" dirty="0"/>
              <a:t> </a:t>
            </a:r>
            <a:r>
              <a:rPr lang="sv-SE" sz="1300" dirty="0" err="1"/>
              <a:t>levels</a:t>
            </a:r>
            <a:r>
              <a:rPr lang="sv-SE" sz="1300" dirty="0"/>
              <a:t> </a:t>
            </a:r>
            <a:r>
              <a:rPr lang="sv-SE" sz="1300" dirty="0" err="1"/>
              <a:t>lead</a:t>
            </a:r>
            <a:r>
              <a:rPr lang="sv-SE" sz="1300" dirty="0"/>
              <a:t> to </a:t>
            </a:r>
            <a:r>
              <a:rPr lang="sv-SE" sz="1300" dirty="0" err="1"/>
              <a:t>increased</a:t>
            </a:r>
            <a:r>
              <a:rPr lang="sv-SE" sz="1300" dirty="0"/>
              <a:t> </a:t>
            </a:r>
            <a:r>
              <a:rPr lang="sv-SE" sz="1300" dirty="0" err="1"/>
              <a:t>losses</a:t>
            </a:r>
            <a:r>
              <a:rPr lang="sv-SE" sz="1300" dirty="0"/>
              <a:t> and </a:t>
            </a:r>
            <a:r>
              <a:rPr lang="sv-SE" sz="1300" dirty="0" err="1"/>
              <a:t>thermal</a:t>
            </a:r>
            <a:r>
              <a:rPr lang="sv-SE" sz="1300" dirty="0"/>
              <a:t> </a:t>
            </a:r>
            <a:r>
              <a:rPr lang="sv-SE" sz="1300" dirty="0" err="1"/>
              <a:t>challenges</a:t>
            </a:r>
            <a:r>
              <a:rPr lang="sv-SE" sz="1300" dirty="0"/>
              <a:t>.  </a:t>
            </a:r>
          </a:p>
          <a:p>
            <a:pPr marL="0" indent="0">
              <a:buNone/>
            </a:pPr>
            <a:endParaRPr lang="sv-SE" b="1" dirty="0" smtClean="0"/>
          </a:p>
          <a:p>
            <a:endParaRPr lang="sv-SE" dirty="0"/>
          </a:p>
        </p:txBody>
      </p:sp>
    </p:spTree>
    <p:extLst>
      <p:ext uri="{BB962C8B-B14F-4D97-AF65-F5344CB8AC3E}">
        <p14:creationId xmlns:p14="http://schemas.microsoft.com/office/powerpoint/2010/main" val="147373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CA3626-6659-6FC1-9693-0DDC312AB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A9284-CEEA-EA61-81A3-72E8571E55F7}"/>
              </a:ext>
            </a:extLst>
          </p:cNvPr>
          <p:cNvSpPr>
            <a:spLocks noGrp="1"/>
          </p:cNvSpPr>
          <p:nvPr>
            <p:ph type="title"/>
          </p:nvPr>
        </p:nvSpPr>
        <p:spPr>
          <a:xfrm>
            <a:off x="1054326" y="316917"/>
            <a:ext cx="10990263" cy="568412"/>
          </a:xfrm>
        </p:spPr>
        <p:txBody>
          <a:bodyPr/>
          <a:lstStyle/>
          <a:p>
            <a:r>
              <a:rPr lang="sv-SE" dirty="0" err="1"/>
              <a:t>Two-Level</a:t>
            </a:r>
            <a:r>
              <a:rPr lang="sv-SE" dirty="0"/>
              <a:t> VSI</a:t>
            </a:r>
            <a:endParaRPr lang="en-US" dirty="0"/>
          </a:p>
        </p:txBody>
      </p:sp>
      <p:sp>
        <p:nvSpPr>
          <p:cNvPr id="4" name="Content Placeholder 2">
            <a:extLst>
              <a:ext uri="{FF2B5EF4-FFF2-40B4-BE49-F238E27FC236}">
                <a16:creationId xmlns:a16="http://schemas.microsoft.com/office/drawing/2014/main" id="{36BFF2BB-84AA-3B02-6E03-7E87EE0622C5}"/>
              </a:ext>
            </a:extLst>
          </p:cNvPr>
          <p:cNvSpPr txBox="1">
            <a:spLocks/>
          </p:cNvSpPr>
          <p:nvPr/>
        </p:nvSpPr>
        <p:spPr>
          <a:xfrm>
            <a:off x="730536" y="1707586"/>
            <a:ext cx="5457678" cy="22377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sv-SE" dirty="0"/>
          </a:p>
          <a:p>
            <a:pPr marL="0" indent="0">
              <a:buNone/>
            </a:pPr>
            <a:r>
              <a:rPr lang="sv-SE" b="1" dirty="0" err="1"/>
              <a:t>Pros</a:t>
            </a:r>
            <a:endParaRPr lang="sv-SE" b="1" dirty="0"/>
          </a:p>
          <a:p>
            <a:r>
              <a:rPr lang="sv-SE" sz="1500" dirty="0" err="1">
                <a:latin typeface="Arial"/>
                <a:cs typeface="Arial"/>
              </a:rPr>
              <a:t>Two-level</a:t>
            </a:r>
            <a:r>
              <a:rPr lang="sv-SE" sz="1500" dirty="0">
                <a:latin typeface="Arial"/>
                <a:cs typeface="Arial"/>
              </a:rPr>
              <a:t> </a:t>
            </a:r>
            <a:r>
              <a:rPr lang="sv-SE" sz="1500" dirty="0" err="1">
                <a:latin typeface="Arial"/>
                <a:cs typeface="Arial"/>
              </a:rPr>
              <a:t>inverters</a:t>
            </a:r>
            <a:r>
              <a:rPr lang="sv-SE" sz="1500" dirty="0">
                <a:latin typeface="Arial"/>
                <a:cs typeface="Arial"/>
              </a:rPr>
              <a:t> </a:t>
            </a:r>
            <a:r>
              <a:rPr lang="sv-SE" sz="1500" dirty="0" err="1">
                <a:latin typeface="Arial"/>
                <a:cs typeface="Arial"/>
              </a:rPr>
              <a:t>are</a:t>
            </a:r>
            <a:r>
              <a:rPr lang="sv-SE" sz="1500" dirty="0">
                <a:latin typeface="Arial"/>
                <a:cs typeface="Arial"/>
              </a:rPr>
              <a:t> </a:t>
            </a:r>
            <a:r>
              <a:rPr lang="sv-SE" sz="1500" b="1" dirty="0">
                <a:latin typeface="Arial"/>
                <a:cs typeface="Arial"/>
              </a:rPr>
              <a:t>less </a:t>
            </a:r>
            <a:r>
              <a:rPr lang="sv-SE" sz="1500" b="1" dirty="0" err="1">
                <a:latin typeface="Arial"/>
                <a:cs typeface="Arial"/>
              </a:rPr>
              <a:t>complex</a:t>
            </a:r>
            <a:r>
              <a:rPr lang="sv-SE" sz="1500" b="1" dirty="0">
                <a:latin typeface="Arial"/>
                <a:cs typeface="Arial"/>
              </a:rPr>
              <a:t> </a:t>
            </a:r>
            <a:r>
              <a:rPr lang="sv-SE" sz="1500" dirty="0" err="1">
                <a:latin typeface="Arial"/>
                <a:cs typeface="Arial"/>
              </a:rPr>
              <a:t>than</a:t>
            </a:r>
            <a:r>
              <a:rPr lang="sv-SE" sz="1500" dirty="0">
                <a:latin typeface="Arial"/>
                <a:cs typeface="Arial"/>
              </a:rPr>
              <a:t> the </a:t>
            </a:r>
            <a:r>
              <a:rPr lang="sv-SE" sz="1500" dirty="0" err="1">
                <a:latin typeface="Arial"/>
                <a:cs typeface="Arial"/>
              </a:rPr>
              <a:t>other</a:t>
            </a:r>
            <a:r>
              <a:rPr lang="sv-SE" sz="1500" dirty="0">
                <a:latin typeface="Arial"/>
                <a:cs typeface="Arial"/>
              </a:rPr>
              <a:t> </a:t>
            </a:r>
            <a:r>
              <a:rPr lang="sv-SE" sz="1500" dirty="0" err="1">
                <a:latin typeface="Arial"/>
                <a:cs typeface="Arial"/>
              </a:rPr>
              <a:t>topologies</a:t>
            </a:r>
            <a:r>
              <a:rPr lang="sv-SE" sz="1500" dirty="0">
                <a:latin typeface="Arial"/>
                <a:cs typeface="Arial"/>
              </a:rPr>
              <a:t> and </a:t>
            </a:r>
            <a:r>
              <a:rPr lang="sv-SE" sz="1500" dirty="0" err="1">
                <a:latin typeface="Arial"/>
                <a:cs typeface="Arial"/>
              </a:rPr>
              <a:t>have</a:t>
            </a:r>
            <a:r>
              <a:rPr lang="sv-SE" sz="1500" dirty="0">
                <a:latin typeface="Arial"/>
                <a:cs typeface="Arial"/>
              </a:rPr>
              <a:t> the </a:t>
            </a:r>
            <a:r>
              <a:rPr lang="sv-SE" sz="1500" dirty="0" err="1">
                <a:latin typeface="Arial"/>
                <a:cs typeface="Arial"/>
              </a:rPr>
              <a:t>least</a:t>
            </a:r>
            <a:r>
              <a:rPr lang="sv-SE" sz="1500" dirty="0">
                <a:latin typeface="Arial"/>
                <a:cs typeface="Arial"/>
              </a:rPr>
              <a:t> </a:t>
            </a:r>
            <a:r>
              <a:rPr lang="sv-SE" sz="1500" dirty="0" err="1">
                <a:latin typeface="Arial"/>
                <a:cs typeface="Arial"/>
              </a:rPr>
              <a:t>control</a:t>
            </a:r>
            <a:r>
              <a:rPr lang="sv-SE" sz="1500" dirty="0">
                <a:latin typeface="Arial"/>
                <a:cs typeface="Arial"/>
              </a:rPr>
              <a:t> </a:t>
            </a:r>
            <a:r>
              <a:rPr lang="sv-SE" sz="1500" dirty="0" err="1">
                <a:latin typeface="Arial"/>
                <a:cs typeface="Arial"/>
              </a:rPr>
              <a:t>effort</a:t>
            </a:r>
            <a:r>
              <a:rPr lang="sv-SE" sz="1500" dirty="0">
                <a:latin typeface="Arial"/>
                <a:cs typeface="Arial"/>
              </a:rPr>
              <a:t>.</a:t>
            </a:r>
            <a:endParaRPr lang="sv-SE" dirty="0"/>
          </a:p>
          <a:p>
            <a:endParaRPr lang="sv-SE" sz="1500" dirty="0">
              <a:latin typeface="Arial"/>
              <a:cs typeface="Arial"/>
            </a:endParaRPr>
          </a:p>
          <a:p>
            <a:endParaRPr lang="sv-SE" dirty="0"/>
          </a:p>
          <a:p>
            <a:endParaRPr lang="sv-SE" dirty="0"/>
          </a:p>
        </p:txBody>
      </p:sp>
      <p:sp>
        <p:nvSpPr>
          <p:cNvPr id="5" name="Content Placeholder 2">
            <a:extLst>
              <a:ext uri="{FF2B5EF4-FFF2-40B4-BE49-F238E27FC236}">
                <a16:creationId xmlns:a16="http://schemas.microsoft.com/office/drawing/2014/main" id="{20460043-661E-0C18-95EB-EE3EAE6A5E4F}"/>
              </a:ext>
            </a:extLst>
          </p:cNvPr>
          <p:cNvSpPr txBox="1">
            <a:spLocks/>
          </p:cNvSpPr>
          <p:nvPr/>
        </p:nvSpPr>
        <p:spPr>
          <a:xfrm>
            <a:off x="670559" y="3947557"/>
            <a:ext cx="5704421" cy="27708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b="1" dirty="0" err="1"/>
              <a:t>Cons</a:t>
            </a:r>
            <a:endParaRPr lang="en-US"/>
          </a:p>
          <a:p>
            <a:r>
              <a:rPr lang="sv-SE" sz="1500" dirty="0">
                <a:latin typeface="Arial"/>
                <a:ea typeface="+mn-lt"/>
                <a:cs typeface="Arial"/>
              </a:rPr>
              <a:t>A</a:t>
            </a:r>
            <a:r>
              <a:rPr lang="sv-SE" sz="1500" dirty="0">
                <a:latin typeface="Arial"/>
                <a:cs typeface="Arial"/>
              </a:rPr>
              <a:t> </a:t>
            </a:r>
            <a:r>
              <a:rPr lang="sv-SE" sz="1500" dirty="0" err="1">
                <a:latin typeface="Arial"/>
                <a:cs typeface="Arial"/>
              </a:rPr>
              <a:t>phase</a:t>
            </a:r>
            <a:r>
              <a:rPr lang="sv-SE" sz="1500" dirty="0">
                <a:latin typeface="Arial"/>
                <a:cs typeface="Arial"/>
              </a:rPr>
              <a:t> leg </a:t>
            </a:r>
            <a:r>
              <a:rPr lang="sv-SE" sz="1500" dirty="0" err="1">
                <a:latin typeface="Arial"/>
                <a:cs typeface="Arial"/>
              </a:rPr>
              <a:t>of</a:t>
            </a:r>
            <a:r>
              <a:rPr lang="sv-SE" sz="1500" dirty="0">
                <a:latin typeface="Arial"/>
                <a:cs typeface="Arial"/>
              </a:rPr>
              <a:t> a </a:t>
            </a:r>
            <a:r>
              <a:rPr lang="sv-SE" sz="1500" dirty="0" err="1">
                <a:latin typeface="Arial"/>
                <a:cs typeface="Arial"/>
              </a:rPr>
              <a:t>conventional</a:t>
            </a:r>
            <a:r>
              <a:rPr lang="sv-SE" sz="1500" dirty="0">
                <a:latin typeface="Arial"/>
                <a:cs typeface="Arial"/>
              </a:rPr>
              <a:t> </a:t>
            </a:r>
            <a:r>
              <a:rPr lang="sv-SE" sz="1500" dirty="0" err="1">
                <a:latin typeface="Arial"/>
                <a:cs typeface="Arial"/>
              </a:rPr>
              <a:t>two-level</a:t>
            </a:r>
            <a:r>
              <a:rPr lang="sv-SE" sz="1500" dirty="0">
                <a:latin typeface="Arial"/>
                <a:cs typeface="Arial"/>
              </a:rPr>
              <a:t> </a:t>
            </a:r>
            <a:r>
              <a:rPr lang="sv-SE" sz="1500" dirty="0" err="1">
                <a:latin typeface="Arial"/>
                <a:cs typeface="Arial"/>
              </a:rPr>
              <a:t>inverter</a:t>
            </a:r>
            <a:r>
              <a:rPr lang="sv-SE" sz="1500" dirty="0">
                <a:latin typeface="Arial"/>
                <a:cs typeface="Arial"/>
              </a:rPr>
              <a:t> </a:t>
            </a:r>
            <a:r>
              <a:rPr lang="sv-SE" sz="1500" dirty="0" err="1">
                <a:latin typeface="Arial"/>
                <a:cs typeface="Arial"/>
              </a:rPr>
              <a:t>consists</a:t>
            </a:r>
            <a:r>
              <a:rPr lang="sv-SE" sz="1500" dirty="0">
                <a:latin typeface="Arial"/>
                <a:cs typeface="Arial"/>
              </a:rPr>
              <a:t> </a:t>
            </a:r>
            <a:r>
              <a:rPr lang="sv-SE" sz="1500" dirty="0" err="1">
                <a:latin typeface="Arial"/>
                <a:cs typeface="Arial"/>
              </a:rPr>
              <a:t>of</a:t>
            </a:r>
            <a:r>
              <a:rPr lang="sv-SE" sz="1500" dirty="0">
                <a:latin typeface="Arial"/>
                <a:cs typeface="Arial"/>
              </a:rPr>
              <a:t> </a:t>
            </a:r>
            <a:r>
              <a:rPr lang="sv-SE" sz="1500" dirty="0" err="1">
                <a:latin typeface="Arial"/>
                <a:cs typeface="Arial"/>
              </a:rPr>
              <a:t>two</a:t>
            </a:r>
            <a:r>
              <a:rPr lang="sv-SE" sz="1500" dirty="0">
                <a:latin typeface="Arial"/>
                <a:cs typeface="Arial"/>
              </a:rPr>
              <a:t> transistors </a:t>
            </a:r>
            <a:r>
              <a:rPr lang="sv-SE" sz="1500" dirty="0" err="1">
                <a:latin typeface="Arial"/>
                <a:cs typeface="Arial"/>
              </a:rPr>
              <a:t>that</a:t>
            </a:r>
            <a:r>
              <a:rPr lang="sv-SE" sz="1500" dirty="0">
                <a:latin typeface="Arial"/>
                <a:cs typeface="Arial"/>
              </a:rPr>
              <a:t> </a:t>
            </a:r>
            <a:r>
              <a:rPr lang="sv-SE" sz="1500" b="1" dirty="0">
                <a:latin typeface="Arial"/>
                <a:cs typeface="Arial"/>
              </a:rPr>
              <a:t>block and switch the full dc-</a:t>
            </a:r>
            <a:r>
              <a:rPr lang="sv-SE" sz="1500" b="1" dirty="0" err="1">
                <a:latin typeface="Arial"/>
                <a:cs typeface="Arial"/>
              </a:rPr>
              <a:t>link</a:t>
            </a:r>
            <a:r>
              <a:rPr lang="sv-SE" sz="1500" b="1" dirty="0">
                <a:latin typeface="Arial"/>
                <a:cs typeface="Arial"/>
              </a:rPr>
              <a:t> </a:t>
            </a:r>
            <a:r>
              <a:rPr lang="sv-SE" sz="1500" b="1" dirty="0" err="1">
                <a:latin typeface="Arial"/>
                <a:cs typeface="Arial"/>
              </a:rPr>
              <a:t>voltage</a:t>
            </a:r>
            <a:r>
              <a:rPr lang="sv-SE" sz="1500" b="1" dirty="0">
                <a:latin typeface="Arial"/>
                <a:cs typeface="Arial"/>
              </a:rPr>
              <a:t>.</a:t>
            </a:r>
            <a:r>
              <a:rPr lang="sv-SE" sz="1500" dirty="0">
                <a:latin typeface="Arial"/>
                <a:cs typeface="Arial"/>
              </a:rPr>
              <a:t> </a:t>
            </a:r>
          </a:p>
          <a:p>
            <a:r>
              <a:rPr lang="sv-SE" sz="1500" dirty="0">
                <a:latin typeface="Arial"/>
                <a:ea typeface="+mn-lt"/>
                <a:cs typeface="Arial"/>
              </a:rPr>
              <a:t>The</a:t>
            </a:r>
            <a:r>
              <a:rPr lang="sv-SE" sz="1500" dirty="0">
                <a:latin typeface="Arial"/>
                <a:cs typeface="Arial"/>
              </a:rPr>
              <a:t> </a:t>
            </a:r>
            <a:r>
              <a:rPr lang="sv-SE" sz="1500" dirty="0" err="1">
                <a:latin typeface="Arial"/>
                <a:cs typeface="Arial"/>
              </a:rPr>
              <a:t>connected</a:t>
            </a:r>
            <a:r>
              <a:rPr lang="sv-SE" sz="1500" dirty="0">
                <a:latin typeface="Arial"/>
                <a:cs typeface="Arial"/>
              </a:rPr>
              <a:t> </a:t>
            </a:r>
            <a:r>
              <a:rPr lang="sv-SE" sz="1500" dirty="0" err="1">
                <a:latin typeface="Arial"/>
                <a:cs typeface="Arial"/>
              </a:rPr>
              <a:t>machine</a:t>
            </a:r>
            <a:r>
              <a:rPr lang="sv-SE" sz="1500" dirty="0">
                <a:latin typeface="Arial"/>
                <a:cs typeface="Arial"/>
              </a:rPr>
              <a:t> </a:t>
            </a:r>
            <a:r>
              <a:rPr lang="sv-SE" sz="1500" dirty="0" err="1">
                <a:latin typeface="Arial"/>
                <a:cs typeface="Arial"/>
              </a:rPr>
              <a:t>suffers</a:t>
            </a:r>
            <a:r>
              <a:rPr lang="sv-SE" sz="1500" dirty="0">
                <a:latin typeface="Arial"/>
                <a:cs typeface="Arial"/>
              </a:rPr>
              <a:t> from </a:t>
            </a:r>
            <a:r>
              <a:rPr lang="sv-SE" sz="1500" b="1" dirty="0" err="1">
                <a:latin typeface="Arial"/>
                <a:cs typeface="Arial"/>
              </a:rPr>
              <a:t>higher</a:t>
            </a:r>
            <a:r>
              <a:rPr lang="sv-SE" sz="1500" b="1" dirty="0">
                <a:latin typeface="Arial"/>
                <a:cs typeface="Arial"/>
              </a:rPr>
              <a:t> </a:t>
            </a:r>
            <a:r>
              <a:rPr lang="sv-SE" sz="1500" b="1" dirty="0" err="1">
                <a:latin typeface="Arial"/>
                <a:cs typeface="Arial"/>
              </a:rPr>
              <a:t>harmonic</a:t>
            </a:r>
            <a:r>
              <a:rPr lang="sv-SE" sz="1500" b="1" dirty="0">
                <a:latin typeface="Arial"/>
                <a:cs typeface="Arial"/>
              </a:rPr>
              <a:t> </a:t>
            </a:r>
            <a:r>
              <a:rPr lang="sv-SE" sz="1500" b="1" dirty="0" err="1">
                <a:latin typeface="Arial"/>
                <a:cs typeface="Arial"/>
              </a:rPr>
              <a:t>losses</a:t>
            </a:r>
            <a:r>
              <a:rPr lang="sv-SE" sz="1500" b="1" dirty="0">
                <a:latin typeface="Arial"/>
                <a:cs typeface="Arial"/>
              </a:rPr>
              <a:t> </a:t>
            </a:r>
            <a:r>
              <a:rPr lang="sv-SE" sz="1500" dirty="0">
                <a:latin typeface="Arial"/>
                <a:cs typeface="Arial"/>
              </a:rPr>
              <a:t>and t</a:t>
            </a:r>
            <a:r>
              <a:rPr lang="sv-SE" sz="1500" b="1" dirty="0">
                <a:latin typeface="Arial"/>
                <a:cs typeface="Arial"/>
              </a:rPr>
              <a:t>he </a:t>
            </a:r>
            <a:r>
              <a:rPr lang="sv-SE" sz="1500" b="1" dirty="0" err="1">
                <a:latin typeface="Arial"/>
                <a:cs typeface="Arial"/>
              </a:rPr>
              <a:t>steep</a:t>
            </a:r>
            <a:r>
              <a:rPr lang="sv-SE" sz="1500" b="1" dirty="0">
                <a:latin typeface="Arial"/>
                <a:cs typeface="Arial"/>
              </a:rPr>
              <a:t> </a:t>
            </a:r>
            <a:r>
              <a:rPr lang="sv-SE" sz="1500" b="1" dirty="0" err="1">
                <a:latin typeface="Arial"/>
                <a:cs typeface="Arial"/>
              </a:rPr>
              <a:t>voltage</a:t>
            </a:r>
            <a:r>
              <a:rPr lang="sv-SE" sz="1500" b="1" dirty="0">
                <a:latin typeface="Arial"/>
                <a:cs typeface="Arial"/>
              </a:rPr>
              <a:t> </a:t>
            </a:r>
            <a:r>
              <a:rPr lang="sv-SE" sz="1500" b="1" dirty="0" err="1">
                <a:latin typeface="Arial"/>
                <a:cs typeface="Arial"/>
              </a:rPr>
              <a:t>slopes</a:t>
            </a:r>
            <a:r>
              <a:rPr lang="sv-SE" sz="1500" b="1" dirty="0">
                <a:latin typeface="Arial"/>
                <a:cs typeface="Arial"/>
              </a:rPr>
              <a:t> </a:t>
            </a:r>
            <a:r>
              <a:rPr lang="sv-SE" sz="1500" dirty="0" err="1">
                <a:latin typeface="Arial"/>
                <a:cs typeface="Arial"/>
              </a:rPr>
              <a:t>can</a:t>
            </a:r>
            <a:r>
              <a:rPr lang="sv-SE" sz="1500" dirty="0">
                <a:latin typeface="Arial"/>
                <a:cs typeface="Arial"/>
              </a:rPr>
              <a:t> </a:t>
            </a:r>
            <a:r>
              <a:rPr lang="sv-SE" sz="1500" dirty="0" err="1">
                <a:latin typeface="Arial"/>
                <a:cs typeface="Arial"/>
              </a:rPr>
              <a:t>damage</a:t>
            </a:r>
            <a:r>
              <a:rPr lang="sv-SE" sz="1500" dirty="0">
                <a:latin typeface="Arial"/>
                <a:cs typeface="Arial"/>
              </a:rPr>
              <a:t> it by </a:t>
            </a:r>
            <a:r>
              <a:rPr lang="sv-SE" sz="1500" dirty="0" err="1">
                <a:latin typeface="Arial"/>
                <a:cs typeface="Arial"/>
              </a:rPr>
              <a:t>causin</a:t>
            </a:r>
            <a:r>
              <a:rPr lang="sv-SE" sz="1500" b="1" dirty="0" err="1">
                <a:latin typeface="Arial"/>
                <a:cs typeface="Arial"/>
              </a:rPr>
              <a:t>g</a:t>
            </a:r>
            <a:r>
              <a:rPr lang="sv-SE" sz="1500" b="1" dirty="0">
                <a:latin typeface="Arial"/>
                <a:cs typeface="Arial"/>
              </a:rPr>
              <a:t> </a:t>
            </a:r>
            <a:r>
              <a:rPr lang="sv-SE" sz="1500" b="1" dirty="0" err="1">
                <a:latin typeface="Arial"/>
                <a:cs typeface="Arial"/>
              </a:rPr>
              <a:t>bearing</a:t>
            </a:r>
            <a:r>
              <a:rPr lang="sv-SE" sz="1500" b="1" dirty="0">
                <a:latin typeface="Arial"/>
                <a:cs typeface="Arial"/>
              </a:rPr>
              <a:t> </a:t>
            </a:r>
            <a:r>
              <a:rPr lang="sv-SE" sz="1500" b="1" dirty="0" err="1">
                <a:latin typeface="Arial"/>
                <a:cs typeface="Arial"/>
              </a:rPr>
              <a:t>currents</a:t>
            </a:r>
            <a:r>
              <a:rPr lang="sv-SE" sz="1500" dirty="0">
                <a:latin typeface="Arial"/>
                <a:cs typeface="Arial"/>
              </a:rPr>
              <a:t> or </a:t>
            </a:r>
            <a:r>
              <a:rPr lang="sv-SE" sz="1500" b="1" dirty="0" err="1">
                <a:latin typeface="Arial"/>
                <a:cs typeface="Arial"/>
              </a:rPr>
              <a:t>overstressing</a:t>
            </a:r>
            <a:r>
              <a:rPr lang="sv-SE" sz="1500" b="1" dirty="0">
                <a:latin typeface="Arial"/>
                <a:cs typeface="Arial"/>
              </a:rPr>
              <a:t> the </a:t>
            </a:r>
            <a:r>
              <a:rPr lang="sv-SE" sz="1500" b="1" dirty="0" err="1">
                <a:latin typeface="Arial"/>
                <a:cs typeface="Arial"/>
              </a:rPr>
              <a:t>winding</a:t>
            </a:r>
            <a:r>
              <a:rPr lang="sv-SE" sz="1500" b="1" dirty="0">
                <a:latin typeface="Arial"/>
                <a:cs typeface="Arial"/>
              </a:rPr>
              <a:t> </a:t>
            </a:r>
            <a:r>
              <a:rPr lang="sv-SE" sz="1500" b="1" dirty="0" err="1">
                <a:latin typeface="Arial"/>
                <a:cs typeface="Arial"/>
              </a:rPr>
              <a:t>insulation</a:t>
            </a:r>
            <a:r>
              <a:rPr lang="sv-SE" sz="1500" b="1" dirty="0">
                <a:latin typeface="Arial"/>
                <a:cs typeface="Arial"/>
              </a:rPr>
              <a:t>.</a:t>
            </a:r>
          </a:p>
          <a:p>
            <a:r>
              <a:rPr lang="sv-SE" dirty="0" err="1">
                <a:latin typeface="Arial"/>
                <a:cs typeface="Arial"/>
              </a:rPr>
              <a:t>Two-level</a:t>
            </a:r>
            <a:r>
              <a:rPr lang="sv-SE" dirty="0">
                <a:latin typeface="Arial"/>
                <a:cs typeface="Arial"/>
              </a:rPr>
              <a:t> </a:t>
            </a:r>
            <a:r>
              <a:rPr lang="sv-SE" dirty="0" err="1">
                <a:latin typeface="Arial"/>
                <a:cs typeface="Arial"/>
              </a:rPr>
              <a:t>inverters</a:t>
            </a:r>
            <a:r>
              <a:rPr lang="sv-SE" dirty="0">
                <a:latin typeface="Arial"/>
                <a:cs typeface="Arial"/>
              </a:rPr>
              <a:t> </a:t>
            </a:r>
            <a:r>
              <a:rPr lang="sv-SE" dirty="0" err="1">
                <a:latin typeface="Arial"/>
                <a:cs typeface="Arial"/>
              </a:rPr>
              <a:t>have</a:t>
            </a:r>
            <a:r>
              <a:rPr lang="sv-SE" dirty="0">
                <a:latin typeface="Arial"/>
                <a:cs typeface="Arial"/>
              </a:rPr>
              <a:t> a </a:t>
            </a:r>
            <a:r>
              <a:rPr lang="sv-SE" b="1" dirty="0">
                <a:latin typeface="Arial"/>
                <a:cs typeface="Arial"/>
              </a:rPr>
              <a:t>bad </a:t>
            </a:r>
            <a:r>
              <a:rPr lang="sv-SE" b="1" dirty="0" err="1">
                <a:latin typeface="Arial"/>
                <a:cs typeface="Arial"/>
              </a:rPr>
              <a:t>efficiency</a:t>
            </a:r>
            <a:r>
              <a:rPr lang="sv-SE" dirty="0">
                <a:latin typeface="Arial"/>
                <a:cs typeface="Arial"/>
              </a:rPr>
              <a:t> for </a:t>
            </a:r>
            <a:r>
              <a:rPr lang="sv-SE" b="1" dirty="0" err="1">
                <a:latin typeface="Arial"/>
                <a:cs typeface="Arial"/>
              </a:rPr>
              <a:t>higher</a:t>
            </a:r>
            <a:r>
              <a:rPr lang="sv-SE" b="1" dirty="0">
                <a:latin typeface="Arial"/>
                <a:cs typeface="Arial"/>
              </a:rPr>
              <a:t> </a:t>
            </a:r>
            <a:r>
              <a:rPr lang="sv-SE" b="1" dirty="0" err="1">
                <a:latin typeface="Arial"/>
                <a:cs typeface="Arial"/>
              </a:rPr>
              <a:t>switching</a:t>
            </a:r>
            <a:r>
              <a:rPr lang="sv-SE" b="1" dirty="0">
                <a:latin typeface="Arial"/>
                <a:cs typeface="Arial"/>
              </a:rPr>
              <a:t> </a:t>
            </a:r>
            <a:r>
              <a:rPr lang="sv-SE" b="1" dirty="0" err="1">
                <a:latin typeface="Arial"/>
                <a:cs typeface="Arial"/>
              </a:rPr>
              <a:t>frequency</a:t>
            </a:r>
            <a:r>
              <a:rPr lang="sv-SE" dirty="0">
                <a:latin typeface="Arial"/>
                <a:cs typeface="Arial"/>
              </a:rPr>
              <a:t>. </a:t>
            </a:r>
          </a:p>
          <a:p>
            <a:endParaRPr lang="sv-SE" dirty="0">
              <a:latin typeface="Arial"/>
              <a:cs typeface="Arial"/>
            </a:endParaRPr>
          </a:p>
          <a:p>
            <a:endParaRPr lang="sv-SE" dirty="0">
              <a:latin typeface="Arial"/>
              <a:cs typeface="Arial"/>
            </a:endParaRPr>
          </a:p>
          <a:p>
            <a:endParaRPr lang="sv-SE" dirty="0">
              <a:latin typeface="Arial"/>
              <a:cs typeface="Arial"/>
            </a:endParaRPr>
          </a:p>
          <a:p>
            <a:endParaRPr lang="sv-SE" dirty="0">
              <a:latin typeface="Arial"/>
              <a:cs typeface="Arial"/>
            </a:endParaRPr>
          </a:p>
        </p:txBody>
      </p:sp>
      <p:pic>
        <p:nvPicPr>
          <p:cNvPr id="8" name="Picture 7" descr="A diagram of a circuit&#10;&#10;AI-generated content may be incorrect.">
            <a:extLst>
              <a:ext uri="{FF2B5EF4-FFF2-40B4-BE49-F238E27FC236}">
                <a16:creationId xmlns:a16="http://schemas.microsoft.com/office/drawing/2014/main" id="{CB9F2CCD-AB10-ADE0-B81D-E41DF58CDC96}"/>
              </a:ext>
            </a:extLst>
          </p:cNvPr>
          <p:cNvPicPr>
            <a:picLocks noChangeAspect="1"/>
          </p:cNvPicPr>
          <p:nvPr/>
        </p:nvPicPr>
        <p:blipFill>
          <a:blip r:embed="rId2"/>
          <a:stretch>
            <a:fillRect/>
          </a:stretch>
        </p:blipFill>
        <p:spPr>
          <a:xfrm>
            <a:off x="6868204" y="2618922"/>
            <a:ext cx="5248275" cy="2476500"/>
          </a:xfrm>
          <a:prstGeom prst="rect">
            <a:avLst/>
          </a:prstGeom>
        </p:spPr>
      </p:pic>
    </p:spTree>
    <p:extLst>
      <p:ext uri="{BB962C8B-B14F-4D97-AF65-F5344CB8AC3E}">
        <p14:creationId xmlns:p14="http://schemas.microsoft.com/office/powerpoint/2010/main" val="29322422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resentation2023" id="{54B0EE60-A12D-F241-9ACD-1D4D7A9EA94E}" vid="{57FF5B76-C9F1-514F-A430-BDC7F4F4536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0d6ba7f-1ce2-4dc9-96eb-61ac436a9560">
      <Terms xmlns="http://schemas.microsoft.com/office/infopath/2007/PartnerControls"/>
    </lcf76f155ced4ddcb4097134ff3c332f>
    <_Flow_SignoffStatus xmlns="00d6ba7f-1ce2-4dc9-96eb-61ac436a9560" xsi:nil="true"/>
    <TaxCatchAll xmlns="45de8d17-5c55-401f-a5f7-109864601df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20BB3486EFA5541A2E04CA99A49BE09" ma:contentTypeVersion="11" ma:contentTypeDescription="Skapa ett nytt dokument." ma:contentTypeScope="" ma:versionID="7b8f50895d0b097d5901a8e3ae86e8e8">
  <xsd:schema xmlns:xsd="http://www.w3.org/2001/XMLSchema" xmlns:xs="http://www.w3.org/2001/XMLSchema" xmlns:p="http://schemas.microsoft.com/office/2006/metadata/properties" xmlns:ns2="00d6ba7f-1ce2-4dc9-96eb-61ac436a9560" xmlns:ns3="45de8d17-5c55-401f-a5f7-109864601df2" targetNamespace="http://schemas.microsoft.com/office/2006/metadata/properties" ma:root="true" ma:fieldsID="539360f445bb192641a404c28e8bed2e" ns2:_="" ns3:_="">
    <xsd:import namespace="00d6ba7f-1ce2-4dc9-96eb-61ac436a9560"/>
    <xsd:import namespace="45de8d17-5c55-401f-a5f7-109864601df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SearchProperties" minOccurs="0"/>
                <xsd:element ref="ns2:_Flow_SignoffStatu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d6ba7f-1ce2-4dc9-96eb-61ac436a9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eringar" ma:readOnly="false" ma:fieldId="{5cf76f15-5ced-4ddc-b409-7134ff3c332f}" ma:taxonomyMulti="true" ma:sspId="93a65192-9734-4a36-9c54-dd0325533d75"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_Flow_SignoffStatus" ma:index="17" nillable="true" ma:displayName="Godkännandestatus" ma:internalName="Godk_x00e4_nnandestatus">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de8d17-5c55-401f-a5f7-109864601df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86e6fb9-802f-4bde-b45c-a536e0468bac}" ma:internalName="TaxCatchAll" ma:showField="CatchAllData" ma:web="45de8d17-5c55-401f-a5f7-109864601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FCD61B-FC8F-4CCC-959E-E96DECC207D6}">
  <ds:schemaRefs>
    <ds:schemaRef ds:uri="http://schemas.microsoft.com/office/2006/metadata/properties"/>
    <ds:schemaRef ds:uri="http://schemas.microsoft.com/office/infopath/2007/PartnerControls"/>
    <ds:schemaRef ds:uri="00d6ba7f-1ce2-4dc9-96eb-61ac436a9560"/>
    <ds:schemaRef ds:uri="45de8d17-5c55-401f-a5f7-109864601df2"/>
  </ds:schemaRefs>
</ds:datastoreItem>
</file>

<file path=customXml/itemProps2.xml><?xml version="1.0" encoding="utf-8"?>
<ds:datastoreItem xmlns:ds="http://schemas.openxmlformats.org/officeDocument/2006/customXml" ds:itemID="{7AE4A52C-7D54-4605-9A46-A16D729374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d6ba7f-1ce2-4dc9-96eb-61ac436a9560"/>
    <ds:schemaRef ds:uri="45de8d17-5c55-401f-a5f7-109864601d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3FAAE8-5AEE-4673-AB0F-5C13F24F0E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Office-tema</Template>
  <TotalTime>13377</TotalTime>
  <Words>644</Words>
  <Application>Microsoft Office PowerPoint</Application>
  <PresentationFormat>Widescreen</PresentationFormat>
  <Paragraphs>122</Paragraphs>
  <Slides>7</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Wingdings</vt:lpstr>
      <vt:lpstr>Figtree</vt:lpstr>
      <vt:lpstr>Arial</vt:lpstr>
      <vt:lpstr>Office-tema</vt:lpstr>
      <vt:lpstr>Hemizero  Concept catalog</vt:lpstr>
      <vt:lpstr>Topology overview</vt:lpstr>
      <vt:lpstr>Comparison</vt:lpstr>
      <vt:lpstr>Two-Level VSI</vt:lpstr>
      <vt:lpstr>Three-Level Neutral Point Clamped (3L-NPC) Inverter</vt:lpstr>
      <vt:lpstr>Two-Level Inverters</vt:lpstr>
      <vt:lpstr>Two-Level VSI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Kungliga Tekniska Högskolan</dc:title>
  <dc:creator>Charlotta Alnersson</dc:creator>
  <cp:lastModifiedBy>Enes Ayaz</cp:lastModifiedBy>
  <cp:revision>34</cp:revision>
  <dcterms:created xsi:type="dcterms:W3CDTF">2023-12-12T11:37:30Z</dcterms:created>
  <dcterms:modified xsi:type="dcterms:W3CDTF">2025-05-19T15:28:41Z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0x010100B20BB3486EFA5541A2E04CA99A49BE09</vt:lpwstr>
  </property>
  <property fmtid="{D5CDD505-2E9C-101B-9397-08002B2CF9AE}" pid="3" name="MediaServiceImageTags">
    <vt:lpwstr/>
  </property>
</Properties>
</file>