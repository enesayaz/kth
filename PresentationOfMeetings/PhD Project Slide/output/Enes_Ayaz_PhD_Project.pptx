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822a8a604845c3" /><Relationship Type="http://schemas.openxmlformats.org/officeDocument/2006/relationships/extended-properties" Target="/docProps/app.xml" Id="Rc8fe9e2e24414ec0" /><Relationship Type="http://schemas.openxmlformats.org/officeDocument/2006/relationships/officeDocument" Target="/ppt/presentation.xml" Id="R29b540d41496455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89a8acdb6b048d4"/>
  </p:sldMasterIdLst>
  <p:notesMasterIdLst>
    <p:notesMasterId xmlns:r="http://schemas.openxmlformats.org/officeDocument/2006/relationships" r:id="R757e5b39cf784b78"/>
  </p:notesMasterIdLst>
  <p:sldIdLst>
    <p:sldId xmlns:r="http://schemas.openxmlformats.org/officeDocument/2006/relationships" id="256" r:id="Ra5abafa105ce436f"/>
  </p:sldIdLst>
  <p:sldSz cx="12192000" cy="6858000"/>
  <p:notesSz cx="6858000" cy="9144000"/>
  <p:embeddedFontLst>
    <p:embeddedFont>
      <p:font typeface="Figtree"/>
      <p:regular xmlns:r="http://schemas.openxmlformats.org/officeDocument/2006/relationships" r:id="Re8f2b77826c84041"/>
      <p:bold xmlns:r="http://schemas.openxmlformats.org/officeDocument/2006/relationships" r:id="R584410757f5c490f"/>
      <p:italic xmlns:r="http://schemas.openxmlformats.org/officeDocument/2006/relationships" r:id="R1213bf061426432c"/>
      <p:boldItalic xmlns:r="http://schemas.openxmlformats.org/officeDocument/2006/relationships" r:id="R0ce71ccf09ee4722"/>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b93c1a3f96742f8" /><Relationship Type="http://schemas.openxmlformats.org/officeDocument/2006/relationships/slideMaster" Target="/ppt/slideMasters/slideMaster1.xml" Id="R689a8acdb6b048d4" /><Relationship Type="http://schemas.openxmlformats.org/officeDocument/2006/relationships/notesMaster" Target="/ppt/notesMasters/notesMaster1.xml" Id="R757e5b39cf784b78" /><Relationship Type="http://schemas.openxmlformats.org/officeDocument/2006/relationships/presProps" Target="/ppt/presProps.xml" Id="Re55b75657f7f4946" /><Relationship Type="http://schemas.openxmlformats.org/officeDocument/2006/relationships/viewProps" Target="/ppt/viewProps.xml" Id="R725146e6481c4ff0" /><Relationship Type="http://schemas.openxmlformats.org/officeDocument/2006/relationships/tableStyles" Target="/ppt/tableStyles.xml" Id="R87f13e34bda1427c" /><Relationship Type="http://schemas.openxmlformats.org/officeDocument/2006/relationships/font" Target="/ppt/fonts/font.dat" Id="Re8f2b77826c84041" /><Relationship Type="http://schemas.openxmlformats.org/officeDocument/2006/relationships/font" Target="/ppt/fonts/font2.dat" Id="R584410757f5c490f" /><Relationship Type="http://schemas.openxmlformats.org/officeDocument/2006/relationships/font" Target="/ppt/fonts/font3.dat" Id="R1213bf061426432c" /><Relationship Type="http://schemas.openxmlformats.org/officeDocument/2006/relationships/font" Target="/ppt/fonts/font4.dat" Id="R0ce71ccf09ee4722" /><Relationship Type="http://schemas.openxmlformats.org/officeDocument/2006/relationships/slide" Target="/ppt/slides/slide1.xml" Id="Ra5abafa105ce43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bf581f82b746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TH">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6ff26545e14610" /><Relationship Type="http://schemas.openxmlformats.org/officeDocument/2006/relationships/notesMaster" Target="/ppt/notesMasters/notesMaster1.xml" Id="Rbfb30331079a4a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 project status and scope, October 2026. PowerizeD completed; HemiZero nearing completion; Moore4Power newly started. Prototype efficiency and loss-model accuracy: 1.2kV-Paper/Submission/Accepted Files/manuscript.pdf, abstract; 250 kW, 1.2 kV SiC prototype. This is earlier PowerizeD/HemiZero work, not measured Moore4Power results. Figure: PCB-Design/reports/paper/figures/fig_spb_standalone.pdf, panel (a), cropped from existing research figure. SPB work is design/simulation and planned experimental validation. Publication: SPECS-2024/manuscript/manuscript.pdf. No project-wide Moore4Power efficiency improvement has yet been demonstrated in the sources reviewed.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65b4cc66634362" /><Relationship Type="http://schemas.openxmlformats.org/officeDocument/2006/relationships/image" Target="/ppt/media/image2.png" Id="R757a495c1e3841a0" /><Relationship Type="http://schemas.openxmlformats.org/officeDocument/2006/relationships/image" Target="/ppt/media/image2.svg" Id="R20d10073a0ba435b" /><Relationship Type="http://schemas.openxmlformats.org/officeDocument/2006/relationships/image" Target="/ppt/media/image3.png" Id="R4c8ecc423c7f4b2a" /><Relationship Type="http://schemas.openxmlformats.org/officeDocument/2006/relationships/image" Target="/ppt/media/image3.svg" Id="Raa16263acb6845a5" /><Relationship Type="http://schemas.openxmlformats.org/officeDocument/2006/relationships/image" Target="/ppt/media/image4.png" Id="R5d2472a05bfd4e62" /><Relationship Type="http://schemas.openxmlformats.org/officeDocument/2006/relationships/image" Target="/ppt/media/image4.svg" Id="Rb3e05122599046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ecd248f076411f" /><Relationship Type="http://schemas.openxmlformats.org/officeDocument/2006/relationships/image" Target="/ppt/media/image5.png" Id="R8dc6aa3cfacf42da" /><Relationship Type="http://schemas.openxmlformats.org/officeDocument/2006/relationships/image" Target="/ppt/media/image5.svg" Id="R161264f457be46b2" /><Relationship Type="http://schemas.openxmlformats.org/officeDocument/2006/relationships/image" Target="/ppt/media/image6.png" Id="Rf8dcf2a004c24933" /><Relationship Type="http://schemas.openxmlformats.org/officeDocument/2006/relationships/image" Target="/ppt/media/image6.svg" Id="R4e5fa1eca5c04a0a" /><Relationship Type="http://schemas.openxmlformats.org/officeDocument/2006/relationships/image" Target="/ppt/media/image4.png" Id="Rd198e5e992d04dc2" /><Relationship Type="http://schemas.openxmlformats.org/officeDocument/2006/relationships/image" Target="/ppt/media/image4.svg" Id="Rdcfdbb60b7194a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68a536e0ea4501" /><Relationship Type="http://schemas.openxmlformats.org/officeDocument/2006/relationships/image" Target="/ppt/media/image.jpeg" Id="Rb60865be6b9440ce" /><Relationship Type="http://schemas.openxmlformats.org/officeDocument/2006/relationships/image" Target="/ppt/media/image4.png" Id="Rcfe5a34fc93e4a49" /><Relationship Type="http://schemas.openxmlformats.org/officeDocument/2006/relationships/image" Target="/ppt/media/image4.svg" Id="R2ce4bcf3c18d49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7920e4cc58452f" /><Relationship Type="http://schemas.openxmlformats.org/officeDocument/2006/relationships/image" Target="/ppt/media/image7.png" Id="Rd9c8997a24404a52" /><Relationship Type="http://schemas.openxmlformats.org/officeDocument/2006/relationships/image" Target="/ppt/media/image7.svg" Id="Rd6cd8071d34e4a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751992aa9849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6b043eb12643dd" /><Relationship Type="http://schemas.openxmlformats.org/officeDocument/2006/relationships/image" Target="/ppt/media/image8.png" Id="R3539bd5eab5a4064" /><Relationship Type="http://schemas.openxmlformats.org/officeDocument/2006/relationships/image" Target="/ppt/media/image8.svg" Id="R199f8a1443c94c9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8f6cb7954aa49b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eec2046819f4335" /><Relationship Type="http://schemas.openxmlformats.org/officeDocument/2006/relationships/image" Target="/ppt/media/image4.png" Id="Rdda47ba54b6e49e2" /><Relationship Type="http://schemas.openxmlformats.org/officeDocument/2006/relationships/image" Target="/ppt/media/image4.svg" Id="R32862529f5294304" /><Relationship Type="http://schemas.openxmlformats.org/officeDocument/2006/relationships/image" Target="/ppt/media/image7.png" Id="R76f522fe60ff4749" /><Relationship Type="http://schemas.openxmlformats.org/officeDocument/2006/relationships/image" Target="/ppt/media/image7.svg" Id="Rc45c5cf7b8034e9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85218c0579b42c1" /><Relationship Type="http://schemas.openxmlformats.org/officeDocument/2006/relationships/image" Target="/ppt/media/image4.png" Id="R9f87de1db5af421b" /><Relationship Type="http://schemas.openxmlformats.org/officeDocument/2006/relationships/image" Target="/ppt/media/image4.svg" Id="Re21e3434c0c74e2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7c03a821c7c40c3" /><Relationship Type="http://schemas.openxmlformats.org/officeDocument/2006/relationships/image" Target="/ppt/media/image8.png" Id="R5f30f0c35db74b94" /><Relationship Type="http://schemas.openxmlformats.org/officeDocument/2006/relationships/image" Target="/ppt/media/image8.svg" Id="R0d4e6237047845e0" /><Relationship Type="http://schemas.openxmlformats.org/officeDocument/2006/relationships/image" Target="/ppt/media/image4.png" Id="R7b2a3b4749364c99" /><Relationship Type="http://schemas.openxmlformats.org/officeDocument/2006/relationships/image" Target="/ppt/media/image4.svg" Id="Rd0ec4aa484cb4be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1661e1fd1a54b4d" /><Relationship Type="http://schemas.openxmlformats.org/officeDocument/2006/relationships/image" Target="/ppt/media/image4.png" Id="R32c72b84ecd04ee3" /><Relationship Type="http://schemas.openxmlformats.org/officeDocument/2006/relationships/image" Target="/ppt/media/image4.svg" Id="Rfddb3c63db814ea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ca0a246c3a24eb5"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d1c947efe15740b8" /><Relationship Type="http://schemas.openxmlformats.org/officeDocument/2006/relationships/image" Target="/ppt/media/image9.png" Id="Rd7999f08fa0e4ae0" /><Relationship Type="http://schemas.openxmlformats.org/officeDocument/2006/relationships/image" Target="/ppt/media/image9.svg" Id="Rf389c71daafc43a7"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7c0098f7793a4209" /><Relationship Type="http://schemas.openxmlformats.org/officeDocument/2006/relationships/image" Target="/ppt/media/image10.png" Id="R8961d51fda1f4027" /><Relationship Type="http://schemas.openxmlformats.org/officeDocument/2006/relationships/image" Target="/ppt/media/image10.svg" Id="R2ca2cca4386d499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62bb237c2e1b42bd" /><Relationship Type="http://schemas.openxmlformats.org/officeDocument/2006/relationships/image" Target="/ppt/media/image9.png" Id="R718c5c7a812c4b34" /><Relationship Type="http://schemas.openxmlformats.org/officeDocument/2006/relationships/image" Target="/ppt/media/image9.svg" Id="R69647c1fc0ea43e9"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b4d71f3633e44f27" /><Relationship Type="http://schemas.openxmlformats.org/officeDocument/2006/relationships/image" Target="/ppt/media/image11.png" Id="R9fb9fb7c9b434b02" /><Relationship Type="http://schemas.openxmlformats.org/officeDocument/2006/relationships/image" Target="/ppt/media/image11.svg" Id="R77c6d4c9b02d4d0b"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e4d3377caff9467e"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e312af44adfa4681"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f5edc8fd5a2245d8"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9df7bb0efc714db4" /><Relationship Type="http://schemas.openxmlformats.org/officeDocument/2006/relationships/image" Target="/ppt/media/image.png" Id="Rd12063e1d3e94c2c" /><Relationship Type="http://schemas.openxmlformats.org/officeDocument/2006/relationships/image" Target="/ppt/media/image.svg" Id="R089d69e1ee4c4a11"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a701b9ce7f7848a3" /><Relationship Type="http://schemas.openxmlformats.org/officeDocument/2006/relationships/image" Target="/ppt/media/image.png" Id="R1df24acf1b7a435e" /><Relationship Type="http://schemas.openxmlformats.org/officeDocument/2006/relationships/image" Target="/ppt/media/image.svg" Id="R7817fb1804d94d85"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f3fbb972551c4457" /><Relationship Type="http://schemas.openxmlformats.org/officeDocument/2006/relationships/image" Target="/ppt/media/image.png" Id="Re59316b7e3f14fd9" /><Relationship Type="http://schemas.openxmlformats.org/officeDocument/2006/relationships/image" Target="/ppt/media/image.svg" Id="Rb9079d5474e84dfb"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b053fc0d64f543a1" /><Relationship Type="http://schemas.openxmlformats.org/officeDocument/2006/relationships/image" Target="/ppt/media/image.png" Id="R966174cb65d84272" /><Relationship Type="http://schemas.openxmlformats.org/officeDocument/2006/relationships/image" Target="/ppt/media/image.svg" Id="Rad72f8144cb2434d"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00b20a8411de46ff" /><Relationship Type="http://schemas.openxmlformats.org/officeDocument/2006/relationships/image" Target="/ppt/media/image.png" Id="R7c78e6192a6a4fcd" /><Relationship Type="http://schemas.openxmlformats.org/officeDocument/2006/relationships/image" Target="/ppt/media/image.svg" Id="Rfcb8603fa60a40aa"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2a85c52287a24ebc" /><Relationship Type="http://schemas.openxmlformats.org/officeDocument/2006/relationships/image" Target="/ppt/media/image.png" Id="R22cedc6847ef4e0f" /><Relationship Type="http://schemas.openxmlformats.org/officeDocument/2006/relationships/image" Target="/ppt/media/image.svg" Id="R0324bb8bd23f47ec"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6ff4c0a849f744f6" /><Relationship Type="http://schemas.openxmlformats.org/officeDocument/2006/relationships/image" Target="/ppt/media/image.png" Id="R587a5a28f190444b" /><Relationship Type="http://schemas.openxmlformats.org/officeDocument/2006/relationships/image" Target="/ppt/media/image.svg" Id="R84fd8caa9a6d48a2"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42ae66c5a0e34b62" /><Relationship Type="http://schemas.openxmlformats.org/officeDocument/2006/relationships/image" Target="/ppt/media/image.png" Id="Rd0a36e2d51384c0a" /><Relationship Type="http://schemas.openxmlformats.org/officeDocument/2006/relationships/image" Target="/ppt/media/image.svg" Id="R5a62230a792c445a"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4e72f08eb7554f46"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aa9e05581a464fa4"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c1c181624df2471f"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05c0b8662a274783"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5d4c6a991aa5492c"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3d7857cfe061423b"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b234964af5c243d7"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3ce57bbdf1d642b9"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e7d152f5a0c04f46" /><Relationship Type="http://schemas.openxmlformats.org/officeDocument/2006/relationships/image" Target="/ppt/media/image9.png" Id="Rff978e3b81b24b14" /><Relationship Type="http://schemas.openxmlformats.org/officeDocument/2006/relationships/image" Target="/ppt/media/image9.svg" Id="R0e618c9e0f694e3a"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9a4664fe1392409f" /><Relationship Type="http://schemas.openxmlformats.org/officeDocument/2006/relationships/image" Target="/ppt/media/image10.png" Id="R9ece9b1312a041b1" /><Relationship Type="http://schemas.openxmlformats.org/officeDocument/2006/relationships/image" Target="/ppt/media/image10.svg" Id="R275634b72a79480f"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b5f46a35dc9548a1" /><Relationship Type="http://schemas.openxmlformats.org/officeDocument/2006/relationships/image" Target="/ppt/media/image9.png" Id="R795cd1b32b3c4a01" /><Relationship Type="http://schemas.openxmlformats.org/officeDocument/2006/relationships/image" Target="/ppt/media/image9.svg" Id="R81c74a838de94fbb"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36b7879afa604494" /><Relationship Type="http://schemas.openxmlformats.org/officeDocument/2006/relationships/image" Target="/ppt/media/image11.png" Id="Re7992b47d1e7427d" /><Relationship Type="http://schemas.openxmlformats.org/officeDocument/2006/relationships/image" Target="/ppt/media/image11.svg" Id="R0d6a73314a6b43f6"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29f9e5f2007d4297"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2403e9b589714766"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xml" Id="Rae16a4844c8d452d"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xml" Id="R4c2d7efcf65741c4" /><Relationship Type="http://schemas.openxmlformats.org/officeDocument/2006/relationships/image" Target="/ppt/media/image4.png" Id="R9a446a29534e46e3" /><Relationship Type="http://schemas.openxmlformats.org/officeDocument/2006/relationships/image" Target="/ppt/media/image4.svg" Id="R86f3beff2aa34f72" /><Relationship Type="http://schemas.openxmlformats.org/officeDocument/2006/relationships/image" Target="/ppt/media/image2.png" Id="Rccced4373a4f4cbc" /><Relationship Type="http://schemas.openxmlformats.org/officeDocument/2006/relationships/image" Target="/ppt/media/image2.svg" Id="R51735134f00f47ca" /><Relationship Type="http://schemas.openxmlformats.org/officeDocument/2006/relationships/image" Target="/ppt/media/image3.png" Id="Rff2d74a3573a48e8" /><Relationship Type="http://schemas.openxmlformats.org/officeDocument/2006/relationships/image" Target="/ppt/media/image3.svg" Id="Rd9c0b23ee0134d12"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xml" Id="Rae38aac7986a4919" /><Relationship Type="http://schemas.openxmlformats.org/officeDocument/2006/relationships/image" Target="/ppt/media/image4.png" Id="Rcbb8a738cf254db3" /><Relationship Type="http://schemas.openxmlformats.org/officeDocument/2006/relationships/image" Target="/ppt/media/image4.svg" Id="R72ae393d6fcc4d23" /><Relationship Type="http://schemas.openxmlformats.org/officeDocument/2006/relationships/image" Target="/ppt/media/image5.png" Id="R278e57c6cae2445b" /><Relationship Type="http://schemas.openxmlformats.org/officeDocument/2006/relationships/image" Target="/ppt/media/image5.svg" Id="R2ec0ada515de472e" /><Relationship Type="http://schemas.openxmlformats.org/officeDocument/2006/relationships/image" Target="/ppt/media/image6.png" Id="Rba5f02d25bbb4302" /><Relationship Type="http://schemas.openxmlformats.org/officeDocument/2006/relationships/image" Target="/ppt/media/image6.svg" Id="R946c8ecd4a704a5e"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xml" Id="R931b2af864924066" /><Relationship Type="http://schemas.openxmlformats.org/officeDocument/2006/relationships/image" Target="/ppt/media/image12.png" Id="R269dc6762356427c" /><Relationship Type="http://schemas.openxmlformats.org/officeDocument/2006/relationships/image" Target="/ppt/media/image13.png" Id="R15d575b611d1408c" /><Relationship Type="http://schemas.openxmlformats.org/officeDocument/2006/relationships/image" Target="/ppt/media/image14.png" Id="R3004ace0058343eb" /><Relationship Type="http://schemas.openxmlformats.org/officeDocument/2006/relationships/image" Target="/ppt/media/image15.png" Id="R91ae4eb394db4a20" /><Relationship Type="http://schemas.openxmlformats.org/officeDocument/2006/relationships/image" Target="/ppt/media/image16.png" Id="R8526382612d34cea" /><Relationship Type="http://schemas.openxmlformats.org/officeDocument/2006/relationships/image" Target="/ppt/media/image17.png" Id="Rd7d8047979d542b0" /><Relationship Type="http://schemas.openxmlformats.org/officeDocument/2006/relationships/image" Target="/ppt/media/image18.png" Id="R1c35af1a9a4a4a72" /><Relationship Type="http://schemas.openxmlformats.org/officeDocument/2006/relationships/image" Target="/ppt/media/image19.png" Id="R900bb1d56630453d"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xml" Id="Rba1cffd92fd24d10"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xml" Id="Rab6de2dd01094aa2" /></Relationships>
</file>

<file path=ppt/slideLayouts/slideLayout1.xml><?xml version="1.0" encoding="utf-8"?>
<p:sldLayout xmlns:p="http://schemas.openxmlformats.org/presentationml/2006/main" showMasterSp="0" type="title" preserve="1">
  <p:cSld name="Title, KTH blue">
    <p:bg>
      <p:bgPr>
        <a:solidFill xmlns:a="http://schemas.openxmlformats.org/drawingml/2006/main">
          <a:schemeClr val="accent1"/>
        </a:solidFill>
      </p:bgPr>
    </p:bg>
    <p:spTree>
      <p:nvGrpSpPr>
        <p:cNvPr id="1" name=""/>
        <p:cNvGrpSpPr/>
        <p:nvPr/>
      </p:nvGrpSpPr>
      <p:grpSpPr>
        <a:xfrm xmlns:a="http://schemas.openxmlformats.org/drawingml/2006/main"/>
      </p:grpSpPr>
      <p:pic>
        <p:nvPicPr>
          <p:cNvPr id="7" name="Bild 6">
            <a:extLst xmlns:a="http://schemas.openxmlformats.org/drawingml/2006/main">
              <a:ext uri="{FF2B5EF4-FFF2-40B4-BE49-F238E27FC236}">
                <a16:creationId xmlns:a16="http://schemas.microsoft.com/office/drawing/2014/main" id="{90C0B426-7400-4E60-835B-FAA95D2E670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57a495c1e3841a0">
            <a:extLst>
              <a:ext uri="{96DAC541-7B7A-43D3-8B79-37D633B846F1}">
                <asvg:svgBlip xmlns:asvg="http://schemas.microsoft.com/office/drawing/2016/SVG/main" r:embed="R20d10073a0ba435b"/>
              </a:ext>
            </a:extLst>
          </a:blip>
          <a:srcRect xmlns:a="http://schemas.openxmlformats.org/drawingml/2006/main" l="0" t="0" r="73936" b="32409"/>
          <a:stretch xmlns:a="http://schemas.openxmlformats.org/drawingml/2006/main"/>
        </p:blipFill>
        <p:spPr>
          <a:xfrm xmlns:a="http://schemas.openxmlformats.org/drawingml/2006/main">
            <a:off x="-1" y="1"/>
            <a:ext cx="3177767" cy="4635374"/>
          </a:xfrm>
          <a:prstGeom xmlns:a="http://schemas.openxmlformats.org/drawingml/2006/main" prst="rect">
            <a:avLst/>
          </a:prstGeom>
        </p:spPr>
      </p:pic>
      <p:pic>
        <p:nvPicPr>
          <p:cNvPr id="8" name="Bild 7">
            <a:extLst xmlns:a="http://schemas.openxmlformats.org/drawingml/2006/main">
              <a:ext uri="{FF2B5EF4-FFF2-40B4-BE49-F238E27FC236}">
                <a16:creationId xmlns:a16="http://schemas.microsoft.com/office/drawing/2014/main" id="{09915B93-70A3-4BC9-A6DB-B6883C8C075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c8ecc423c7f4b2a">
            <a:extLst>
              <a:ext uri="{96DAC541-7B7A-43D3-8B79-37D633B846F1}">
                <asvg:svgBlip xmlns:asvg="http://schemas.microsoft.com/office/drawing/2016/SVG/main" r:embed="Raa16263acb6845a5"/>
              </a:ext>
            </a:extLst>
          </a:blip>
          <a:srcRect xmlns:a="http://schemas.openxmlformats.org/drawingml/2006/main" l="0" t="72740" r="75198" b="-1"/>
          <a:stretch xmlns:a="http://schemas.openxmlformats.org/drawingml/2006/main"/>
        </p:blipFill>
        <p:spPr>
          <a:xfrm xmlns:a="http://schemas.openxmlformats.org/drawingml/2006/main" flipH="1">
            <a:off x="9166550" y="4988459"/>
            <a:ext cx="3023858" cy="1869540"/>
          </a:xfrm>
          <a:prstGeom xmlns:a="http://schemas.openxmlformats.org/drawingml/2006/main" prst="rect">
            <a:avLst/>
          </a:prstGeom>
        </p:spPr>
      </p:pic>
      <p:pic>
        <p:nvPicPr>
          <p:cNvPr id="9" name="Logotype">
            <a:extLst xmlns:a="http://schemas.openxmlformats.org/drawingml/2006/main">
              <a:ext uri="{FF2B5EF4-FFF2-40B4-BE49-F238E27FC236}">
                <a16:creationId xmlns:a16="http://schemas.microsoft.com/office/drawing/2014/main" id="{0783AC59-12AD-4F3E-982C-02ADD32A1BD4}"/>
              </a:ext>
            </a:extLst>
          </p:cNvPr>
          <p:cNvPicPr>
            <a:picLocks xmlns:a="http://schemas.openxmlformats.org/drawingml/2006/main" noChangeAspect="1"/>
          </p:cNvPicPr>
          <p:nvPr/>
        </p:nvPicPr>
        <p:blipFill>
          <a:blip xmlns:r="http://schemas.openxmlformats.org/officeDocument/2006/relationships" xmlns:a="http://schemas.openxmlformats.org/drawingml/2006/main" r:embed="R5d2472a05bfd4e62">
            <a:extLst>
              <a:ext uri="{96DAC541-7B7A-43D3-8B79-37D633B846F1}">
                <asvg:svgBlip xmlns:asvg="http://schemas.microsoft.com/office/drawing/2016/SVG/main" r:embed="Rb3e0512259904661"/>
              </a:ext>
            </a:extLst>
          </a:blip>
          <a:stretch xmlns:a="http://schemas.openxmlformats.org/drawingml/2006/main">
            <a:fillRect l="0" t="0" r="0" b="0"/>
          </a:stretch>
        </p:blipFill>
        <p:spPr>
          <a:xfrm xmlns:a="http://schemas.openxmlformats.org/drawingml/2006/main">
            <a:off x="5213011" y="998292"/>
            <a:ext cx="1764387" cy="1974432"/>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191A984F-EC06-FCDC-F274-D5275A60CDCA}"/>
              </a:ext>
            </a:extLst>
          </p:cNvPr>
          <p:cNvSpPr>
            <a:spLocks xmlns:a="http://schemas.openxmlformats.org/drawingml/2006/main" noGrp="1"/>
          </p:cNvSpPr>
          <p:nvPr>
            <p:ph type="ctrTitle" idx="0" hasCustomPrompt="1"/>
          </p:nvPr>
        </p:nvSpPr>
        <p:spPr>
          <a:xfrm xmlns:a="http://schemas.openxmlformats.org/drawingml/2006/main">
            <a:off x="1695853" y="3571875"/>
            <a:ext cx="8798701" cy="1654175"/>
          </a:xfrm>
        </p:spPr>
        <p:txBody>
          <a:bodyPr xmlns:a="http://schemas.openxmlformats.org/drawingml/2006/main" anchor="ctr">
            <a:noAutofit/>
          </a:bodyPr>
          <a:lstStyle xmlns:a="http://schemas.openxmlformats.org/drawingml/2006/main">
            <a:lvl1pPr algn="ctr">
              <a:buNone/>
              <a:defRPr sz="4800">
                <a:solidFill>
                  <a:schemeClr val="bg1"/>
                </a:solidFill>
              </a:defRPr>
            </a:lvl1pPr>
          </a:lstStyle>
          <a:p xmlns:a="http://schemas.openxmlformats.org/drawingml/2006/main">
            <a:r>
              <a:t>Presentation </a:t>
            </a:r>
            <a:r>
              <a:t>title</a:t>
            </a:r>
            <a:endParaRPr/>
          </a:p>
        </p:txBody>
      </p:sp>
      <p:sp>
        <p:nvSpPr>
          <p:cNvPr id="3" name="Underrubrik 2">
            <a:extLst xmlns:a="http://schemas.openxmlformats.org/drawingml/2006/main">
              <a:ext uri="{FF2B5EF4-FFF2-40B4-BE49-F238E27FC236}">
                <a16:creationId xmlns:a16="http://schemas.microsoft.com/office/drawing/2014/main" id="{7A3458D8-0B11-6CF5-7CF4-C5CA80850FBF}"/>
              </a:ext>
            </a:extLst>
          </p:cNvPr>
          <p:cNvSpPr>
            <a:spLocks xmlns:a="http://schemas.openxmlformats.org/drawingml/2006/main" noGrp="1"/>
          </p:cNvSpPr>
          <p:nvPr>
            <p:ph type="subTitle" idx="1" hasCustomPrompt="1"/>
          </p:nvPr>
        </p:nvSpPr>
        <p:spPr>
          <a:xfrm xmlns:a="http://schemas.openxmlformats.org/drawingml/2006/main">
            <a:off x="2132013" y="5776913"/>
            <a:ext cx="7926387" cy="461962"/>
          </a:xfrm>
        </p:spPr>
        <p:txBody>
          <a:bodyPr xmlns:a="http://schemas.openxmlformats.org/drawingml/2006/main">
            <a:normAutofit/>
          </a:bodyPr>
          <a:lstStyle xmlns:a="http://schemas.openxmlformats.org/drawingml/2006/main">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Subtitle</a:t>
            </a:r>
            <a:r>
              <a:t> </a:t>
            </a:r>
            <a:r>
              <a:t>here</a:t>
            </a:r>
            <a:endParaRPr/>
          </a:p>
        </p:txBody>
      </p:sp>
      <p:sp>
        <p:nvSpPr>
          <p:cNvPr id="4" name="Platshållare för datum 3">
            <a:extLst xmlns:a="http://schemas.openxmlformats.org/drawingml/2006/main">
              <a:ext uri="{FF2B5EF4-FFF2-40B4-BE49-F238E27FC236}">
                <a16:creationId xmlns:a16="http://schemas.microsoft.com/office/drawing/2014/main" id="{43D49F56-9255-DA2A-05B7-92B1B041F7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CC966FA6-0959-4367-A5DE-3D0B3CCAB9EA}"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5B69D7AE-6EEB-EE3E-0310-ED9C355673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A79EDCB6-5D2D-0312-1EF1-C34529D8AD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B716C8F4-20CD-364A-8A8E-DE130115B178}" type="slidenum">
              <a:t>‹#›</a:t>
            </a:fld>
            <a:endParaRPr/>
          </a:p>
        </p:txBody>
      </p:sp>
    </p:spTree>
  </p:cSld>
</p:sldLayout>
</file>

<file path=ppt/slideLayouts/slideLayout2.xml><?xml version="1.0" encoding="utf-8"?>
<p:sldLayout xmlns:p="http://schemas.openxmlformats.org/presentationml/2006/main" showMasterSp="0" type="title" preserve="1">
  <p:cSld name="Title, navy blue">
    <p:bg>
      <p:bgPr>
        <a:solidFill xmlns:a="http://schemas.openxmlformats.org/drawingml/2006/main">
          <a:schemeClr val="accent3"/>
        </a:solidFill>
      </p:bgPr>
    </p:bg>
    <p:spTree>
      <p:nvGrpSpPr>
        <p:cNvPr id="1" name=""/>
        <p:cNvGrpSpPr/>
        <p:nvPr/>
      </p:nvGrpSpPr>
      <p:grpSpPr>
        <a:xfrm xmlns:a="http://schemas.openxmlformats.org/drawingml/2006/main"/>
      </p:grpSpPr>
      <p:pic>
        <p:nvPicPr>
          <p:cNvPr id="8" name="Bild 7">
            <a:extLst xmlns:a="http://schemas.openxmlformats.org/drawingml/2006/main">
              <a:ext uri="{FF2B5EF4-FFF2-40B4-BE49-F238E27FC236}">
                <a16:creationId xmlns:a16="http://schemas.microsoft.com/office/drawing/2014/main" id="{170874D2-D718-46A7-9EDE-80F1FCE2AA4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dc6aa3cfacf42da">
            <a:extLst>
              <a:ext uri="{96DAC541-7B7A-43D3-8B79-37D633B846F1}">
                <asvg:svgBlip xmlns:asvg="http://schemas.microsoft.com/office/drawing/2016/SVG/main" r:embed="R161264f457be46b2"/>
              </a:ext>
            </a:extLst>
          </a:blip>
          <a:srcRect xmlns:a="http://schemas.openxmlformats.org/drawingml/2006/main" l="0" t="0" r="73936" b="32409"/>
          <a:stretch xmlns:a="http://schemas.openxmlformats.org/drawingml/2006/main"/>
        </p:blipFill>
        <p:spPr>
          <a:xfrm xmlns:a="http://schemas.openxmlformats.org/drawingml/2006/main">
            <a:off x="-1" y="1"/>
            <a:ext cx="3177767" cy="4635374"/>
          </a:xfrm>
          <a:prstGeom xmlns:a="http://schemas.openxmlformats.org/drawingml/2006/main" prst="rect">
            <a:avLst/>
          </a:prstGeom>
        </p:spPr>
      </p:pic>
      <p:pic>
        <p:nvPicPr>
          <p:cNvPr id="10" name="Bild 9">
            <a:extLst xmlns:a="http://schemas.openxmlformats.org/drawingml/2006/main">
              <a:ext uri="{FF2B5EF4-FFF2-40B4-BE49-F238E27FC236}">
                <a16:creationId xmlns:a16="http://schemas.microsoft.com/office/drawing/2014/main" id="{BE7C065A-6A15-4B6A-B249-1FC3C5F8E20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8dcf2a004c24933">
            <a:extLst>
              <a:ext uri="{96DAC541-7B7A-43D3-8B79-37D633B846F1}">
                <asvg:svgBlip xmlns:asvg="http://schemas.microsoft.com/office/drawing/2016/SVG/main" r:embed="R4e5fa1eca5c04a0a"/>
              </a:ext>
            </a:extLst>
          </a:blip>
          <a:srcRect xmlns:a="http://schemas.openxmlformats.org/drawingml/2006/main" l="0" t="72740" r="75198" b="-1"/>
          <a:stretch xmlns:a="http://schemas.openxmlformats.org/drawingml/2006/main"/>
        </p:blipFill>
        <p:spPr>
          <a:xfrm xmlns:a="http://schemas.openxmlformats.org/drawingml/2006/main" flipH="1">
            <a:off x="9166550" y="4988459"/>
            <a:ext cx="3023858" cy="1869540"/>
          </a:xfrm>
          <a:prstGeom xmlns:a="http://schemas.openxmlformats.org/drawingml/2006/main" prst="rect">
            <a:avLst/>
          </a:prstGeom>
        </p:spPr>
      </p:pic>
      <p:pic>
        <p:nvPicPr>
          <p:cNvPr id="9" name="Logotype">
            <a:extLst xmlns:a="http://schemas.openxmlformats.org/drawingml/2006/main">
              <a:ext uri="{FF2B5EF4-FFF2-40B4-BE49-F238E27FC236}">
                <a16:creationId xmlns:a16="http://schemas.microsoft.com/office/drawing/2014/main" id="{D0C23B63-E3EE-4528-88B0-BDC2031BD4CF}"/>
              </a:ext>
            </a:extLst>
          </p:cNvPr>
          <p:cNvPicPr>
            <a:picLocks xmlns:a="http://schemas.openxmlformats.org/drawingml/2006/main" noChangeAspect="1"/>
          </p:cNvPicPr>
          <p:nvPr/>
        </p:nvPicPr>
        <p:blipFill>
          <a:blip xmlns:r="http://schemas.openxmlformats.org/officeDocument/2006/relationships" xmlns:a="http://schemas.openxmlformats.org/drawingml/2006/main" r:embed="Rd198e5e992d04dc2">
            <a:extLst>
              <a:ext uri="{96DAC541-7B7A-43D3-8B79-37D633B846F1}">
                <asvg:svgBlip xmlns:asvg="http://schemas.microsoft.com/office/drawing/2016/SVG/main" r:embed="Rdcfdbb60b7194a32"/>
              </a:ext>
            </a:extLst>
          </a:blip>
          <a:stretch xmlns:a="http://schemas.openxmlformats.org/drawingml/2006/main">
            <a:fillRect l="0" t="0" r="0" b="0"/>
          </a:stretch>
        </p:blipFill>
        <p:spPr>
          <a:xfrm xmlns:a="http://schemas.openxmlformats.org/drawingml/2006/main">
            <a:off x="5213011" y="998292"/>
            <a:ext cx="1764387" cy="1974432"/>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191A984F-EC06-FCDC-F274-D5275A60CDCA}"/>
              </a:ext>
            </a:extLst>
          </p:cNvPr>
          <p:cNvSpPr>
            <a:spLocks xmlns:a="http://schemas.openxmlformats.org/drawingml/2006/main" noGrp="1"/>
          </p:cNvSpPr>
          <p:nvPr>
            <p:ph type="ctrTitle" idx="0" hasCustomPrompt="1"/>
          </p:nvPr>
        </p:nvSpPr>
        <p:spPr>
          <a:xfrm xmlns:a="http://schemas.openxmlformats.org/drawingml/2006/main">
            <a:off x="1695853" y="3571875"/>
            <a:ext cx="8798701" cy="1654175"/>
          </a:xfrm>
        </p:spPr>
        <p:txBody>
          <a:bodyPr xmlns:a="http://schemas.openxmlformats.org/drawingml/2006/main" anchor="ctr">
            <a:noAutofit/>
          </a:bodyPr>
          <a:lstStyle xmlns:a="http://schemas.openxmlformats.org/drawingml/2006/main">
            <a:lvl1pPr algn="ctr">
              <a:buNone/>
              <a:defRPr sz="4800">
                <a:solidFill>
                  <a:schemeClr val="bg1"/>
                </a:solidFill>
              </a:defRPr>
            </a:lvl1pPr>
          </a:lstStyle>
          <a:p xmlns:a="http://schemas.openxmlformats.org/drawingml/2006/main">
            <a:r>
              <a:t>Presentation </a:t>
            </a:r>
            <a:r>
              <a:t>title</a:t>
            </a:r>
            <a:endParaRPr/>
          </a:p>
        </p:txBody>
      </p:sp>
      <p:sp>
        <p:nvSpPr>
          <p:cNvPr id="3" name="Underrubrik 2">
            <a:extLst xmlns:a="http://schemas.openxmlformats.org/drawingml/2006/main">
              <a:ext uri="{FF2B5EF4-FFF2-40B4-BE49-F238E27FC236}">
                <a16:creationId xmlns:a16="http://schemas.microsoft.com/office/drawing/2014/main" id="{7A3458D8-0B11-6CF5-7CF4-C5CA80850FBF}"/>
              </a:ext>
            </a:extLst>
          </p:cNvPr>
          <p:cNvSpPr>
            <a:spLocks xmlns:a="http://schemas.openxmlformats.org/drawingml/2006/main" noGrp="1"/>
          </p:cNvSpPr>
          <p:nvPr>
            <p:ph type="subTitle" idx="1" hasCustomPrompt="1"/>
          </p:nvPr>
        </p:nvSpPr>
        <p:spPr>
          <a:xfrm xmlns:a="http://schemas.openxmlformats.org/drawingml/2006/main">
            <a:off x="2132013" y="5776913"/>
            <a:ext cx="7926387" cy="461962"/>
          </a:xfrm>
        </p:spPr>
        <p:txBody>
          <a:bodyPr xmlns:a="http://schemas.openxmlformats.org/drawingml/2006/main">
            <a:normAutofit/>
          </a:bodyPr>
          <a:lstStyle xmlns:a="http://schemas.openxmlformats.org/drawingml/2006/main">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Subtitle</a:t>
            </a:r>
            <a:r>
              <a:t> </a:t>
            </a:r>
            <a:r>
              <a:t>here</a:t>
            </a:r>
            <a:endParaRPr/>
          </a:p>
        </p:txBody>
      </p:sp>
      <p:sp>
        <p:nvSpPr>
          <p:cNvPr id="4" name="Platshållare för datum 3">
            <a:extLst xmlns:a="http://schemas.openxmlformats.org/drawingml/2006/main">
              <a:ext uri="{FF2B5EF4-FFF2-40B4-BE49-F238E27FC236}">
                <a16:creationId xmlns:a16="http://schemas.microsoft.com/office/drawing/2014/main" id="{43D49F56-9255-DA2A-05B7-92B1B041F7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AA699D7-2D72-4EF8-BFD6-CFA47BC26B10}"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5B69D7AE-6EEB-EE3E-0310-ED9C355673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A79EDCB6-5D2D-0312-1EF1-C34529D8AD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B716C8F4-20CD-364A-8A8E-DE130115B178}" type="slidenum">
              <a:t>‹#›</a:t>
            </a:fld>
            <a:endParaRPr/>
          </a:p>
        </p:txBody>
      </p:sp>
    </p:spTree>
  </p:cSld>
</p:sldLayout>
</file>

<file path=ppt/slideLayouts/slideLayout3.xml><?xml version="1.0" encoding="utf-8"?>
<p:sldLayout xmlns:p="http://schemas.openxmlformats.org/presentationml/2006/main" showMasterSp="0" type="title" preserve="1">
  <p:cSld name="Title, image">
    <p:bg>
      <p:bgPr>
        <a:blipFill xmlns:a="http://schemas.openxmlformats.org/drawingml/2006/main" rotWithShape="1">
          <a:blip xmlns:r="http://schemas.openxmlformats.org/officeDocument/2006/relationships" r:embed="Rb60865be6b9440ce">
            <a:lum/>
          </a:blip>
          <a:srcRect l="0" t="0" r="0" b="0"/>
          <a:stretch>
            <a:fillRect l="0" t="0" r="0" b="0"/>
          </a:stretch>
        </a:blipFill>
      </p:bgPr>
    </p:bg>
    <p:spTree>
      <p:nvGrpSpPr>
        <p:cNvPr id="1" name=""/>
        <p:cNvGrpSpPr/>
        <p:nvPr/>
      </p:nvGrpSpPr>
      <p:grpSpPr>
        <a:xfrm xmlns:a="http://schemas.openxmlformats.org/drawingml/2006/main"/>
      </p:grpSpPr>
      <p:sp>
        <p:nvSpPr>
          <p:cNvPr id="7" name="Rektangel 6">
            <a:extLst xmlns:a="http://schemas.openxmlformats.org/drawingml/2006/main">
              <a:ext uri="{FF2B5EF4-FFF2-40B4-BE49-F238E27FC236}">
                <a16:creationId xmlns:a16="http://schemas.microsoft.com/office/drawing/2014/main" id="{E4E20116-AB17-4A1A-F8AD-05FA682133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chemeClr val="tx1">
              <a:alpha val="3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9" name="Logotype">
            <a:extLst xmlns:a="http://schemas.openxmlformats.org/drawingml/2006/main">
              <a:ext uri="{FF2B5EF4-FFF2-40B4-BE49-F238E27FC236}">
                <a16:creationId xmlns:a16="http://schemas.microsoft.com/office/drawing/2014/main" id="{5B846C80-A629-457C-9130-0F548085CBF0}"/>
              </a:ext>
            </a:extLst>
          </p:cNvPr>
          <p:cNvPicPr>
            <a:picLocks xmlns:a="http://schemas.openxmlformats.org/drawingml/2006/main" noChangeAspect="1"/>
          </p:cNvPicPr>
          <p:nvPr/>
        </p:nvPicPr>
        <p:blipFill>
          <a:blip xmlns:r="http://schemas.openxmlformats.org/officeDocument/2006/relationships" xmlns:a="http://schemas.openxmlformats.org/drawingml/2006/main" r:embed="Rcfe5a34fc93e4a49">
            <a:extLst>
              <a:ext uri="{96DAC541-7B7A-43D3-8B79-37D633B846F1}">
                <asvg:svgBlip xmlns:asvg="http://schemas.microsoft.com/office/drawing/2016/SVG/main" r:embed="R2ce4bcf3c18d491b"/>
              </a:ext>
            </a:extLst>
          </a:blip>
          <a:stretch xmlns:a="http://schemas.openxmlformats.org/drawingml/2006/main">
            <a:fillRect l="0" t="0" r="0" b="0"/>
          </a:stretch>
        </p:blipFill>
        <p:spPr>
          <a:xfrm xmlns:a="http://schemas.openxmlformats.org/drawingml/2006/main">
            <a:off x="5213011" y="998292"/>
            <a:ext cx="1764387" cy="1974432"/>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191A984F-EC06-FCDC-F274-D5275A60CDCA}"/>
              </a:ext>
            </a:extLst>
          </p:cNvPr>
          <p:cNvSpPr>
            <a:spLocks xmlns:a="http://schemas.openxmlformats.org/drawingml/2006/main" noGrp="1"/>
          </p:cNvSpPr>
          <p:nvPr>
            <p:ph type="ctrTitle" idx="0" hasCustomPrompt="1"/>
          </p:nvPr>
        </p:nvSpPr>
        <p:spPr>
          <a:xfrm xmlns:a="http://schemas.openxmlformats.org/drawingml/2006/main">
            <a:off x="1695853" y="3571875"/>
            <a:ext cx="8798701" cy="1654175"/>
          </a:xfrm>
        </p:spPr>
        <p:txBody>
          <a:bodyPr xmlns:a="http://schemas.openxmlformats.org/drawingml/2006/main" anchor="ctr">
            <a:noAutofit/>
          </a:bodyPr>
          <a:lstStyle xmlns:a="http://schemas.openxmlformats.org/drawingml/2006/main">
            <a:lvl1pPr algn="ctr">
              <a:buNone/>
              <a:defRPr sz="4800">
                <a:solidFill>
                  <a:schemeClr val="bg1"/>
                </a:solidFill>
              </a:defRPr>
            </a:lvl1pPr>
          </a:lstStyle>
          <a:p xmlns:a="http://schemas.openxmlformats.org/drawingml/2006/main">
            <a:r>
              <a:t>Presentation </a:t>
            </a:r>
            <a:r>
              <a:t>title</a:t>
            </a:r>
            <a:endParaRPr/>
          </a:p>
        </p:txBody>
      </p:sp>
      <p:sp>
        <p:nvSpPr>
          <p:cNvPr id="3" name="Underrubrik 2">
            <a:extLst xmlns:a="http://schemas.openxmlformats.org/drawingml/2006/main">
              <a:ext uri="{FF2B5EF4-FFF2-40B4-BE49-F238E27FC236}">
                <a16:creationId xmlns:a16="http://schemas.microsoft.com/office/drawing/2014/main" id="{7A3458D8-0B11-6CF5-7CF4-C5CA80850FBF}"/>
              </a:ext>
            </a:extLst>
          </p:cNvPr>
          <p:cNvSpPr>
            <a:spLocks xmlns:a="http://schemas.openxmlformats.org/drawingml/2006/main" noGrp="1"/>
          </p:cNvSpPr>
          <p:nvPr>
            <p:ph type="subTitle" idx="1" hasCustomPrompt="1"/>
          </p:nvPr>
        </p:nvSpPr>
        <p:spPr>
          <a:xfrm xmlns:a="http://schemas.openxmlformats.org/drawingml/2006/main">
            <a:off x="2132013" y="5776913"/>
            <a:ext cx="7926387" cy="461962"/>
          </a:xfrm>
        </p:spPr>
        <p:txBody>
          <a:bodyPr xmlns:a="http://schemas.openxmlformats.org/drawingml/2006/main">
            <a:normAutofit/>
          </a:bodyPr>
          <a:lstStyle xmlns:a="http://schemas.openxmlformats.org/drawingml/2006/main">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Subtitle</a:t>
            </a:r>
            <a:r>
              <a:t> </a:t>
            </a:r>
            <a:r>
              <a:t>here</a:t>
            </a:r>
            <a:endParaRPr/>
          </a:p>
        </p:txBody>
      </p:sp>
      <p:sp>
        <p:nvSpPr>
          <p:cNvPr id="4" name="Platshållare för datum 3">
            <a:extLst xmlns:a="http://schemas.openxmlformats.org/drawingml/2006/main">
              <a:ext uri="{FF2B5EF4-FFF2-40B4-BE49-F238E27FC236}">
                <a16:creationId xmlns:a16="http://schemas.microsoft.com/office/drawing/2014/main" id="{43D49F56-9255-DA2A-05B7-92B1B041F7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59C57A92-A5B5-406C-A916-B9499C622432}"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5B69D7AE-6EEB-EE3E-0310-ED9C355673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A79EDCB6-5D2D-0312-1EF1-C34529D8AD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B716C8F4-20CD-364A-8A8E-DE130115B178}" type="slidenum">
              <a:t>‹#›</a:t>
            </a:fld>
            <a:endParaRPr/>
          </a:p>
        </p:txBody>
      </p:sp>
      <p:sp>
        <p:nvSpPr>
          <p:cNvPr id="8" name="Rektangel 7">
            <a:extLst xmlns:a="http://schemas.openxmlformats.org/drawingml/2006/main">
              <a:ext uri="{FF2B5EF4-FFF2-40B4-BE49-F238E27FC236}">
                <a16:creationId xmlns:a16="http://schemas.microsoft.com/office/drawing/2014/main" id="{599C849E-1E62-7E27-4099-2DEB2C85E99A}"/>
              </a:ext>
            </a:extLst>
          </p:cNvPr>
          <p:cNvSpPr>
            <a:spLocks xmlns:a="http://schemas.openxmlformats.org/drawingml/2006/main" noGrp="1"/>
          </p:cNvSpPr>
          <p:nvPr/>
        </p:nvSpPr>
        <p:spPr>
          <a:xfrm xmlns:a="http://schemas.openxmlformats.org/drawingml/2006/main">
            <a:off x="12496799" y="0"/>
            <a:ext cx="2209799" cy="2405100"/>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lIns="180000" tIns="180000" rIns="180000" bIns="180000" anchor="t">
            <a:spAutoFit/>
          </a:bodyPr>
          <a:lstStyle xmlns:a="http://schemas.openxmlformats.org/drawingml/2006/main"/>
          <a:p xmlns:a="http://schemas.openxmlformats.org/drawingml/2006/main">
            <a:pPr algn="l">
              <a:spcAft>
                <a:spcPts val="800"/>
              </a:spcAft>
              <a:buNone/>
            </a:pPr>
            <a:r>
              <a:rPr sz="1100">
                <a:latin typeface="+mj-lt"/>
                <a:ea typeface="+mj-lt"/>
                <a:cs typeface="+mj-lt"/>
              </a:rPr>
              <a:t>Change background image</a:t>
            </a:r>
          </a:p>
          <a:p xmlns:a="http://schemas.openxmlformats.org/drawingml/2006/main">
            <a:pPr marL="162900" indent="-162900" algn="l">
              <a:spcAft>
                <a:spcPts val="600"/>
              </a:spcAft>
              <a:buFont typeface="+mj-lt"/>
              <a:buAutoNum type="arabicPeriod"/>
            </a:pPr>
            <a:r>
              <a:rPr sz="1000"/>
              <a:t>Select Design &gt; Format Background.</a:t>
            </a:r>
          </a:p>
          <a:p xmlns:a="http://schemas.openxmlformats.org/drawingml/2006/main">
            <a:pPr marL="162900" indent="-162900" algn="l">
              <a:spcAft>
                <a:spcPts val="600"/>
              </a:spcAft>
              <a:buFont typeface="+mj-lt"/>
              <a:buAutoNum type="arabicPeriod"/>
            </a:pPr>
            <a:r>
              <a:rPr sz="1000"/>
              <a:t>In the Format Background pane, select Picture or texture fill.</a:t>
            </a:r>
          </a:p>
          <a:p xmlns:a="http://schemas.openxmlformats.org/drawingml/2006/main">
            <a:pPr marL="162900" indent="-162900" algn="l">
              <a:spcAft>
                <a:spcPts val="600"/>
              </a:spcAft>
              <a:buFont typeface="+mj-lt"/>
              <a:buAutoNum type="arabicPeriod"/>
            </a:pPr>
            <a:r>
              <a:rPr sz="1000"/>
              <a:t>Select File.</a:t>
            </a:r>
          </a:p>
          <a:p xmlns:a="http://schemas.openxmlformats.org/drawingml/2006/main">
            <a:pPr marL="162900" indent="-162900" algn="l">
              <a:spcAft>
                <a:spcPts val="600"/>
              </a:spcAft>
              <a:buFont typeface="+mj-lt"/>
              <a:buAutoNum type="arabicPeriod"/>
            </a:pPr>
            <a:r>
              <a:rPr sz="1000"/>
              <a:t>In the Insert Picture dialog box, choose the picture you want to use and then select Insert.</a:t>
            </a:r>
          </a:p>
        </p:txBody>
      </p:sp>
    </p:spTree>
  </p:cSld>
</p:sldLayout>
</file>

<file path=ppt/slideLayouts/slideLayout4.xml><?xml version="1.0" encoding="utf-8"?>
<p:sldLayout xmlns:p="http://schemas.openxmlformats.org/presentationml/2006/main" type="secHead" preserve="1">
  <p:cSld name="Title/chapter, light blue">
    <p:bg>
      <p:bgPr>
        <a:solidFill xmlns:a="http://schemas.openxmlformats.org/drawingml/2006/main">
          <a:schemeClr val="accent4"/>
        </a:solidFill>
      </p:bgPr>
    </p:bg>
    <p:spTree>
      <p:nvGrpSpPr>
        <p:cNvPr id="1" name=""/>
        <p:cNvGrpSpPr/>
        <p:nvPr/>
      </p:nvGrpSpPr>
      <p:grpSpPr>
        <a:xfrm xmlns:a="http://schemas.openxmlformats.org/drawingml/2006/main"/>
      </p:grpSpPr>
      <p:pic>
        <p:nvPicPr>
          <p:cNvPr id="13" name="Bild 12">
            <a:extLst xmlns:a="http://schemas.openxmlformats.org/drawingml/2006/main">
              <a:ext uri="{FF2B5EF4-FFF2-40B4-BE49-F238E27FC236}">
                <a16:creationId xmlns:a16="http://schemas.microsoft.com/office/drawing/2014/main" id="{6C178FF7-2706-457F-A6F7-A56665AC7164}"/>
              </a:ext>
            </a:extLst>
          </p:cNvPr>
          <p:cNvPicPr>
            <a:picLocks xmlns:a="http://schemas.openxmlformats.org/drawingml/2006/main" noChangeAspect="1"/>
          </p:cNvPicPr>
          <p:nvPr/>
        </p:nvPicPr>
        <p:blipFill>
          <a:blip xmlns:r="http://schemas.openxmlformats.org/officeDocument/2006/relationships" xmlns:a="http://schemas.openxmlformats.org/drawingml/2006/main" r:embed="Rd9c8997a24404a52">
            <a:extLst>
              <a:ext uri="{96DAC541-7B7A-43D3-8B79-37D633B846F1}">
                <asvg:svgBlip xmlns:asvg="http://schemas.microsoft.com/office/drawing/2016/SVG/main" r:embed="Rd6cd8071d34e4a46"/>
              </a:ext>
            </a:extLst>
          </a:blip>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08FF4B0F-EDDD-A22D-72B1-38F4939D3C89}"/>
              </a:ext>
            </a:extLst>
          </p:cNvPr>
          <p:cNvSpPr>
            <a:spLocks xmlns:a="http://schemas.openxmlformats.org/drawingml/2006/main" noGrp="1"/>
          </p:cNvSpPr>
          <p:nvPr>
            <p:ph type="title" idx="0"/>
          </p:nvPr>
        </p:nvSpPr>
        <p:spPr>
          <a:xfrm xmlns:a="http://schemas.openxmlformats.org/drawingml/2006/main">
            <a:off x="600074" y="2218797"/>
            <a:ext cx="7218363"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Platshållare för text 2">
            <a:extLst xmlns:a="http://schemas.openxmlformats.org/drawingml/2006/main">
              <a:ext uri="{FF2B5EF4-FFF2-40B4-BE49-F238E27FC236}">
                <a16:creationId xmlns:a16="http://schemas.microsoft.com/office/drawing/2014/main" id="{D2F2B0C3-2BAB-6502-DD24-88356B839479}"/>
              </a:ext>
            </a:extLst>
          </p:cNvPr>
          <p:cNvSpPr>
            <a:spLocks xmlns:a="http://schemas.openxmlformats.org/drawingml/2006/main" noGrp="1"/>
          </p:cNvSpPr>
          <p:nvPr>
            <p:ph type="body" idx="1"/>
          </p:nvPr>
        </p:nvSpPr>
        <p:spPr>
          <a:xfrm xmlns:a="http://schemas.openxmlformats.org/drawingml/2006/main">
            <a:off x="600074" y="5226050"/>
            <a:ext cx="7218363" cy="863600"/>
          </a:xfrm>
        </p:spPr>
        <p:txBody>
          <a:bodyPr xmlns:a="http://schemas.openxmlformats.org/drawingml/2006/main"/>
          <a:lstStyle xmlns:a="http://schemas.openxmlformats.org/drawingml/2006/main">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Platshållare för datum 3">
            <a:extLst xmlns:a="http://schemas.openxmlformats.org/drawingml/2006/main">
              <a:ext uri="{FF2B5EF4-FFF2-40B4-BE49-F238E27FC236}">
                <a16:creationId xmlns:a16="http://schemas.microsoft.com/office/drawing/2014/main" id="{F851E848-251E-E2DA-7C4F-1D00914218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B0DE268-95E9-4B8C-A20F-53B794146675}"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7B17E8BE-A4A4-85C9-B892-43238732B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D29BC8E8-F5C8-822E-801D-9D7D18708A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5.xml><?xml version="1.0" encoding="utf-8"?>
<p:sldLayout xmlns:p="http://schemas.openxmlformats.org/presentationml/2006/main" preserve="1" userDrawn="1">
  <p:cSld name="Title/chapter, image, light blue">
    <p:bg>
      <p:bgPr>
        <a:solidFill xmlns:a="http://schemas.openxmlformats.org/drawingml/2006/main">
          <a:schemeClr val="accent4"/>
        </a:solidFill>
      </p:bgPr>
    </p:bg>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08FF4B0F-EDDD-A22D-72B1-38F4939D3C89}"/>
              </a:ext>
            </a:extLst>
          </p:cNvPr>
          <p:cNvSpPr>
            <a:spLocks xmlns:a="http://schemas.openxmlformats.org/drawingml/2006/main" noGrp="1"/>
          </p:cNvSpPr>
          <p:nvPr>
            <p:ph type="title" idx="0"/>
          </p:nvPr>
        </p:nvSpPr>
        <p:spPr>
          <a:xfrm xmlns:a="http://schemas.openxmlformats.org/drawingml/2006/main">
            <a:off x="600074" y="2218797"/>
            <a:ext cx="5314951" cy="2852737"/>
          </a:xfrm>
        </p:spPr>
        <p:txBody>
          <a:bodyPr xmlns:a="http://schemas.openxmlformats.org/drawingml/2006/main" anchor="b"/>
          <a:lstStyle xmlns:a="http://schemas.openxmlformats.org/drawingml/2006/main">
            <a:lvl1pPr>
              <a:buNone/>
              <a:defRPr sz="5400"/>
            </a:lvl1pPr>
          </a:lstStyle>
          <a:p xmlns:a="http://schemas.openxmlformats.org/drawingml/2006/main">
            <a:r>
              <a:t>Click to edit Master title style</a:t>
            </a:r>
            <a:endParaRPr/>
          </a:p>
        </p:txBody>
      </p:sp>
      <p:sp>
        <p:nvSpPr>
          <p:cNvPr id="3" name="Platshållare för text 2">
            <a:extLst xmlns:a="http://schemas.openxmlformats.org/drawingml/2006/main">
              <a:ext uri="{FF2B5EF4-FFF2-40B4-BE49-F238E27FC236}">
                <a16:creationId xmlns:a16="http://schemas.microsoft.com/office/drawing/2014/main" id="{D2F2B0C3-2BAB-6502-DD24-88356B839479}"/>
              </a:ext>
            </a:extLst>
          </p:cNvPr>
          <p:cNvSpPr>
            <a:spLocks xmlns:a="http://schemas.openxmlformats.org/drawingml/2006/main" noGrp="1"/>
          </p:cNvSpPr>
          <p:nvPr>
            <p:ph type="body" idx="1"/>
          </p:nvPr>
        </p:nvSpPr>
        <p:spPr>
          <a:xfrm xmlns:a="http://schemas.openxmlformats.org/drawingml/2006/main">
            <a:off x="600074" y="5226050"/>
            <a:ext cx="5314951" cy="863600"/>
          </a:xfrm>
        </p:spPr>
        <p:txBody>
          <a:bodyPr xmlns:a="http://schemas.openxmlformats.org/drawingml/2006/main"/>
          <a:lstStyle xmlns:a="http://schemas.openxmlformats.org/drawingml/2006/main">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8" name="Platshållare för bild 2">
            <a:extLst xmlns:a="http://schemas.openxmlformats.org/drawingml/2006/main">
              <a:ext uri="{FF2B5EF4-FFF2-40B4-BE49-F238E27FC236}">
                <a16:creationId xmlns:a16="http://schemas.microsoft.com/office/drawing/2014/main" id="{34F955E2-AB95-AB55-6363-04426A618FC5}"/>
              </a:ext>
            </a:extLst>
          </p:cNvPr>
          <p:cNvSpPr>
            <a:spLocks xmlns:a="http://schemas.openxmlformats.org/drawingml/2006/main" noGrp="1"/>
          </p:cNvSpPr>
          <p:nvPr>
            <p:ph type="pic" idx="13" hasCustomPrompt="1"/>
          </p:nvPr>
        </p:nvSpPr>
        <p:spPr>
          <a:xfrm xmlns:a="http://schemas.openxmlformats.org/drawingml/2006/main">
            <a:off x="6096000" y="0"/>
            <a:ext cx="6096000" cy="6858000"/>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4" name="Platshållare för datum 3">
            <a:extLst xmlns:a="http://schemas.openxmlformats.org/drawingml/2006/main">
              <a:ext uri="{FF2B5EF4-FFF2-40B4-BE49-F238E27FC236}">
                <a16:creationId xmlns:a16="http://schemas.microsoft.com/office/drawing/2014/main" id="{F851E848-251E-E2DA-7C4F-1D00914218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5035EEE-6B18-446F-9951-DB37C6C7EBEA}"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7B17E8BE-A4A4-85C9-B892-43238732B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D29BC8E8-F5C8-822E-801D-9D7D18708A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6.xml><?xml version="1.0" encoding="utf-8"?>
<p:sldLayout xmlns:p="http://schemas.openxmlformats.org/presentationml/2006/main" type="secHead" preserve="1">
  <p:cSld name="Title/chapter, sand">
    <p:bg>
      <p:bgPr>
        <a:solidFill xmlns:a="http://schemas.openxmlformats.org/drawingml/2006/main">
          <a:schemeClr val="bg2"/>
        </a:solidFill>
      </p:bgPr>
    </p:bg>
    <p:spTree>
      <p:nvGrpSpPr>
        <p:cNvPr id="1" name=""/>
        <p:cNvGrpSpPr/>
        <p:nvPr/>
      </p:nvGrpSpPr>
      <p:grpSpPr>
        <a:xfrm xmlns:a="http://schemas.openxmlformats.org/drawingml/2006/main"/>
      </p:grpSpPr>
      <p:pic>
        <p:nvPicPr>
          <p:cNvPr id="8" name="Bild 7">
            <a:extLst xmlns:a="http://schemas.openxmlformats.org/drawingml/2006/main">
              <a:ext uri="{FF2B5EF4-FFF2-40B4-BE49-F238E27FC236}">
                <a16:creationId xmlns:a16="http://schemas.microsoft.com/office/drawing/2014/main" id="{03854899-AA93-438F-BF57-5DB9C185527E}"/>
              </a:ext>
            </a:extLst>
          </p:cNvPr>
          <p:cNvPicPr>
            <a:picLocks xmlns:a="http://schemas.openxmlformats.org/drawingml/2006/main" noChangeAspect="1"/>
          </p:cNvPicPr>
          <p:nvPr/>
        </p:nvPicPr>
        <p:blipFill>
          <a:blip xmlns:r="http://schemas.openxmlformats.org/officeDocument/2006/relationships" xmlns:a="http://schemas.openxmlformats.org/drawingml/2006/main" r:embed="R3539bd5eab5a4064">
            <a:extLst>
              <a:ext uri="{96DAC541-7B7A-43D3-8B79-37D633B846F1}">
                <asvg:svgBlip xmlns:asvg="http://schemas.microsoft.com/office/drawing/2016/SVG/main" r:embed="R199f8a1443c94c9a"/>
              </a:ext>
            </a:extLst>
          </a:blip>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08FF4B0F-EDDD-A22D-72B1-38F4939D3C89}"/>
              </a:ext>
            </a:extLst>
          </p:cNvPr>
          <p:cNvSpPr>
            <a:spLocks xmlns:a="http://schemas.openxmlformats.org/drawingml/2006/main" noGrp="1"/>
          </p:cNvSpPr>
          <p:nvPr>
            <p:ph type="title" idx="0"/>
          </p:nvPr>
        </p:nvSpPr>
        <p:spPr>
          <a:xfrm xmlns:a="http://schemas.openxmlformats.org/drawingml/2006/main">
            <a:off x="600074" y="2218797"/>
            <a:ext cx="7218363"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Platshållare för text 2">
            <a:extLst xmlns:a="http://schemas.openxmlformats.org/drawingml/2006/main">
              <a:ext uri="{FF2B5EF4-FFF2-40B4-BE49-F238E27FC236}">
                <a16:creationId xmlns:a16="http://schemas.microsoft.com/office/drawing/2014/main" id="{D2F2B0C3-2BAB-6502-DD24-88356B839479}"/>
              </a:ext>
            </a:extLst>
          </p:cNvPr>
          <p:cNvSpPr>
            <a:spLocks xmlns:a="http://schemas.openxmlformats.org/drawingml/2006/main" noGrp="1"/>
          </p:cNvSpPr>
          <p:nvPr>
            <p:ph type="body" idx="1"/>
          </p:nvPr>
        </p:nvSpPr>
        <p:spPr>
          <a:xfrm xmlns:a="http://schemas.openxmlformats.org/drawingml/2006/main">
            <a:off x="600074" y="5226050"/>
            <a:ext cx="7218363" cy="863600"/>
          </a:xfrm>
        </p:spPr>
        <p:txBody>
          <a:bodyPr xmlns:a="http://schemas.openxmlformats.org/drawingml/2006/main"/>
          <a:lstStyle xmlns:a="http://schemas.openxmlformats.org/drawingml/2006/main">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Platshållare för datum 3">
            <a:extLst xmlns:a="http://schemas.openxmlformats.org/drawingml/2006/main">
              <a:ext uri="{FF2B5EF4-FFF2-40B4-BE49-F238E27FC236}">
                <a16:creationId xmlns:a16="http://schemas.microsoft.com/office/drawing/2014/main" id="{F851E848-251E-E2DA-7C4F-1D00914218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F0D366-4595-44C1-917A-02E0579DBBF9}"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7B17E8BE-A4A4-85C9-B892-43238732B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D29BC8E8-F5C8-822E-801D-9D7D18708A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7.xml><?xml version="1.0" encoding="utf-8"?>
<p:sldLayout xmlns:p="http://schemas.openxmlformats.org/presentationml/2006/main" preserve="1" userDrawn="1">
  <p:cSld name="Title/chapter, image, san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08FF4B0F-EDDD-A22D-72B1-38F4939D3C89}"/>
              </a:ext>
            </a:extLst>
          </p:cNvPr>
          <p:cNvSpPr>
            <a:spLocks xmlns:a="http://schemas.openxmlformats.org/drawingml/2006/main" noGrp="1"/>
          </p:cNvSpPr>
          <p:nvPr>
            <p:ph type="title" idx="0"/>
          </p:nvPr>
        </p:nvSpPr>
        <p:spPr>
          <a:xfrm xmlns:a="http://schemas.openxmlformats.org/drawingml/2006/main">
            <a:off x="600074" y="2218797"/>
            <a:ext cx="5314951" cy="2852737"/>
          </a:xfrm>
        </p:spPr>
        <p:txBody>
          <a:bodyPr xmlns:a="http://schemas.openxmlformats.org/drawingml/2006/main" anchor="b"/>
          <a:lstStyle xmlns:a="http://schemas.openxmlformats.org/drawingml/2006/main">
            <a:lvl1pPr>
              <a:buNone/>
              <a:defRPr sz="5400"/>
            </a:lvl1pPr>
          </a:lstStyle>
          <a:p xmlns:a="http://schemas.openxmlformats.org/drawingml/2006/main">
            <a:r>
              <a:t>Click to edit Master title style</a:t>
            </a:r>
            <a:endParaRPr/>
          </a:p>
        </p:txBody>
      </p:sp>
      <p:sp>
        <p:nvSpPr>
          <p:cNvPr id="3" name="Platshållare för text 2">
            <a:extLst xmlns:a="http://schemas.openxmlformats.org/drawingml/2006/main">
              <a:ext uri="{FF2B5EF4-FFF2-40B4-BE49-F238E27FC236}">
                <a16:creationId xmlns:a16="http://schemas.microsoft.com/office/drawing/2014/main" id="{D2F2B0C3-2BAB-6502-DD24-88356B839479}"/>
              </a:ext>
            </a:extLst>
          </p:cNvPr>
          <p:cNvSpPr>
            <a:spLocks xmlns:a="http://schemas.openxmlformats.org/drawingml/2006/main" noGrp="1"/>
          </p:cNvSpPr>
          <p:nvPr>
            <p:ph type="body" idx="1"/>
          </p:nvPr>
        </p:nvSpPr>
        <p:spPr>
          <a:xfrm xmlns:a="http://schemas.openxmlformats.org/drawingml/2006/main">
            <a:off x="600074" y="5226050"/>
            <a:ext cx="5314951" cy="863600"/>
          </a:xfrm>
        </p:spPr>
        <p:txBody>
          <a:bodyPr xmlns:a="http://schemas.openxmlformats.org/drawingml/2006/main"/>
          <a:lstStyle xmlns:a="http://schemas.openxmlformats.org/drawingml/2006/main">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8" name="Platshållare för bild 2">
            <a:extLst xmlns:a="http://schemas.openxmlformats.org/drawingml/2006/main">
              <a:ext uri="{FF2B5EF4-FFF2-40B4-BE49-F238E27FC236}">
                <a16:creationId xmlns:a16="http://schemas.microsoft.com/office/drawing/2014/main" id="{34F955E2-AB95-AB55-6363-04426A618FC5}"/>
              </a:ext>
            </a:extLst>
          </p:cNvPr>
          <p:cNvSpPr>
            <a:spLocks xmlns:a="http://schemas.openxmlformats.org/drawingml/2006/main" noGrp="1"/>
          </p:cNvSpPr>
          <p:nvPr>
            <p:ph type="pic" idx="13" hasCustomPrompt="1"/>
          </p:nvPr>
        </p:nvSpPr>
        <p:spPr>
          <a:xfrm xmlns:a="http://schemas.openxmlformats.org/drawingml/2006/main">
            <a:off x="6096000" y="0"/>
            <a:ext cx="6096000" cy="6858000"/>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6" name="Platshållare för bildnummer 2">
            <a:extLst xmlns:a="http://schemas.openxmlformats.org/drawingml/2006/main">
              <a:ext uri="{FF2B5EF4-FFF2-40B4-BE49-F238E27FC236}">
                <a16:creationId xmlns:a16="http://schemas.microsoft.com/office/drawing/2014/main" id="{D29BC8E8-F5C8-822E-801D-9D7D18708A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
        <p:nvSpPr>
          <p:cNvPr id="4" name="Platshållare för datum 3">
            <a:extLst xmlns:a="http://schemas.openxmlformats.org/drawingml/2006/main">
              <a:ext uri="{FF2B5EF4-FFF2-40B4-BE49-F238E27FC236}">
                <a16:creationId xmlns:a16="http://schemas.microsoft.com/office/drawing/2014/main" id="{F851E848-251E-E2DA-7C4F-1D00914218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D67056-86A9-441F-8FE1-FCE2787F58F7}"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7B17E8BE-A4A4-85C9-B892-43238732B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Tree>
  </p:cSld>
</p:sldLayout>
</file>

<file path=ppt/slideLayouts/slideLayout8.xml><?xml version="1.0" encoding="utf-8"?>
<p:sldLayout xmlns:p="http://schemas.openxmlformats.org/presentationml/2006/main" showMasterSp="0" type="secHead" preserve="1">
  <p:cSld name="Title/chapter, KTH blue">
    <p:bg>
      <p:bgPr>
        <a:solidFill xmlns:a="http://schemas.openxmlformats.org/drawingml/2006/main">
          <a:schemeClr val="accent1"/>
        </a:solidFill>
      </p:bgPr>
    </p:bg>
    <p:spTree>
      <p:nvGrpSpPr>
        <p:cNvPr id="1" name=""/>
        <p:cNvGrpSpPr/>
        <p:nvPr/>
      </p:nvGrpSpPr>
      <p:grpSpPr>
        <a:xfrm xmlns:a="http://schemas.openxmlformats.org/drawingml/2006/main"/>
      </p:grpSpPr>
      <p:pic>
        <p:nvPicPr>
          <p:cNvPr id="9" name="Bild 8">
            <a:extLst xmlns:a="http://schemas.openxmlformats.org/drawingml/2006/main">
              <a:ext uri="{FF2B5EF4-FFF2-40B4-BE49-F238E27FC236}">
                <a16:creationId xmlns:a16="http://schemas.microsoft.com/office/drawing/2014/main" id="{2D347F49-D119-4126-83B8-8A76C15B3133}"/>
              </a:ext>
            </a:extLst>
          </p:cNvPr>
          <p:cNvPicPr>
            <a:picLocks xmlns:a="http://schemas.openxmlformats.org/drawingml/2006/main" noChangeAspect="1"/>
          </p:cNvPicPr>
          <p:nvPr/>
        </p:nvPicPr>
        <p:blipFill>
          <a:blip xmlns:r="http://schemas.openxmlformats.org/officeDocument/2006/relationships" xmlns:a="http://schemas.openxmlformats.org/drawingml/2006/main" r:embed="Rdda47ba54b6e49e2">
            <a:extLst>
              <a:ext uri="{96DAC541-7B7A-43D3-8B79-37D633B846F1}">
                <asvg:svgBlip xmlns:asvg="http://schemas.microsoft.com/office/drawing/2016/SVG/main" r:embed="R32862529f5294304"/>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pic>
        <p:nvPicPr>
          <p:cNvPr id="8" name="Bild 7">
            <a:extLst xmlns:a="http://schemas.openxmlformats.org/drawingml/2006/main">
              <a:ext uri="{FF2B5EF4-FFF2-40B4-BE49-F238E27FC236}">
                <a16:creationId xmlns:a16="http://schemas.microsoft.com/office/drawing/2014/main" id="{CC72AE66-6371-4840-B723-380C1976072F}"/>
              </a:ext>
            </a:extLst>
          </p:cNvPr>
          <p:cNvPicPr>
            <a:picLocks xmlns:a="http://schemas.openxmlformats.org/drawingml/2006/main" noChangeAspect="1"/>
          </p:cNvPicPr>
          <p:nvPr/>
        </p:nvPicPr>
        <p:blipFill>
          <a:blip xmlns:r="http://schemas.openxmlformats.org/officeDocument/2006/relationships" xmlns:a="http://schemas.openxmlformats.org/drawingml/2006/main" r:embed="R76f522fe60ff4749">
            <a:extLst>
              <a:ext uri="{96DAC541-7B7A-43D3-8B79-37D633B846F1}">
                <asvg:svgBlip xmlns:asvg="http://schemas.microsoft.com/office/drawing/2016/SVG/main" r:embed="Rc45c5cf7b8034e93"/>
              </a:ext>
            </a:extLst>
          </a:blip>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08FF4B0F-EDDD-A22D-72B1-38F4939D3C89}"/>
              </a:ext>
            </a:extLst>
          </p:cNvPr>
          <p:cNvSpPr>
            <a:spLocks xmlns:a="http://schemas.openxmlformats.org/drawingml/2006/main" noGrp="1"/>
          </p:cNvSpPr>
          <p:nvPr>
            <p:ph type="title" idx="0"/>
          </p:nvPr>
        </p:nvSpPr>
        <p:spPr>
          <a:xfrm xmlns:a="http://schemas.openxmlformats.org/drawingml/2006/main">
            <a:off x="600074" y="2218797"/>
            <a:ext cx="7218363" cy="2852737"/>
          </a:xfrm>
        </p:spPr>
        <p:txBody>
          <a:bodyPr xmlns:a="http://schemas.openxmlformats.org/drawingml/2006/main" anchor="b"/>
          <a:lstStyle xmlns:a="http://schemas.openxmlformats.org/drawingml/2006/main">
            <a:lvl1pPr>
              <a:buNone/>
              <a:defRPr sz="6000">
                <a:solidFill>
                  <a:schemeClr val="bg1"/>
                </a:solidFill>
              </a:defRPr>
            </a:lvl1pPr>
          </a:lstStyle>
          <a:p xmlns:a="http://schemas.openxmlformats.org/drawingml/2006/main">
            <a:r>
              <a:t>Click to edit Master title style</a:t>
            </a:r>
            <a:endParaRPr/>
          </a:p>
        </p:txBody>
      </p:sp>
      <p:sp>
        <p:nvSpPr>
          <p:cNvPr id="3" name="Platshållare för text 2">
            <a:extLst xmlns:a="http://schemas.openxmlformats.org/drawingml/2006/main">
              <a:ext uri="{FF2B5EF4-FFF2-40B4-BE49-F238E27FC236}">
                <a16:creationId xmlns:a16="http://schemas.microsoft.com/office/drawing/2014/main" id="{D2F2B0C3-2BAB-6502-DD24-88356B839479}"/>
              </a:ext>
            </a:extLst>
          </p:cNvPr>
          <p:cNvSpPr>
            <a:spLocks xmlns:a="http://schemas.openxmlformats.org/drawingml/2006/main" noGrp="1"/>
          </p:cNvSpPr>
          <p:nvPr>
            <p:ph type="body" idx="1"/>
          </p:nvPr>
        </p:nvSpPr>
        <p:spPr>
          <a:xfrm xmlns:a="http://schemas.openxmlformats.org/drawingml/2006/main">
            <a:off x="600074" y="5226050"/>
            <a:ext cx="7218363" cy="863600"/>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Platshållare för datum 3">
            <a:extLst xmlns:a="http://schemas.openxmlformats.org/drawingml/2006/main">
              <a:ext uri="{FF2B5EF4-FFF2-40B4-BE49-F238E27FC236}">
                <a16:creationId xmlns:a16="http://schemas.microsoft.com/office/drawing/2014/main" id="{F851E848-251E-E2DA-7C4F-1D00914218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D29E9076-27FF-469A-9108-351A6295A4EB}"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7B17E8BE-A4A4-85C9-B892-43238732B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D29BC8E8-F5C8-822E-801D-9D7D18708A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B716C8F4-20CD-364A-8A8E-DE130115B178}" type="slidenum">
              <a:t>‹#›</a:t>
            </a:fld>
            <a:endParaRPr/>
          </a:p>
        </p:txBody>
      </p:sp>
    </p:spTree>
  </p:cSld>
</p:sldLayout>
</file>

<file path=ppt/slideLayouts/slideLayout9.xml><?xml version="1.0" encoding="utf-8"?>
<p:sldLayout xmlns:p="http://schemas.openxmlformats.org/presentationml/2006/main" showMasterSp="0" preserve="1" userDrawn="1">
  <p:cSld name="Title/chapter, image, KTH blue">
    <p:bg>
      <p:bgPr>
        <a:solidFill xmlns:a="http://schemas.openxmlformats.org/drawingml/2006/main">
          <a:schemeClr val="accent1"/>
        </a:solidFill>
      </p:bgPr>
    </p:bg>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08FF4B0F-EDDD-A22D-72B1-38F4939D3C89}"/>
              </a:ext>
            </a:extLst>
          </p:cNvPr>
          <p:cNvSpPr>
            <a:spLocks xmlns:a="http://schemas.openxmlformats.org/drawingml/2006/main" noGrp="1"/>
          </p:cNvSpPr>
          <p:nvPr>
            <p:ph type="title" idx="0"/>
          </p:nvPr>
        </p:nvSpPr>
        <p:spPr>
          <a:xfrm xmlns:a="http://schemas.openxmlformats.org/drawingml/2006/main">
            <a:off x="600074" y="2218797"/>
            <a:ext cx="5314951" cy="2852737"/>
          </a:xfrm>
        </p:spPr>
        <p:txBody>
          <a:bodyPr xmlns:a="http://schemas.openxmlformats.org/drawingml/2006/main" anchor="b"/>
          <a:lstStyle xmlns:a="http://schemas.openxmlformats.org/drawingml/2006/main">
            <a:lvl1pPr>
              <a:buNone/>
              <a:defRPr sz="5400">
                <a:solidFill>
                  <a:schemeClr val="bg1"/>
                </a:solidFill>
              </a:defRPr>
            </a:lvl1pPr>
          </a:lstStyle>
          <a:p xmlns:a="http://schemas.openxmlformats.org/drawingml/2006/main">
            <a:r>
              <a:t>Click to edit Master title style</a:t>
            </a:r>
            <a:endParaRPr/>
          </a:p>
        </p:txBody>
      </p:sp>
      <p:sp>
        <p:nvSpPr>
          <p:cNvPr id="3" name="Platshållare för text 2">
            <a:extLst xmlns:a="http://schemas.openxmlformats.org/drawingml/2006/main">
              <a:ext uri="{FF2B5EF4-FFF2-40B4-BE49-F238E27FC236}">
                <a16:creationId xmlns:a16="http://schemas.microsoft.com/office/drawing/2014/main" id="{D2F2B0C3-2BAB-6502-DD24-88356B839479}"/>
              </a:ext>
            </a:extLst>
          </p:cNvPr>
          <p:cNvSpPr>
            <a:spLocks xmlns:a="http://schemas.openxmlformats.org/drawingml/2006/main" noGrp="1"/>
          </p:cNvSpPr>
          <p:nvPr>
            <p:ph type="body" idx="1"/>
          </p:nvPr>
        </p:nvSpPr>
        <p:spPr>
          <a:xfrm xmlns:a="http://schemas.openxmlformats.org/drawingml/2006/main">
            <a:off x="600074" y="5226050"/>
            <a:ext cx="5314951" cy="863600"/>
          </a:xfrm>
        </p:spPr>
        <p:txBody>
          <a:bodyPr xmlns:a="http://schemas.openxmlformats.org/drawingml/2006/main"/>
          <a:lstStyle xmlns:a="http://schemas.openxmlformats.org/drawingml/2006/main">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8" name="Platshållare för bild 2">
            <a:extLst xmlns:a="http://schemas.openxmlformats.org/drawingml/2006/main">
              <a:ext uri="{FF2B5EF4-FFF2-40B4-BE49-F238E27FC236}">
                <a16:creationId xmlns:a16="http://schemas.microsoft.com/office/drawing/2014/main" id="{34F955E2-AB95-AB55-6363-04426A618FC5}"/>
              </a:ext>
            </a:extLst>
          </p:cNvPr>
          <p:cNvSpPr>
            <a:spLocks xmlns:a="http://schemas.openxmlformats.org/drawingml/2006/main" noGrp="1"/>
          </p:cNvSpPr>
          <p:nvPr>
            <p:ph type="pic" idx="13" hasCustomPrompt="1"/>
          </p:nvPr>
        </p:nvSpPr>
        <p:spPr>
          <a:xfrm xmlns:a="http://schemas.openxmlformats.org/drawingml/2006/main">
            <a:off x="6096000" y="0"/>
            <a:ext cx="6096000" cy="6858000"/>
          </a:xfrm>
        </p:spPr>
        <p:txBody>
          <a:bodyPr xmlns:a="http://schemas.openxmlformats.org/drawingml/2006/main" bIns="1044000" anchor="ctr"/>
          <a:lstStyle xmlns:a="http://schemas.openxmlformats.org/drawingml/2006/main">
            <a:lvl1pPr marL="0" indent="0" algn="ctr">
              <a:buNone/>
              <a:defRPr>
                <a:solidFill>
                  <a:schemeClr val="bg1"/>
                </a:solidFill>
              </a:defRPr>
            </a:lvl1pPr>
          </a:lstStyle>
          <a:p xmlns:a="http://schemas.openxmlformats.org/drawingml/2006/main">
            <a:r>
              <a:t>Click</a:t>
            </a:r>
            <a:r>
              <a:t> on the </a:t>
            </a:r>
            <a:r>
              <a:t>icon</a:t>
            </a:r>
            <a:r>
              <a:t> or </a:t>
            </a:r>
            <a:br/>
            <a:r>
              <a:t>drag and </a:t>
            </a:r>
            <a:r>
              <a:t>drop</a:t>
            </a:r>
            <a:r>
              <a:t> to </a:t>
            </a:r>
            <a:r>
              <a:t>insert</a:t>
            </a:r>
            <a:r>
              <a:t> an image</a:t>
            </a:r>
          </a:p>
        </p:txBody>
      </p:sp>
      <p:sp>
        <p:nvSpPr>
          <p:cNvPr id="6" name="Platshållare för bildnummer 2">
            <a:extLst xmlns:a="http://schemas.openxmlformats.org/drawingml/2006/main">
              <a:ext uri="{FF2B5EF4-FFF2-40B4-BE49-F238E27FC236}">
                <a16:creationId xmlns:a16="http://schemas.microsoft.com/office/drawing/2014/main" id="{D29BC8E8-F5C8-822E-801D-9D7D18708A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B716C8F4-20CD-364A-8A8E-DE130115B178}" type="slidenum">
              <a:t>‹#›</a:t>
            </a:fld>
            <a:endParaRPr/>
          </a:p>
        </p:txBody>
      </p:sp>
      <p:sp>
        <p:nvSpPr>
          <p:cNvPr id="4" name="Platshållare för datum 3">
            <a:extLst xmlns:a="http://schemas.openxmlformats.org/drawingml/2006/main">
              <a:ext uri="{FF2B5EF4-FFF2-40B4-BE49-F238E27FC236}">
                <a16:creationId xmlns:a16="http://schemas.microsoft.com/office/drawing/2014/main" id="{F851E848-251E-E2DA-7C4F-1D00914218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D358646-E2AD-4030-B3D2-93C1EC4AAA4D}"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7B17E8BE-A4A4-85C9-B892-43238732B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EES UETP - HVDC course 2025</a:t>
            </a:r>
            <a:endParaRPr/>
          </a:p>
        </p:txBody>
      </p:sp>
      <p:pic>
        <p:nvPicPr>
          <p:cNvPr id="9" name="Bild 8">
            <a:extLst xmlns:a="http://schemas.openxmlformats.org/drawingml/2006/main">
              <a:ext uri="{FF2B5EF4-FFF2-40B4-BE49-F238E27FC236}">
                <a16:creationId xmlns:a16="http://schemas.microsoft.com/office/drawing/2014/main" id="{17817B41-7AE9-44CB-B3A5-093791050E2A}"/>
              </a:ext>
            </a:extLst>
          </p:cNvPr>
          <p:cNvPicPr>
            <a:picLocks xmlns:a="http://schemas.openxmlformats.org/drawingml/2006/main" noChangeAspect="1"/>
          </p:cNvPicPr>
          <p:nvPr/>
        </p:nvPicPr>
        <p:blipFill>
          <a:blip xmlns:r="http://schemas.openxmlformats.org/officeDocument/2006/relationships" xmlns:a="http://schemas.openxmlformats.org/drawingml/2006/main" r:embed="R9f87de1db5af421b">
            <a:extLst>
              <a:ext uri="{96DAC541-7B7A-43D3-8B79-37D633B846F1}">
                <asvg:svgBlip xmlns:asvg="http://schemas.microsoft.com/office/drawing/2016/SVG/main" r:embed="Re21e3434c0c74e21"/>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Tree>
  </p:cSld>
</p:sldLayout>
</file>

<file path=ppt/slideLayouts/slideLayout10.xml><?xml version="1.0" encoding="utf-8"?>
<p:sldLayout xmlns:p="http://schemas.openxmlformats.org/presentationml/2006/main" showMasterSp="0" type="secHead" preserve="1">
  <p:cSld name="Title/chapter, navy blue">
    <p:bg>
      <p:bgPr>
        <a:solidFill xmlns:a="http://schemas.openxmlformats.org/drawingml/2006/main">
          <a:schemeClr val="accent3"/>
        </a:solidFill>
      </p:bgPr>
    </p:bg>
    <p:spTree>
      <p:nvGrpSpPr>
        <p:cNvPr id="1" name=""/>
        <p:cNvGrpSpPr/>
        <p:nvPr/>
      </p:nvGrpSpPr>
      <p:grpSpPr>
        <a:xfrm xmlns:a="http://schemas.openxmlformats.org/drawingml/2006/main"/>
      </p:grpSpPr>
      <p:pic>
        <p:nvPicPr>
          <p:cNvPr id="8" name="Bild 7">
            <a:extLst xmlns:a="http://schemas.openxmlformats.org/drawingml/2006/main">
              <a:ext uri="{FF2B5EF4-FFF2-40B4-BE49-F238E27FC236}">
                <a16:creationId xmlns:a16="http://schemas.microsoft.com/office/drawing/2014/main" id="{EEA4324A-2136-4020-8ED1-6599764ED9BD}"/>
              </a:ext>
            </a:extLst>
          </p:cNvPr>
          <p:cNvPicPr>
            <a:picLocks xmlns:a="http://schemas.openxmlformats.org/drawingml/2006/main" noChangeAspect="1"/>
          </p:cNvPicPr>
          <p:nvPr/>
        </p:nvPicPr>
        <p:blipFill>
          <a:blip xmlns:r="http://schemas.openxmlformats.org/officeDocument/2006/relationships" xmlns:a="http://schemas.openxmlformats.org/drawingml/2006/main" r:embed="R5f30f0c35db74b94">
            <a:extLst>
              <a:ext uri="{96DAC541-7B7A-43D3-8B79-37D633B846F1}">
                <asvg:svgBlip xmlns:asvg="http://schemas.microsoft.com/office/drawing/2016/SVG/main" r:embed="R0d4e6237047845e0"/>
              </a:ext>
            </a:extLst>
          </a:blip>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08FF4B0F-EDDD-A22D-72B1-38F4939D3C89}"/>
              </a:ext>
            </a:extLst>
          </p:cNvPr>
          <p:cNvSpPr>
            <a:spLocks xmlns:a="http://schemas.openxmlformats.org/drawingml/2006/main" noGrp="1"/>
          </p:cNvSpPr>
          <p:nvPr>
            <p:ph type="title" idx="0"/>
          </p:nvPr>
        </p:nvSpPr>
        <p:spPr>
          <a:xfrm xmlns:a="http://schemas.openxmlformats.org/drawingml/2006/main">
            <a:off x="600074" y="2218797"/>
            <a:ext cx="7218363" cy="2852737"/>
          </a:xfrm>
        </p:spPr>
        <p:txBody>
          <a:bodyPr xmlns:a="http://schemas.openxmlformats.org/drawingml/2006/main" anchor="b"/>
          <a:lstStyle xmlns:a="http://schemas.openxmlformats.org/drawingml/2006/main">
            <a:lvl1pPr>
              <a:buNone/>
              <a:defRPr sz="6000">
                <a:solidFill>
                  <a:schemeClr val="bg1"/>
                </a:solidFill>
              </a:defRPr>
            </a:lvl1pPr>
          </a:lstStyle>
          <a:p xmlns:a="http://schemas.openxmlformats.org/drawingml/2006/main">
            <a:r>
              <a:t>Click to edit Master title style</a:t>
            </a:r>
            <a:endParaRPr/>
          </a:p>
        </p:txBody>
      </p:sp>
      <p:sp>
        <p:nvSpPr>
          <p:cNvPr id="3" name="Platshållare för text 2">
            <a:extLst xmlns:a="http://schemas.openxmlformats.org/drawingml/2006/main">
              <a:ext uri="{FF2B5EF4-FFF2-40B4-BE49-F238E27FC236}">
                <a16:creationId xmlns:a16="http://schemas.microsoft.com/office/drawing/2014/main" id="{D2F2B0C3-2BAB-6502-DD24-88356B839479}"/>
              </a:ext>
            </a:extLst>
          </p:cNvPr>
          <p:cNvSpPr>
            <a:spLocks xmlns:a="http://schemas.openxmlformats.org/drawingml/2006/main" noGrp="1"/>
          </p:cNvSpPr>
          <p:nvPr>
            <p:ph type="body" idx="1"/>
          </p:nvPr>
        </p:nvSpPr>
        <p:spPr>
          <a:xfrm xmlns:a="http://schemas.openxmlformats.org/drawingml/2006/main">
            <a:off x="600074" y="5226050"/>
            <a:ext cx="7218363" cy="863600"/>
          </a:xfrm>
        </p:spPr>
        <p:txBody>
          <a:bodyPr xmlns:a="http://schemas.openxmlformats.org/drawingml/2006/main"/>
          <a:lstStyle xmlns:a="http://schemas.openxmlformats.org/drawingml/2006/main">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Platshållare för datum 3">
            <a:extLst xmlns:a="http://schemas.openxmlformats.org/drawingml/2006/main">
              <a:ext uri="{FF2B5EF4-FFF2-40B4-BE49-F238E27FC236}">
                <a16:creationId xmlns:a16="http://schemas.microsoft.com/office/drawing/2014/main" id="{F851E848-251E-E2DA-7C4F-1D00914218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2A49E02-D379-4135-851F-4F5395779AD3}"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7B17E8BE-A4A4-85C9-B892-43238732B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D29BC8E8-F5C8-822E-801D-9D7D18708A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pic>
        <p:nvPicPr>
          <p:cNvPr id="9" name="Bild 8">
            <a:extLst xmlns:a="http://schemas.openxmlformats.org/drawingml/2006/main">
              <a:ext uri="{FF2B5EF4-FFF2-40B4-BE49-F238E27FC236}">
                <a16:creationId xmlns:a16="http://schemas.microsoft.com/office/drawing/2014/main" id="{75BAF215-A5B0-4822-902D-693CB21EEDA1}"/>
              </a:ext>
            </a:extLst>
          </p:cNvPr>
          <p:cNvPicPr>
            <a:picLocks xmlns:a="http://schemas.openxmlformats.org/drawingml/2006/main" noChangeAspect="1"/>
          </p:cNvPicPr>
          <p:nvPr/>
        </p:nvPicPr>
        <p:blipFill>
          <a:blip xmlns:r="http://schemas.openxmlformats.org/officeDocument/2006/relationships" xmlns:a="http://schemas.openxmlformats.org/drawingml/2006/main" r:embed="R7b2a3b4749364c99">
            <a:extLst>
              <a:ext uri="{96DAC541-7B7A-43D3-8B79-37D633B846F1}">
                <asvg:svgBlip xmlns:asvg="http://schemas.microsoft.com/office/drawing/2016/SVG/main" r:embed="Rd0ec4aa484cb4be4"/>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Tree>
  </p:cSld>
</p:sldLayout>
</file>

<file path=ppt/slideLayouts/slideLayout11.xml><?xml version="1.0" encoding="utf-8"?>
<p:sldLayout xmlns:p="http://schemas.openxmlformats.org/presentationml/2006/main" showMasterSp="0" preserve="1" userDrawn="1">
  <p:cSld name="Title/chapter, image, navy blue">
    <p:bg>
      <p:bgPr>
        <a:solidFill xmlns:a="http://schemas.openxmlformats.org/drawingml/2006/main">
          <a:schemeClr val="accent3"/>
        </a:solidFill>
      </p:bgPr>
    </p:bg>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08FF4B0F-EDDD-A22D-72B1-38F4939D3C89}"/>
              </a:ext>
            </a:extLst>
          </p:cNvPr>
          <p:cNvSpPr>
            <a:spLocks xmlns:a="http://schemas.openxmlformats.org/drawingml/2006/main" noGrp="1"/>
          </p:cNvSpPr>
          <p:nvPr>
            <p:ph type="title" idx="0"/>
          </p:nvPr>
        </p:nvSpPr>
        <p:spPr>
          <a:xfrm xmlns:a="http://schemas.openxmlformats.org/drawingml/2006/main">
            <a:off x="600074" y="2218797"/>
            <a:ext cx="5314951" cy="2852737"/>
          </a:xfrm>
        </p:spPr>
        <p:txBody>
          <a:bodyPr xmlns:a="http://schemas.openxmlformats.org/drawingml/2006/main" anchor="b"/>
          <a:lstStyle xmlns:a="http://schemas.openxmlformats.org/drawingml/2006/main">
            <a:lvl1pPr>
              <a:buNone/>
              <a:defRPr sz="5400">
                <a:solidFill>
                  <a:schemeClr val="bg1"/>
                </a:solidFill>
              </a:defRPr>
            </a:lvl1pPr>
          </a:lstStyle>
          <a:p xmlns:a="http://schemas.openxmlformats.org/drawingml/2006/main">
            <a:r>
              <a:t>Click to edit Master title style</a:t>
            </a:r>
            <a:endParaRPr/>
          </a:p>
        </p:txBody>
      </p:sp>
      <p:sp>
        <p:nvSpPr>
          <p:cNvPr id="3" name="Platshållare för text 2">
            <a:extLst xmlns:a="http://schemas.openxmlformats.org/drawingml/2006/main">
              <a:ext uri="{FF2B5EF4-FFF2-40B4-BE49-F238E27FC236}">
                <a16:creationId xmlns:a16="http://schemas.microsoft.com/office/drawing/2014/main" id="{D2F2B0C3-2BAB-6502-DD24-88356B839479}"/>
              </a:ext>
            </a:extLst>
          </p:cNvPr>
          <p:cNvSpPr>
            <a:spLocks xmlns:a="http://schemas.openxmlformats.org/drawingml/2006/main" noGrp="1"/>
          </p:cNvSpPr>
          <p:nvPr>
            <p:ph type="body" idx="1"/>
          </p:nvPr>
        </p:nvSpPr>
        <p:spPr>
          <a:xfrm xmlns:a="http://schemas.openxmlformats.org/drawingml/2006/main">
            <a:off x="600074" y="5226050"/>
            <a:ext cx="5314951" cy="863600"/>
          </a:xfrm>
        </p:spPr>
        <p:txBody>
          <a:bodyPr xmlns:a="http://schemas.openxmlformats.org/drawingml/2006/main"/>
          <a:lstStyle xmlns:a="http://schemas.openxmlformats.org/drawingml/2006/main">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8" name="Platshållare för bild 2">
            <a:extLst xmlns:a="http://schemas.openxmlformats.org/drawingml/2006/main">
              <a:ext uri="{FF2B5EF4-FFF2-40B4-BE49-F238E27FC236}">
                <a16:creationId xmlns:a16="http://schemas.microsoft.com/office/drawing/2014/main" id="{34F955E2-AB95-AB55-6363-04426A618FC5}"/>
              </a:ext>
            </a:extLst>
          </p:cNvPr>
          <p:cNvSpPr>
            <a:spLocks xmlns:a="http://schemas.openxmlformats.org/drawingml/2006/main" noGrp="1"/>
          </p:cNvSpPr>
          <p:nvPr>
            <p:ph type="pic" idx="13" hasCustomPrompt="1"/>
          </p:nvPr>
        </p:nvSpPr>
        <p:spPr>
          <a:xfrm xmlns:a="http://schemas.openxmlformats.org/drawingml/2006/main">
            <a:off x="6096000" y="0"/>
            <a:ext cx="6096000" cy="6858000"/>
          </a:xfrm>
        </p:spPr>
        <p:txBody>
          <a:bodyPr xmlns:a="http://schemas.openxmlformats.org/drawingml/2006/main" bIns="1044000" anchor="ctr"/>
          <a:lstStyle xmlns:a="http://schemas.openxmlformats.org/drawingml/2006/main">
            <a:lvl1pPr marL="0" indent="0" algn="ctr">
              <a:buNone/>
              <a:defRPr>
                <a:solidFill>
                  <a:schemeClr val="bg1"/>
                </a:solidFill>
              </a:defRPr>
            </a:lvl1pPr>
          </a:lstStyle>
          <a:p xmlns:a="http://schemas.openxmlformats.org/drawingml/2006/main">
            <a:r>
              <a:t>Click</a:t>
            </a:r>
            <a:r>
              <a:t> on the </a:t>
            </a:r>
            <a:r>
              <a:t>icon</a:t>
            </a:r>
            <a:r>
              <a:t> or </a:t>
            </a:r>
            <a:br/>
            <a:r>
              <a:t>drag and </a:t>
            </a:r>
            <a:r>
              <a:t>drop</a:t>
            </a:r>
            <a:r>
              <a:t> to </a:t>
            </a:r>
            <a:r>
              <a:t>insert</a:t>
            </a:r>
            <a:r>
              <a:t> an image</a:t>
            </a:r>
          </a:p>
        </p:txBody>
      </p:sp>
      <p:sp>
        <p:nvSpPr>
          <p:cNvPr id="6" name="Platshållare för bildnummer 2">
            <a:extLst xmlns:a="http://schemas.openxmlformats.org/drawingml/2006/main">
              <a:ext uri="{FF2B5EF4-FFF2-40B4-BE49-F238E27FC236}">
                <a16:creationId xmlns:a16="http://schemas.microsoft.com/office/drawing/2014/main" id="{D29BC8E8-F5C8-822E-801D-9D7D18708A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
        <p:nvSpPr>
          <p:cNvPr id="4" name="Platshållare för datum 3">
            <a:extLst xmlns:a="http://schemas.openxmlformats.org/drawingml/2006/main">
              <a:ext uri="{FF2B5EF4-FFF2-40B4-BE49-F238E27FC236}">
                <a16:creationId xmlns:a16="http://schemas.microsoft.com/office/drawing/2014/main" id="{F851E848-251E-E2DA-7C4F-1D00914218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51FD635-D995-497D-BB92-BED270999E1E}"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7B17E8BE-A4A4-85C9-B892-43238732B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pic>
        <p:nvPicPr>
          <p:cNvPr id="9" name="Bild 8">
            <a:extLst xmlns:a="http://schemas.openxmlformats.org/drawingml/2006/main">
              <a:ext uri="{FF2B5EF4-FFF2-40B4-BE49-F238E27FC236}">
                <a16:creationId xmlns:a16="http://schemas.microsoft.com/office/drawing/2014/main" id="{7DE8D35B-0488-458E-8F1D-9A0943CC5925}"/>
              </a:ext>
            </a:extLst>
          </p:cNvPr>
          <p:cNvPicPr>
            <a:picLocks xmlns:a="http://schemas.openxmlformats.org/drawingml/2006/main" noChangeAspect="1"/>
          </p:cNvPicPr>
          <p:nvPr/>
        </p:nvPicPr>
        <p:blipFill>
          <a:blip xmlns:r="http://schemas.openxmlformats.org/officeDocument/2006/relationships" xmlns:a="http://schemas.openxmlformats.org/drawingml/2006/main" r:embed="R32c72b84ecd04ee3">
            <a:extLst>
              <a:ext uri="{96DAC541-7B7A-43D3-8B79-37D633B846F1}">
                <asvg:svgBlip xmlns:asvg="http://schemas.microsoft.com/office/drawing/2016/SVG/main" r:embed="Rfddb3c63db814ea5"/>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Tree>
  </p:cSld>
</p:sldLayout>
</file>

<file path=ppt/slideLayouts/slideLayout12.xml><?xml version="1.0" encoding="utf-8"?>
<p:sldLayout xmlns:p="http://schemas.openxmlformats.org/presentationml/2006/main" type="obj" preserve="1">
  <p:cSld name="Headline and content">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8798893C-4CC2-2B2F-4FC8-5E0C5AE0DA9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innehåll 2">
            <a:extLst xmlns:a="http://schemas.openxmlformats.org/drawingml/2006/main">
              <a:ext uri="{FF2B5EF4-FFF2-40B4-BE49-F238E27FC236}">
                <a16:creationId xmlns:a16="http://schemas.microsoft.com/office/drawing/2014/main" id="{25C9F0B7-F98C-CB91-2115-2967E7B1517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Platshållare för datum 3">
            <a:extLst xmlns:a="http://schemas.openxmlformats.org/drawingml/2006/main">
              <a:ext uri="{FF2B5EF4-FFF2-40B4-BE49-F238E27FC236}">
                <a16:creationId xmlns:a16="http://schemas.microsoft.com/office/drawing/2014/main" id="{1EDDDBB2-E3A5-184D-9122-109D1DA687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81BEC10-662A-40EC-A664-E13BF87A2ACE}"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8877E5B5-9B3B-1F13-E51F-88E6C87DC4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A8432B03-1FFF-FE82-834F-9C4FBE4D6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13.xml><?xml version="1.0" encoding="utf-8"?>
<p:sldLayout xmlns:p="http://schemas.openxmlformats.org/presentationml/2006/main" type="obj" preserve="1">
  <p:cSld name="Headline and content, blue lines">
    <p:spTree>
      <p:nvGrpSpPr>
        <p:cNvPr id="1" name=""/>
        <p:cNvGrpSpPr/>
        <p:nvPr/>
      </p:nvGrpSpPr>
      <p:grpSpPr>
        <a:xfrm xmlns:a="http://schemas.openxmlformats.org/drawingml/2006/main"/>
      </p:grpSpPr>
      <p:pic>
        <p:nvPicPr>
          <p:cNvPr id="7" name="Bild 6">
            <a:extLst xmlns:a="http://schemas.openxmlformats.org/drawingml/2006/main">
              <a:ext uri="{FF2B5EF4-FFF2-40B4-BE49-F238E27FC236}">
                <a16:creationId xmlns:a16="http://schemas.microsoft.com/office/drawing/2014/main" id="{8FA500F5-D171-4EED-8460-7F82F940790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7999f08fa0e4ae0">
            <a:extLst>
              <a:ext uri="{96DAC541-7B7A-43D3-8B79-37D633B846F1}">
                <asvg:svgBlip xmlns:asvg="http://schemas.microsoft.com/office/drawing/2016/SVG/main" r:embed="Rf389c71daafc43a7"/>
              </a:ext>
            </a:extLst>
          </a:blip>
          <a:srcRect xmlns:a="http://schemas.openxmlformats.org/drawingml/2006/main" l="0" t="0" r="70668" b="27986"/>
          <a:stretch xmlns:a="http://schemas.openxmlformats.org/drawingml/2006/main"/>
        </p:blipFill>
        <p:spPr>
          <a:xfrm xmlns:a="http://schemas.openxmlformats.org/drawingml/2006/main" rot="10800000">
            <a:off x="8615880" y="1919288"/>
            <a:ext cx="3576120" cy="4938712"/>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8798893C-4CC2-2B2F-4FC8-5E0C5AE0DA9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innehåll 2">
            <a:extLst xmlns:a="http://schemas.openxmlformats.org/drawingml/2006/main">
              <a:ext uri="{FF2B5EF4-FFF2-40B4-BE49-F238E27FC236}">
                <a16:creationId xmlns:a16="http://schemas.microsoft.com/office/drawing/2014/main" id="{25C9F0B7-F98C-CB91-2115-2967E7B1517C}"/>
              </a:ext>
            </a:extLst>
          </p:cNvPr>
          <p:cNvSpPr>
            <a:spLocks xmlns:a="http://schemas.openxmlformats.org/drawingml/2006/main" noGrp="1"/>
          </p:cNvSpPr>
          <p:nvPr>
            <p:ph idx="1"/>
          </p:nvPr>
        </p:nvSpPr>
        <p:spPr>
          <a:xfrm xmlns:a="http://schemas.openxmlformats.org/drawingml/2006/main">
            <a:off x="600075" y="1795850"/>
            <a:ext cx="8805181" cy="4530302"/>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Platshållare för datum 3">
            <a:extLst xmlns:a="http://schemas.openxmlformats.org/drawingml/2006/main">
              <a:ext uri="{FF2B5EF4-FFF2-40B4-BE49-F238E27FC236}">
                <a16:creationId xmlns:a16="http://schemas.microsoft.com/office/drawing/2014/main" id="{1EDDDBB2-E3A5-184D-9122-109D1DA687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28613F4-7FF9-46BB-BCFA-B13260A1E0E0}"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8877E5B5-9B3B-1F13-E51F-88E6C87DC4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A8432B03-1FFF-FE82-834F-9C4FBE4D6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14.xml><?xml version="1.0" encoding="utf-8"?>
<p:sldLayout xmlns:p="http://schemas.openxmlformats.org/presentationml/2006/main" type="obj" preserve="1">
  <p:cSld name="Headline and content, sand lines">
    <p:spTree>
      <p:nvGrpSpPr>
        <p:cNvPr id="1" name=""/>
        <p:cNvGrpSpPr/>
        <p:nvPr/>
      </p:nvGrpSpPr>
      <p:grpSpPr>
        <a:xfrm xmlns:a="http://schemas.openxmlformats.org/drawingml/2006/main"/>
      </p:grpSpPr>
      <p:pic>
        <p:nvPicPr>
          <p:cNvPr id="7" name="Bild 6">
            <a:extLst xmlns:a="http://schemas.openxmlformats.org/drawingml/2006/main">
              <a:ext uri="{FF2B5EF4-FFF2-40B4-BE49-F238E27FC236}">
                <a16:creationId xmlns:a16="http://schemas.microsoft.com/office/drawing/2014/main" id="{36B7EA3A-0DAD-411D-84BA-06A27466FDC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961d51fda1f4027">
            <a:extLst>
              <a:ext uri="{96DAC541-7B7A-43D3-8B79-37D633B846F1}">
                <asvg:svgBlip xmlns:asvg="http://schemas.microsoft.com/office/drawing/2016/SVG/main" r:embed="R2ca2cca4386d4998"/>
              </a:ext>
            </a:extLst>
          </a:blip>
          <a:srcRect xmlns:a="http://schemas.openxmlformats.org/drawingml/2006/main" l="0" t="0" r="70668" b="27986"/>
          <a:stretch xmlns:a="http://schemas.openxmlformats.org/drawingml/2006/main"/>
        </p:blipFill>
        <p:spPr>
          <a:xfrm xmlns:a="http://schemas.openxmlformats.org/drawingml/2006/main" rot="10800000">
            <a:off x="8615880" y="1919288"/>
            <a:ext cx="3576120" cy="4938712"/>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8798893C-4CC2-2B2F-4FC8-5E0C5AE0DA9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innehåll 2">
            <a:extLst xmlns:a="http://schemas.openxmlformats.org/drawingml/2006/main">
              <a:ext uri="{FF2B5EF4-FFF2-40B4-BE49-F238E27FC236}">
                <a16:creationId xmlns:a16="http://schemas.microsoft.com/office/drawing/2014/main" id="{25C9F0B7-F98C-CB91-2115-2967E7B1517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Platshållare för datum 3">
            <a:extLst xmlns:a="http://schemas.openxmlformats.org/drawingml/2006/main">
              <a:ext uri="{FF2B5EF4-FFF2-40B4-BE49-F238E27FC236}">
                <a16:creationId xmlns:a16="http://schemas.microsoft.com/office/drawing/2014/main" id="{1EDDDBB2-E3A5-184D-9122-109D1DA687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0CDBF50-D018-4BE3-BBFD-3C7C569B3F20}"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8877E5B5-9B3B-1F13-E51F-88E6C87DC4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A8432B03-1FFF-FE82-834F-9C4FBE4D6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15.xml><?xml version="1.0" encoding="utf-8"?>
<p:sldLayout xmlns:p="http://schemas.openxmlformats.org/presentationml/2006/main" type="obj" preserve="1">
  <p:cSld name="Headline and content, light blue ">
    <p:bg>
      <p:bgPr>
        <a:solidFill xmlns:a="http://schemas.openxmlformats.org/drawingml/2006/main">
          <a:schemeClr val="accent4"/>
        </a:solidFill>
      </p:bgPr>
    </p:bg>
    <p:spTree>
      <p:nvGrpSpPr>
        <p:cNvPr id="1" name=""/>
        <p:cNvGrpSpPr/>
        <p:nvPr/>
      </p:nvGrpSpPr>
      <p:grpSpPr>
        <a:xfrm xmlns:a="http://schemas.openxmlformats.org/drawingml/2006/main"/>
      </p:grpSpPr>
      <p:pic>
        <p:nvPicPr>
          <p:cNvPr id="7" name="Bild 6">
            <a:extLst xmlns:a="http://schemas.openxmlformats.org/drawingml/2006/main">
              <a:ext uri="{FF2B5EF4-FFF2-40B4-BE49-F238E27FC236}">
                <a16:creationId xmlns:a16="http://schemas.microsoft.com/office/drawing/2014/main" id="{E414BE15-1939-4A90-8E5E-70012C647EB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18c5c7a812c4b34">
            <a:extLst>
              <a:ext uri="{96DAC541-7B7A-43D3-8B79-37D633B846F1}">
                <asvg:svgBlip xmlns:asvg="http://schemas.microsoft.com/office/drawing/2016/SVG/main" r:embed="R69647c1fc0ea43e9"/>
              </a:ext>
            </a:extLst>
          </a:blip>
          <a:srcRect xmlns:a="http://schemas.openxmlformats.org/drawingml/2006/main" l="0" t="0" r="70668" b="27986"/>
          <a:stretch xmlns:a="http://schemas.openxmlformats.org/drawingml/2006/main"/>
        </p:blipFill>
        <p:spPr>
          <a:xfrm xmlns:a="http://schemas.openxmlformats.org/drawingml/2006/main" rot="10800000">
            <a:off x="8615880" y="1919288"/>
            <a:ext cx="3576120" cy="4938712"/>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8798893C-4CC2-2B2F-4FC8-5E0C5AE0DA9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innehåll 2">
            <a:extLst xmlns:a="http://schemas.openxmlformats.org/drawingml/2006/main">
              <a:ext uri="{FF2B5EF4-FFF2-40B4-BE49-F238E27FC236}">
                <a16:creationId xmlns:a16="http://schemas.microsoft.com/office/drawing/2014/main" id="{25C9F0B7-F98C-CB91-2115-2967E7B1517C}"/>
              </a:ext>
            </a:extLst>
          </p:cNvPr>
          <p:cNvSpPr>
            <a:spLocks xmlns:a="http://schemas.openxmlformats.org/drawingml/2006/main" noGrp="1"/>
          </p:cNvSpPr>
          <p:nvPr>
            <p:ph idx="1"/>
          </p:nvPr>
        </p:nvSpPr>
        <p:spPr>
          <a:xfrm xmlns:a="http://schemas.openxmlformats.org/drawingml/2006/main">
            <a:off x="600076" y="1795850"/>
            <a:ext cx="8805182" cy="4530302"/>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Platshållare för datum 3">
            <a:extLst xmlns:a="http://schemas.openxmlformats.org/drawingml/2006/main">
              <a:ext uri="{FF2B5EF4-FFF2-40B4-BE49-F238E27FC236}">
                <a16:creationId xmlns:a16="http://schemas.microsoft.com/office/drawing/2014/main" id="{1EDDDBB2-E3A5-184D-9122-109D1DA687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F658359-4B7E-4703-8F74-22D8883DC160}"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8877E5B5-9B3B-1F13-E51F-88E6C87DC4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A8432B03-1FFF-FE82-834F-9C4FBE4D6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16.xml><?xml version="1.0" encoding="utf-8"?>
<p:sldLayout xmlns:p="http://schemas.openxmlformats.org/presentationml/2006/main" type="obj" preserve="1">
  <p:cSld name="Headline and content, sand">
    <p:bg>
      <p:bgPr>
        <a:solidFill xmlns:a="http://schemas.openxmlformats.org/drawingml/2006/main">
          <a:schemeClr val="bg2"/>
        </a:solidFill>
      </p:bgPr>
    </p:bg>
    <p:spTree>
      <p:nvGrpSpPr>
        <p:cNvPr id="1" name=""/>
        <p:cNvGrpSpPr/>
        <p:nvPr/>
      </p:nvGrpSpPr>
      <p:grpSpPr>
        <a:xfrm xmlns:a="http://schemas.openxmlformats.org/drawingml/2006/main"/>
      </p:grpSpPr>
      <p:pic>
        <p:nvPicPr>
          <p:cNvPr id="7" name="Bild 6">
            <a:extLst xmlns:a="http://schemas.openxmlformats.org/drawingml/2006/main">
              <a:ext uri="{FF2B5EF4-FFF2-40B4-BE49-F238E27FC236}">
                <a16:creationId xmlns:a16="http://schemas.microsoft.com/office/drawing/2014/main" id="{C88472A1-5045-42CD-9741-8FBCE1C1C77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fb9fb7c9b434b02">
            <a:extLst>
              <a:ext uri="{96DAC541-7B7A-43D3-8B79-37D633B846F1}">
                <asvg:svgBlip xmlns:asvg="http://schemas.microsoft.com/office/drawing/2016/SVG/main" r:embed="R77c6d4c9b02d4d0b"/>
              </a:ext>
            </a:extLst>
          </a:blip>
          <a:srcRect xmlns:a="http://schemas.openxmlformats.org/drawingml/2006/main" l="0" t="0" r="70668" b="27986"/>
          <a:stretch xmlns:a="http://schemas.openxmlformats.org/drawingml/2006/main"/>
        </p:blipFill>
        <p:spPr>
          <a:xfrm xmlns:a="http://schemas.openxmlformats.org/drawingml/2006/main" rot="10800000">
            <a:off x="8615880" y="1919288"/>
            <a:ext cx="3576120" cy="4938712"/>
          </a:xfrm>
          <a:prstGeom xmlns:a="http://schemas.openxmlformats.org/drawingml/2006/main" prst="rect">
            <a:avLst/>
          </a:prstGeom>
        </p:spPr>
      </p:pic>
      <p:sp>
        <p:nvSpPr>
          <p:cNvPr id="2" name="Rubrik 1">
            <a:extLst xmlns:a="http://schemas.openxmlformats.org/drawingml/2006/main">
              <a:ext uri="{FF2B5EF4-FFF2-40B4-BE49-F238E27FC236}">
                <a16:creationId xmlns:a16="http://schemas.microsoft.com/office/drawing/2014/main" id="{8798893C-4CC2-2B2F-4FC8-5E0C5AE0DA9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innehåll 2">
            <a:extLst xmlns:a="http://schemas.openxmlformats.org/drawingml/2006/main">
              <a:ext uri="{FF2B5EF4-FFF2-40B4-BE49-F238E27FC236}">
                <a16:creationId xmlns:a16="http://schemas.microsoft.com/office/drawing/2014/main" id="{25C9F0B7-F98C-CB91-2115-2967E7B1517C}"/>
              </a:ext>
            </a:extLst>
          </p:cNvPr>
          <p:cNvSpPr>
            <a:spLocks xmlns:a="http://schemas.openxmlformats.org/drawingml/2006/main" noGrp="1"/>
          </p:cNvSpPr>
          <p:nvPr>
            <p:ph idx="1"/>
          </p:nvPr>
        </p:nvSpPr>
        <p:spPr>
          <a:xfrm xmlns:a="http://schemas.openxmlformats.org/drawingml/2006/main">
            <a:off x="600076" y="1795850"/>
            <a:ext cx="8750754" cy="4530302"/>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Platshållare för datum 3">
            <a:extLst xmlns:a="http://schemas.openxmlformats.org/drawingml/2006/main">
              <a:ext uri="{FF2B5EF4-FFF2-40B4-BE49-F238E27FC236}">
                <a16:creationId xmlns:a16="http://schemas.microsoft.com/office/drawing/2014/main" id="{1EDDDBB2-E3A5-184D-9122-109D1DA687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749C592-F4B1-4738-A0E3-F06BD605270F}"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8877E5B5-9B3B-1F13-E51F-88E6C87DC4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A8432B03-1FFF-FE82-834F-9C4FBE4D6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17.xml><?xml version="1.0" encoding="utf-8"?>
<p:sldLayout xmlns:p="http://schemas.openxmlformats.org/presentationml/2006/main" preserve="1" userDrawn="1">
  <p:cSld name="Two parts">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614959C9-2F76-B9B0-59E8-58FE65006E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innehåll 2">
            <a:extLst xmlns:a="http://schemas.openxmlformats.org/drawingml/2006/main">
              <a:ext uri="{FF2B5EF4-FFF2-40B4-BE49-F238E27FC236}">
                <a16:creationId xmlns:a16="http://schemas.microsoft.com/office/drawing/2014/main" id="{902AE670-4D80-39DE-5AAA-236D68C5E4FE}"/>
              </a:ext>
            </a:extLst>
          </p:cNvPr>
          <p:cNvSpPr>
            <a:spLocks xmlns:a="http://schemas.openxmlformats.org/drawingml/2006/main" noGrp="1"/>
          </p:cNvSpPr>
          <p:nvPr>
            <p:ph idx="1"/>
          </p:nvPr>
        </p:nvSpPr>
        <p:spPr>
          <a:xfrm xmlns:a="http://schemas.openxmlformats.org/drawingml/2006/main">
            <a:off x="600075" y="1795850"/>
            <a:ext cx="5314950" cy="4531923"/>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Platshållare för innehåll 3">
            <a:extLst xmlns:a="http://schemas.openxmlformats.org/drawingml/2006/main">
              <a:ext uri="{FF2B5EF4-FFF2-40B4-BE49-F238E27FC236}">
                <a16:creationId xmlns:a16="http://schemas.microsoft.com/office/drawing/2014/main" id="{540C6723-9D57-3BE7-0314-142789CF9371}"/>
              </a:ext>
            </a:extLst>
          </p:cNvPr>
          <p:cNvSpPr>
            <a:spLocks xmlns:a="http://schemas.openxmlformats.org/drawingml/2006/main" noGrp="1"/>
          </p:cNvSpPr>
          <p:nvPr>
            <p:ph idx="2"/>
          </p:nvPr>
        </p:nvSpPr>
        <p:spPr>
          <a:xfrm xmlns:a="http://schemas.openxmlformats.org/drawingml/2006/main">
            <a:off x="6275388" y="1795851"/>
            <a:ext cx="5314950" cy="4531924"/>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Platshållare för datum 4">
            <a:extLst xmlns:a="http://schemas.openxmlformats.org/drawingml/2006/main">
              <a:ext uri="{FF2B5EF4-FFF2-40B4-BE49-F238E27FC236}">
                <a16:creationId xmlns:a16="http://schemas.microsoft.com/office/drawing/2014/main" id="{E2533F65-F144-E57C-127B-9A8D7ABE6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BFEBBF-3AC0-4A05-861D-FCF0B7A99410}" type="datetime1">
              <a:t>4/27/2026</a:t>
            </a:fld>
            <a:endParaRPr/>
          </a:p>
        </p:txBody>
      </p:sp>
      <p:sp>
        <p:nvSpPr>
          <p:cNvPr id="6" name="Platshållare för sidfot 5">
            <a:extLst xmlns:a="http://schemas.openxmlformats.org/drawingml/2006/main">
              <a:ext uri="{FF2B5EF4-FFF2-40B4-BE49-F238E27FC236}">
                <a16:creationId xmlns:a16="http://schemas.microsoft.com/office/drawing/2014/main" id="{F6C0DB15-F374-5A00-4880-4AA76C675F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7" name="Platshållare för bildnummer 6">
            <a:extLst xmlns:a="http://schemas.openxmlformats.org/drawingml/2006/main">
              <a:ext uri="{FF2B5EF4-FFF2-40B4-BE49-F238E27FC236}">
                <a16:creationId xmlns:a16="http://schemas.microsoft.com/office/drawing/2014/main" id="{12539EF3-2889-FC04-31FC-8AF48EAFC0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18.xml><?xml version="1.0" encoding="utf-8"?>
<p:sldLayout xmlns:p="http://schemas.openxmlformats.org/presentationml/2006/main" preserve="1" userDrawn="1">
  <p:cSld name="Two parts, subheader">
    <p:spTree>
      <p:nvGrpSpPr>
        <p:cNvPr id="1" name=""/>
        <p:cNvGrpSpPr/>
        <p:nvPr/>
      </p:nvGrpSpPr>
      <p:grpSpPr>
        <a:xfrm xmlns:a="http://schemas.openxmlformats.org/drawingml/2006/main"/>
      </p:grpSpPr>
      <p:sp>
        <p:nvSpPr>
          <p:cNvPr id="10" name="Rubrik 9">
            <a:extLst xmlns:a="http://schemas.openxmlformats.org/drawingml/2006/main">
              <a:ext uri="{FF2B5EF4-FFF2-40B4-BE49-F238E27FC236}">
                <a16:creationId xmlns:a16="http://schemas.microsoft.com/office/drawing/2014/main" id="{C63C1EB8-E569-DA98-4D95-5FC12FB4C4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text 2">
            <a:extLst xmlns:a="http://schemas.openxmlformats.org/drawingml/2006/main">
              <a:ext uri="{FF2B5EF4-FFF2-40B4-BE49-F238E27FC236}">
                <a16:creationId xmlns:a16="http://schemas.microsoft.com/office/drawing/2014/main" id="{8DE1978A-D59D-BEB3-3574-B37CA68E4323}"/>
              </a:ext>
            </a:extLst>
          </p:cNvPr>
          <p:cNvSpPr>
            <a:spLocks xmlns:a="http://schemas.openxmlformats.org/drawingml/2006/main" noGrp="1"/>
          </p:cNvSpPr>
          <p:nvPr>
            <p:ph type="body" idx="1"/>
          </p:nvPr>
        </p:nvSpPr>
        <p:spPr>
          <a:xfrm xmlns:a="http://schemas.openxmlformats.org/drawingml/2006/main">
            <a:off x="600075" y="1797111"/>
            <a:ext cx="5314950" cy="319971"/>
          </a:xfrm>
        </p:spPr>
        <p:txBody>
          <a:bodyPr xmlns:a="http://schemas.openxmlformats.org/drawingml/2006/main" anchor="b">
            <a:noAutofit/>
          </a:bodyPr>
          <a:lstStyle xmlns:a="http://schemas.openxmlformats.org/drawingml/2006/main">
            <a:lvl1pPr marL="0" indent="0">
              <a:buNone/>
              <a:defRPr sz="1800" b="1">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Platshållare för innehåll 3">
            <a:extLst xmlns:a="http://schemas.openxmlformats.org/drawingml/2006/main">
              <a:ext uri="{FF2B5EF4-FFF2-40B4-BE49-F238E27FC236}">
                <a16:creationId xmlns:a16="http://schemas.microsoft.com/office/drawing/2014/main" id="{3FDE66B4-4491-C676-4004-9327D92F0111}"/>
              </a:ext>
            </a:extLst>
          </p:cNvPr>
          <p:cNvSpPr>
            <a:spLocks xmlns:a="http://schemas.openxmlformats.org/drawingml/2006/main" noGrp="1"/>
          </p:cNvSpPr>
          <p:nvPr>
            <p:ph idx="2"/>
          </p:nvPr>
        </p:nvSpPr>
        <p:spPr>
          <a:xfrm xmlns:a="http://schemas.openxmlformats.org/drawingml/2006/main">
            <a:off x="600075" y="2179165"/>
            <a:ext cx="5314950" cy="4148611"/>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Platshållare för text 4">
            <a:extLst xmlns:a="http://schemas.openxmlformats.org/drawingml/2006/main">
              <a:ext uri="{FF2B5EF4-FFF2-40B4-BE49-F238E27FC236}">
                <a16:creationId xmlns:a16="http://schemas.microsoft.com/office/drawing/2014/main" id="{F55884CC-21E7-90D7-61AB-0459599D097A}"/>
              </a:ext>
            </a:extLst>
          </p:cNvPr>
          <p:cNvSpPr>
            <a:spLocks xmlns:a="http://schemas.openxmlformats.org/drawingml/2006/main" noGrp="1"/>
          </p:cNvSpPr>
          <p:nvPr>
            <p:ph type="body" idx="3"/>
          </p:nvPr>
        </p:nvSpPr>
        <p:spPr>
          <a:xfrm xmlns:a="http://schemas.openxmlformats.org/drawingml/2006/main">
            <a:off x="6275388" y="1797111"/>
            <a:ext cx="5314950" cy="319971"/>
          </a:xfrm>
        </p:spPr>
        <p:txBody>
          <a:bodyPr xmlns:a="http://schemas.openxmlformats.org/drawingml/2006/main" anchor="b">
            <a:noAutofit/>
          </a:bodyPr>
          <a:lstStyle xmlns:a="http://schemas.openxmlformats.org/drawingml/2006/main">
            <a:lvl1pPr marL="0" indent="0">
              <a:buNone/>
              <a:defRPr sz="1800" b="1">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Platshållare för innehåll 5">
            <a:extLst xmlns:a="http://schemas.openxmlformats.org/drawingml/2006/main">
              <a:ext uri="{FF2B5EF4-FFF2-40B4-BE49-F238E27FC236}">
                <a16:creationId xmlns:a16="http://schemas.microsoft.com/office/drawing/2014/main" id="{C9A9E6FC-CBB8-1BD8-F388-D4BAEC7E1F13}"/>
              </a:ext>
            </a:extLst>
          </p:cNvPr>
          <p:cNvSpPr>
            <a:spLocks xmlns:a="http://schemas.openxmlformats.org/drawingml/2006/main" noGrp="1"/>
          </p:cNvSpPr>
          <p:nvPr>
            <p:ph idx="4"/>
          </p:nvPr>
        </p:nvSpPr>
        <p:spPr>
          <a:xfrm xmlns:a="http://schemas.openxmlformats.org/drawingml/2006/main">
            <a:off x="6275388" y="2179163"/>
            <a:ext cx="5314950" cy="4148611"/>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Platshållare för datum 6">
            <a:extLst xmlns:a="http://schemas.openxmlformats.org/drawingml/2006/main">
              <a:ext uri="{FF2B5EF4-FFF2-40B4-BE49-F238E27FC236}">
                <a16:creationId xmlns:a16="http://schemas.microsoft.com/office/drawing/2014/main" id="{CAFDD56A-1297-3792-8143-D555882FE2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BA67222-A12E-4CF8-931F-DA167591FBD7}" type="datetime1">
              <a:t>4/27/2026</a:t>
            </a:fld>
            <a:endParaRPr/>
          </a:p>
        </p:txBody>
      </p:sp>
      <p:sp>
        <p:nvSpPr>
          <p:cNvPr id="8" name="Platshållare för sidfot 7">
            <a:extLst xmlns:a="http://schemas.openxmlformats.org/drawingml/2006/main">
              <a:ext uri="{FF2B5EF4-FFF2-40B4-BE49-F238E27FC236}">
                <a16:creationId xmlns:a16="http://schemas.microsoft.com/office/drawing/2014/main" id="{A57BD6EF-A167-CE86-7A77-2162641605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9" name="Platshållare för bildnummer 8">
            <a:extLst xmlns:a="http://schemas.openxmlformats.org/drawingml/2006/main">
              <a:ext uri="{FF2B5EF4-FFF2-40B4-BE49-F238E27FC236}">
                <a16:creationId xmlns:a16="http://schemas.microsoft.com/office/drawing/2014/main" id="{CDB4B22B-EE55-F7F6-4734-928F7B66EC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19.xml><?xml version="1.0" encoding="utf-8"?>
<p:sldLayout xmlns:p="http://schemas.openxmlformats.org/presentationml/2006/main" preserve="1" userDrawn="1">
  <p:cSld name="Text and image">
    <p:spTree>
      <p:nvGrpSpPr>
        <p:cNvPr id="1" name=""/>
        <p:cNvGrpSpPr/>
        <p:nvPr/>
      </p:nvGrpSpPr>
      <p:grpSpPr>
        <a:xfrm xmlns:a="http://schemas.openxmlformats.org/drawingml/2006/main"/>
      </p:grpSpPr>
      <p:sp>
        <p:nvSpPr>
          <p:cNvPr id="7" name="Rubrik 6">
            <a:extLst xmlns:a="http://schemas.openxmlformats.org/drawingml/2006/main">
              <a:ext uri="{FF2B5EF4-FFF2-40B4-BE49-F238E27FC236}">
                <a16:creationId xmlns:a16="http://schemas.microsoft.com/office/drawing/2014/main" id="{9B9D78B8-14EA-7C8B-0F6E-5FC0A61A7676}"/>
              </a:ext>
            </a:extLst>
          </p:cNvPr>
          <p:cNvSpPr>
            <a:spLocks xmlns:a="http://schemas.openxmlformats.org/drawingml/2006/main" noGrp="1"/>
          </p:cNvSpPr>
          <p:nvPr>
            <p:ph type="title" idx="0"/>
          </p:nvPr>
        </p:nvSpPr>
        <p:spPr>
          <a:xfrm xmlns:a="http://schemas.openxmlformats.org/drawingml/2006/main">
            <a:off x="600076" y="1095632"/>
            <a:ext cx="4929982" cy="977612"/>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6" name="Platshållare för innehåll 2">
            <a:extLst xmlns:a="http://schemas.openxmlformats.org/drawingml/2006/main">
              <a:ext uri="{FF2B5EF4-FFF2-40B4-BE49-F238E27FC236}">
                <a16:creationId xmlns:a16="http://schemas.microsoft.com/office/drawing/2014/main" id="{C8E71948-DDFC-93D6-07D4-FA5E9923A9C4}"/>
              </a:ext>
            </a:extLst>
          </p:cNvPr>
          <p:cNvSpPr>
            <a:spLocks xmlns:a="http://schemas.openxmlformats.org/drawingml/2006/main" noGrp="1"/>
          </p:cNvSpPr>
          <p:nvPr>
            <p:ph idx="1"/>
          </p:nvPr>
        </p:nvSpPr>
        <p:spPr>
          <a:xfrm xmlns:a="http://schemas.openxmlformats.org/drawingml/2006/main">
            <a:off x="600075" y="2281473"/>
            <a:ext cx="4929982"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Platshållare för bild 2">
            <a:extLst xmlns:a="http://schemas.openxmlformats.org/drawingml/2006/main">
              <a:ext uri="{FF2B5EF4-FFF2-40B4-BE49-F238E27FC236}">
                <a16:creationId xmlns:a16="http://schemas.microsoft.com/office/drawing/2014/main" id="{A51C4AA9-7CC2-70C9-89B3-A18AC9ECAA35}"/>
              </a:ext>
            </a:extLst>
          </p:cNvPr>
          <p:cNvSpPr>
            <a:spLocks xmlns:a="http://schemas.openxmlformats.org/drawingml/2006/main" noGrp="1"/>
          </p:cNvSpPr>
          <p:nvPr>
            <p:ph type="pic" idx="13" hasCustomPrompt="1"/>
          </p:nvPr>
        </p:nvSpPr>
        <p:spPr>
          <a:xfrm xmlns:a="http://schemas.openxmlformats.org/drawingml/2006/main">
            <a:off x="6096000" y="0"/>
            <a:ext cx="6096000" cy="6858000"/>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3" name="Platshållare för datum 2">
            <a:extLst xmlns:a="http://schemas.openxmlformats.org/drawingml/2006/main">
              <a:ext uri="{FF2B5EF4-FFF2-40B4-BE49-F238E27FC236}">
                <a16:creationId xmlns:a16="http://schemas.microsoft.com/office/drawing/2014/main" id="{1A8EB3F3-676A-79F6-8987-44C3A32E0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12224A0-91DB-4DC0-B39F-AECABED02142}"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A0C791DF-47D1-0444-64B4-28EE4F11BC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F9FF0802-1CA1-C7EA-0195-64C787BCB7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20.xml><?xml version="1.0" encoding="utf-8"?>
<p:sldLayout xmlns:p="http://schemas.openxmlformats.org/presentationml/2006/main" preserve="1" userDrawn="1">
  <p:cSld name="Comparison, light blue">
    <p:bg>
      <p:bgPr>
        <a:solidFill xmlns:a="http://schemas.openxmlformats.org/drawingml/2006/main">
          <a:schemeClr val="accent4"/>
        </a:solidFill>
      </p:bgPr>
    </p:bg>
    <p:spTree>
      <p:nvGrpSpPr>
        <p:cNvPr id="1" name=""/>
        <p:cNvGrpSpPr/>
        <p:nvPr/>
      </p:nvGrpSpPr>
      <p:grpSpPr>
        <a:xfrm xmlns:a="http://schemas.openxmlformats.org/drawingml/2006/main"/>
      </p:grpSpPr>
      <p:sp>
        <p:nvSpPr>
          <p:cNvPr id="12" name="Rektangel 11">
            <a:extLst xmlns:a="http://schemas.openxmlformats.org/drawingml/2006/main">
              <a:ext uri="{FF2B5EF4-FFF2-40B4-BE49-F238E27FC236}">
                <a16:creationId xmlns:a16="http://schemas.microsoft.com/office/drawing/2014/main" id="{D397E574-764C-83EF-BF38-E62B63590B0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Bild 6">
            <a:extLst xmlns:a="http://schemas.openxmlformats.org/drawingml/2006/main">
              <a:ext uri="{FF2B5EF4-FFF2-40B4-BE49-F238E27FC236}">
                <a16:creationId xmlns:a16="http://schemas.microsoft.com/office/drawing/2014/main" id="{C12220F1-2EBD-4C9D-ADA2-61DB5F5E63B6}"/>
              </a:ext>
            </a:extLst>
          </p:cNvPr>
          <p:cNvPicPr>
            <a:picLocks xmlns:a="http://schemas.openxmlformats.org/drawingml/2006/main" noChangeAspect="1"/>
          </p:cNvPicPr>
          <p:nvPr/>
        </p:nvPicPr>
        <p:blipFill>
          <a:blip xmlns:r="http://schemas.openxmlformats.org/officeDocument/2006/relationships" xmlns:a="http://schemas.openxmlformats.org/drawingml/2006/main" r:embed="Rd12063e1d3e94c2c">
            <a:extLst>
              <a:ext uri="{96DAC541-7B7A-43D3-8B79-37D633B846F1}">
                <asvg:svgBlip xmlns:asvg="http://schemas.microsoft.com/office/drawing/2016/SVG/main" r:embed="R089d69e1ee4c4a11"/>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
        <p:nvSpPr>
          <p:cNvPr id="10" name="Rubrik 1">
            <a:extLst xmlns:a="http://schemas.openxmlformats.org/drawingml/2006/main">
              <a:ext uri="{FF2B5EF4-FFF2-40B4-BE49-F238E27FC236}">
                <a16:creationId xmlns:a16="http://schemas.microsoft.com/office/drawing/2014/main" id="{70BAD773-C5A8-1DD6-DAEF-296346C1E1B4}"/>
              </a:ext>
            </a:extLst>
          </p:cNvPr>
          <p:cNvSpPr>
            <a:spLocks xmlns:a="http://schemas.openxmlformats.org/drawingml/2006/main" noGrp="1"/>
          </p:cNvSpPr>
          <p:nvPr>
            <p:ph type="title" idx="0"/>
          </p:nvPr>
        </p:nvSpPr>
        <p:spPr>
          <a:xfrm xmlns:a="http://schemas.openxmlformats.org/drawingml/2006/main">
            <a:off x="600076" y="1095632"/>
            <a:ext cx="4929982" cy="977612"/>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8" name="Platshållare för innehåll 1">
            <a:extLst xmlns:a="http://schemas.openxmlformats.org/drawingml/2006/main">
              <a:ext uri="{FF2B5EF4-FFF2-40B4-BE49-F238E27FC236}">
                <a16:creationId xmlns:a16="http://schemas.microsoft.com/office/drawing/2014/main" id="{9E21FC13-6345-3248-A947-DE8A8903EE8D}"/>
              </a:ext>
            </a:extLst>
          </p:cNvPr>
          <p:cNvSpPr>
            <a:spLocks xmlns:a="http://schemas.openxmlformats.org/drawingml/2006/main" noGrp="1"/>
          </p:cNvSpPr>
          <p:nvPr>
            <p:ph idx="1"/>
          </p:nvPr>
        </p:nvSpPr>
        <p:spPr>
          <a:xfrm xmlns:a="http://schemas.openxmlformats.org/drawingml/2006/main">
            <a:off x="600075" y="2281473"/>
            <a:ext cx="4929982"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11" name="Rubrik 2">
            <a:extLst xmlns:a="http://schemas.openxmlformats.org/drawingml/2006/main">
              <a:ext uri="{FF2B5EF4-FFF2-40B4-BE49-F238E27FC236}">
                <a16:creationId xmlns:a16="http://schemas.microsoft.com/office/drawing/2014/main" id="{45E054D9-4635-C7AD-5248-012C9290BBA9}"/>
              </a:ext>
            </a:extLst>
          </p:cNvPr>
          <p:cNvSpPr>
            <a:spLocks xmlns:a="http://schemas.openxmlformats.org/drawingml/2006/main" noGrp="1"/>
          </p:cNvSpPr>
          <p:nvPr>
            <p:ph type="body" idx="14"/>
          </p:nvPr>
        </p:nvSpPr>
        <p:spPr>
          <a:xfrm xmlns:a="http://schemas.openxmlformats.org/drawingml/2006/main">
            <a:off x="6660356" y="1095632"/>
            <a:ext cx="4928392" cy="977612"/>
          </a:xfrm>
        </p:spPr>
        <p:txBody>
          <a:bodyPr xmlns:a="http://schemas.openxmlformats.org/drawingml/2006/main" tIns="108000" anchor="t">
            <a:noAutofit/>
          </a:bodyPr>
          <a:lstStyle xmlns:a="http://schemas.openxmlformats.org/drawingml/2006/main">
            <a:lvl1pPr marL="0" indent="0">
              <a:lnSpc>
                <a:spcPct val="90000"/>
              </a:lnSpc>
              <a:buNone/>
              <a:defRPr sz="3600" b="1">
                <a:solidFill>
                  <a:schemeClr val="tx2"/>
                </a:solidFill>
                <a:latin typeface="+mj-lt"/>
                <a:ea typeface="+mj-lt"/>
                <a:cs typeface="+mj-lt"/>
              </a:defRPr>
            </a:lvl1pPr>
            <a:lvl2pPr marL="457200" indent="0">
              <a:buNone/>
              <a:defRPr>
                <a:solidFill>
                  <a:schemeClr val="tx2"/>
                </a:solidFill>
                <a:latin typeface="+mj-lt"/>
                <a:ea typeface="+mj-lt"/>
                <a:cs typeface="+mj-lt"/>
              </a:defRPr>
            </a:lvl2pPr>
            <a:lvl3pPr marL="914400" indent="0">
              <a:buNone/>
              <a:defRPr>
                <a:solidFill>
                  <a:schemeClr val="tx2"/>
                </a:solidFill>
                <a:latin typeface="+mj-lt"/>
                <a:ea typeface="+mj-lt"/>
                <a:cs typeface="+mj-lt"/>
              </a:defRPr>
            </a:lvl3pPr>
            <a:lvl4pPr marL="1371600" indent="0">
              <a:buNone/>
              <a:defRPr>
                <a:solidFill>
                  <a:schemeClr val="tx2"/>
                </a:solidFill>
                <a:latin typeface="+mj-lt"/>
                <a:ea typeface="+mj-lt"/>
                <a:cs typeface="+mj-lt"/>
              </a:defRPr>
            </a:lvl4pPr>
            <a:lvl5pPr marL="1828800" indent="0">
              <a:buNone/>
              <a:defRPr>
                <a:solidFill>
                  <a:schemeClr val="tx2"/>
                </a:solidFill>
                <a:latin typeface="+mj-lt"/>
                <a:ea typeface="+mj-lt"/>
                <a:cs typeface="+mj-lt"/>
              </a:defRPr>
            </a:lvl5pPr>
          </a:lstStyle>
          <a:p xmlns:a="http://schemas.openxmlformats.org/drawingml/2006/main">
            <a:pPr lvl="0">
              <a:buNone/>
            </a:pPr>
            <a:r>
              <a:t>Edit Master text styles</a:t>
            </a:r>
          </a:p>
        </p:txBody>
      </p:sp>
      <p:sp>
        <p:nvSpPr>
          <p:cNvPr id="9" name="Platshållare för innehåll 2">
            <a:extLst xmlns:a="http://schemas.openxmlformats.org/drawingml/2006/main">
              <a:ext uri="{FF2B5EF4-FFF2-40B4-BE49-F238E27FC236}">
                <a16:creationId xmlns:a16="http://schemas.microsoft.com/office/drawing/2014/main" id="{08973148-6FE0-2E5B-CDAC-B5A8EFA5DCAF}"/>
              </a:ext>
            </a:extLst>
          </p:cNvPr>
          <p:cNvSpPr>
            <a:spLocks xmlns:a="http://schemas.openxmlformats.org/drawingml/2006/main" noGrp="1"/>
          </p:cNvSpPr>
          <p:nvPr>
            <p:ph idx="13"/>
          </p:nvPr>
        </p:nvSpPr>
        <p:spPr>
          <a:xfrm xmlns:a="http://schemas.openxmlformats.org/drawingml/2006/main">
            <a:off x="6661947" y="2281473"/>
            <a:ext cx="4928391"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1A8EB3F3-676A-79F6-8987-44C3A32E0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01E837C-B793-49CC-B5DA-9EBFE4ADC3BB}"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A0C791DF-47D1-0444-64B4-28EE4F11BC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F9FF0802-1CA1-C7EA-0195-64C787BCB7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21.xml><?xml version="1.0" encoding="utf-8"?>
<p:sldLayout xmlns:p="http://schemas.openxmlformats.org/presentationml/2006/main" preserve="1" userDrawn="1">
  <p:cSld name="Comparison, sand">
    <p:bg>
      <p:bgPr>
        <a:solidFill xmlns:a="http://schemas.openxmlformats.org/drawingml/2006/main">
          <a:schemeClr val="bg2"/>
        </a:solidFill>
      </p:bgPr>
    </p:bg>
    <p:spTree>
      <p:nvGrpSpPr>
        <p:cNvPr id="1" name=""/>
        <p:cNvGrpSpPr/>
        <p:nvPr/>
      </p:nvGrpSpPr>
      <p:grpSpPr>
        <a:xfrm xmlns:a="http://schemas.openxmlformats.org/drawingml/2006/main"/>
      </p:grpSpPr>
      <p:sp>
        <p:nvSpPr>
          <p:cNvPr id="12" name="Rektangel 11">
            <a:extLst xmlns:a="http://schemas.openxmlformats.org/drawingml/2006/main">
              <a:ext uri="{FF2B5EF4-FFF2-40B4-BE49-F238E27FC236}">
                <a16:creationId xmlns:a16="http://schemas.microsoft.com/office/drawing/2014/main" id="{D397E574-764C-83EF-BF38-E62B63590B0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Bild 6">
            <a:extLst xmlns:a="http://schemas.openxmlformats.org/drawingml/2006/main">
              <a:ext uri="{FF2B5EF4-FFF2-40B4-BE49-F238E27FC236}">
                <a16:creationId xmlns:a16="http://schemas.microsoft.com/office/drawing/2014/main" id="{A924AA6E-B6A0-4ED6-B5C1-387E19FA945B}"/>
              </a:ext>
            </a:extLst>
          </p:cNvPr>
          <p:cNvPicPr>
            <a:picLocks xmlns:a="http://schemas.openxmlformats.org/drawingml/2006/main" noChangeAspect="1"/>
          </p:cNvPicPr>
          <p:nvPr/>
        </p:nvPicPr>
        <p:blipFill>
          <a:blip xmlns:r="http://schemas.openxmlformats.org/officeDocument/2006/relationships" xmlns:a="http://schemas.openxmlformats.org/drawingml/2006/main" r:embed="R1df24acf1b7a435e">
            <a:extLst>
              <a:ext uri="{96DAC541-7B7A-43D3-8B79-37D633B846F1}">
                <asvg:svgBlip xmlns:asvg="http://schemas.microsoft.com/office/drawing/2016/SVG/main" r:embed="R7817fb1804d94d85"/>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
        <p:nvSpPr>
          <p:cNvPr id="14" name="Rubrik 1">
            <a:extLst xmlns:a="http://schemas.openxmlformats.org/drawingml/2006/main">
              <a:ext uri="{FF2B5EF4-FFF2-40B4-BE49-F238E27FC236}">
                <a16:creationId xmlns:a16="http://schemas.microsoft.com/office/drawing/2014/main" id="{A2A70668-AB85-7E63-22C0-B9431D72BC07}"/>
              </a:ext>
            </a:extLst>
          </p:cNvPr>
          <p:cNvSpPr>
            <a:spLocks xmlns:a="http://schemas.openxmlformats.org/drawingml/2006/main" noGrp="1"/>
          </p:cNvSpPr>
          <p:nvPr>
            <p:ph type="title" idx="0"/>
          </p:nvPr>
        </p:nvSpPr>
        <p:spPr>
          <a:xfrm xmlns:a="http://schemas.openxmlformats.org/drawingml/2006/main">
            <a:off x="600076" y="1095632"/>
            <a:ext cx="4929982" cy="977612"/>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1" name="Platshållare för innehåll 1">
            <a:extLst xmlns:a="http://schemas.openxmlformats.org/drawingml/2006/main">
              <a:ext uri="{FF2B5EF4-FFF2-40B4-BE49-F238E27FC236}">
                <a16:creationId xmlns:a16="http://schemas.microsoft.com/office/drawing/2014/main" id="{65773533-9418-9BC8-07BE-DE1982D8EE15}"/>
              </a:ext>
            </a:extLst>
          </p:cNvPr>
          <p:cNvSpPr>
            <a:spLocks xmlns:a="http://schemas.openxmlformats.org/drawingml/2006/main" noGrp="1"/>
          </p:cNvSpPr>
          <p:nvPr>
            <p:ph idx="1"/>
          </p:nvPr>
        </p:nvSpPr>
        <p:spPr>
          <a:xfrm xmlns:a="http://schemas.openxmlformats.org/drawingml/2006/main">
            <a:off x="600075" y="2281473"/>
            <a:ext cx="4929982"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Rubrik 2">
            <a:extLst xmlns:a="http://schemas.openxmlformats.org/drawingml/2006/main">
              <a:ext uri="{FF2B5EF4-FFF2-40B4-BE49-F238E27FC236}">
                <a16:creationId xmlns:a16="http://schemas.microsoft.com/office/drawing/2014/main" id="{592051F6-14B7-8364-56E9-FC036767257B}"/>
              </a:ext>
            </a:extLst>
          </p:cNvPr>
          <p:cNvSpPr>
            <a:spLocks xmlns:a="http://schemas.openxmlformats.org/drawingml/2006/main" noGrp="1"/>
          </p:cNvSpPr>
          <p:nvPr>
            <p:ph type="body" idx="14"/>
          </p:nvPr>
        </p:nvSpPr>
        <p:spPr>
          <a:xfrm xmlns:a="http://schemas.openxmlformats.org/drawingml/2006/main">
            <a:off x="6660356" y="1095632"/>
            <a:ext cx="4928392" cy="977612"/>
          </a:xfrm>
        </p:spPr>
        <p:txBody>
          <a:bodyPr xmlns:a="http://schemas.openxmlformats.org/drawingml/2006/main" tIns="108000" anchor="t">
            <a:noAutofit/>
          </a:bodyPr>
          <a:lstStyle xmlns:a="http://schemas.openxmlformats.org/drawingml/2006/main">
            <a:lvl1pPr marL="0" indent="0">
              <a:lnSpc>
                <a:spcPct val="90000"/>
              </a:lnSpc>
              <a:buNone/>
              <a:defRPr sz="3600" b="1">
                <a:solidFill>
                  <a:schemeClr val="tx2"/>
                </a:solidFill>
                <a:latin typeface="+mj-lt"/>
                <a:ea typeface="+mj-lt"/>
                <a:cs typeface="+mj-lt"/>
              </a:defRPr>
            </a:lvl1pPr>
            <a:lvl2pPr marL="457200" indent="0">
              <a:buNone/>
              <a:defRPr>
                <a:solidFill>
                  <a:schemeClr val="tx2"/>
                </a:solidFill>
                <a:latin typeface="+mj-lt"/>
                <a:ea typeface="+mj-lt"/>
                <a:cs typeface="+mj-lt"/>
              </a:defRPr>
            </a:lvl2pPr>
            <a:lvl3pPr marL="914400" indent="0">
              <a:buNone/>
              <a:defRPr>
                <a:solidFill>
                  <a:schemeClr val="tx2"/>
                </a:solidFill>
                <a:latin typeface="+mj-lt"/>
                <a:ea typeface="+mj-lt"/>
                <a:cs typeface="+mj-lt"/>
              </a:defRPr>
            </a:lvl3pPr>
            <a:lvl4pPr marL="1371600" indent="0">
              <a:buNone/>
              <a:defRPr>
                <a:solidFill>
                  <a:schemeClr val="tx2"/>
                </a:solidFill>
                <a:latin typeface="+mj-lt"/>
                <a:ea typeface="+mj-lt"/>
                <a:cs typeface="+mj-lt"/>
              </a:defRPr>
            </a:lvl4pPr>
            <a:lvl5pPr marL="1828800" indent="0">
              <a:buNone/>
              <a:defRPr>
                <a:solidFill>
                  <a:schemeClr val="tx2"/>
                </a:solidFill>
                <a:latin typeface="+mj-lt"/>
                <a:ea typeface="+mj-lt"/>
                <a:cs typeface="+mj-lt"/>
              </a:defRPr>
            </a:lvl5pPr>
          </a:lstStyle>
          <a:p xmlns:a="http://schemas.openxmlformats.org/drawingml/2006/main">
            <a:pPr lvl="0">
              <a:buNone/>
            </a:pPr>
            <a:r>
              <a:t>Edit Master text styles</a:t>
            </a:r>
          </a:p>
        </p:txBody>
      </p:sp>
      <p:sp>
        <p:nvSpPr>
          <p:cNvPr id="10" name="Platshållare för innehåll 2">
            <a:extLst xmlns:a="http://schemas.openxmlformats.org/drawingml/2006/main">
              <a:ext uri="{FF2B5EF4-FFF2-40B4-BE49-F238E27FC236}">
                <a16:creationId xmlns:a16="http://schemas.microsoft.com/office/drawing/2014/main" id="{BF2B79C1-A27F-5DA9-D1F0-FC96C9A68BC7}"/>
              </a:ext>
            </a:extLst>
          </p:cNvPr>
          <p:cNvSpPr>
            <a:spLocks xmlns:a="http://schemas.openxmlformats.org/drawingml/2006/main" noGrp="1"/>
          </p:cNvSpPr>
          <p:nvPr>
            <p:ph idx="13"/>
          </p:nvPr>
        </p:nvSpPr>
        <p:spPr>
          <a:xfrm xmlns:a="http://schemas.openxmlformats.org/drawingml/2006/main">
            <a:off x="6661947" y="2281473"/>
            <a:ext cx="4928391"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1A8EB3F3-676A-79F6-8987-44C3A32E0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49A268D-1881-4746-AC5E-32DE28CB4AD1}"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A0C791DF-47D1-0444-64B4-28EE4F11BC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F9FF0802-1CA1-C7EA-0195-64C787BCB7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22.xml><?xml version="1.0" encoding="utf-8"?>
<p:sldLayout xmlns:p="http://schemas.openxmlformats.org/presentationml/2006/main" preserve="1" userDrawn="1">
  <p:cSld name="Comparison, KTH blu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2" name="Rektangel 11">
            <a:extLst xmlns:a="http://schemas.openxmlformats.org/drawingml/2006/main">
              <a:ext uri="{FF2B5EF4-FFF2-40B4-BE49-F238E27FC236}">
                <a16:creationId xmlns:a16="http://schemas.microsoft.com/office/drawing/2014/main" id="{D397E574-764C-83EF-BF38-E62B63590B0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Bild 6">
            <a:extLst xmlns:a="http://schemas.openxmlformats.org/drawingml/2006/main">
              <a:ext uri="{FF2B5EF4-FFF2-40B4-BE49-F238E27FC236}">
                <a16:creationId xmlns:a16="http://schemas.microsoft.com/office/drawing/2014/main" id="{0C89945F-5F89-47C9-B1A4-F501E93F1026}"/>
              </a:ext>
            </a:extLst>
          </p:cNvPr>
          <p:cNvPicPr>
            <a:picLocks xmlns:a="http://schemas.openxmlformats.org/drawingml/2006/main" noChangeAspect="1"/>
          </p:cNvPicPr>
          <p:nvPr/>
        </p:nvPicPr>
        <p:blipFill>
          <a:blip xmlns:r="http://schemas.openxmlformats.org/officeDocument/2006/relationships" xmlns:a="http://schemas.openxmlformats.org/drawingml/2006/main" r:embed="Re59316b7e3f14fd9">
            <a:extLst>
              <a:ext uri="{96DAC541-7B7A-43D3-8B79-37D633B846F1}">
                <asvg:svgBlip xmlns:asvg="http://schemas.microsoft.com/office/drawing/2016/SVG/main" r:embed="Rb9079d5474e84dfb"/>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
        <p:nvSpPr>
          <p:cNvPr id="14" name="Rubrik 1">
            <a:extLst xmlns:a="http://schemas.openxmlformats.org/drawingml/2006/main">
              <a:ext uri="{FF2B5EF4-FFF2-40B4-BE49-F238E27FC236}">
                <a16:creationId xmlns:a16="http://schemas.microsoft.com/office/drawing/2014/main" id="{3B85E6DD-F8DF-4BBD-E46A-52EC6D703C63}"/>
              </a:ext>
            </a:extLst>
          </p:cNvPr>
          <p:cNvSpPr>
            <a:spLocks xmlns:a="http://schemas.openxmlformats.org/drawingml/2006/main" noGrp="1"/>
          </p:cNvSpPr>
          <p:nvPr>
            <p:ph type="title" idx="0"/>
          </p:nvPr>
        </p:nvSpPr>
        <p:spPr>
          <a:xfrm xmlns:a="http://schemas.openxmlformats.org/drawingml/2006/main">
            <a:off x="600076" y="1095632"/>
            <a:ext cx="4929982" cy="977612"/>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3" name="Platshållare för innehåll 1">
            <a:extLst xmlns:a="http://schemas.openxmlformats.org/drawingml/2006/main">
              <a:ext uri="{FF2B5EF4-FFF2-40B4-BE49-F238E27FC236}">
                <a16:creationId xmlns:a16="http://schemas.microsoft.com/office/drawing/2014/main" id="{DD1CE06C-E8A4-9360-B155-3B7D11D411EA}"/>
              </a:ext>
            </a:extLst>
          </p:cNvPr>
          <p:cNvSpPr>
            <a:spLocks xmlns:a="http://schemas.openxmlformats.org/drawingml/2006/main" noGrp="1"/>
          </p:cNvSpPr>
          <p:nvPr>
            <p:ph idx="1"/>
          </p:nvPr>
        </p:nvSpPr>
        <p:spPr>
          <a:xfrm xmlns:a="http://schemas.openxmlformats.org/drawingml/2006/main">
            <a:off x="600075" y="2281473"/>
            <a:ext cx="4929982"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Rubrik 2">
            <a:extLst xmlns:a="http://schemas.openxmlformats.org/drawingml/2006/main">
              <a:ext uri="{FF2B5EF4-FFF2-40B4-BE49-F238E27FC236}">
                <a16:creationId xmlns:a16="http://schemas.microsoft.com/office/drawing/2014/main" id="{CC32D746-BC2A-D4E0-4FDE-8026A3339744}"/>
              </a:ext>
            </a:extLst>
          </p:cNvPr>
          <p:cNvSpPr>
            <a:spLocks xmlns:a="http://schemas.openxmlformats.org/drawingml/2006/main" noGrp="1"/>
          </p:cNvSpPr>
          <p:nvPr>
            <p:ph type="body" idx="14"/>
          </p:nvPr>
        </p:nvSpPr>
        <p:spPr>
          <a:xfrm xmlns:a="http://schemas.openxmlformats.org/drawingml/2006/main">
            <a:off x="6660356" y="1095632"/>
            <a:ext cx="4928392" cy="977612"/>
          </a:xfrm>
        </p:spPr>
        <p:txBody>
          <a:bodyPr xmlns:a="http://schemas.openxmlformats.org/drawingml/2006/main" tIns="108000" anchor="t">
            <a:noAutofit/>
          </a:bodyPr>
          <a:lstStyle xmlns:a="http://schemas.openxmlformats.org/drawingml/2006/main">
            <a:lvl1pPr marL="0" indent="0">
              <a:lnSpc>
                <a:spcPct val="90000"/>
              </a:lnSpc>
              <a:buNone/>
              <a:defRPr sz="3600" b="1">
                <a:solidFill>
                  <a:schemeClr val="bg1"/>
                </a:solidFill>
                <a:latin typeface="+mj-lt"/>
                <a:ea typeface="+mj-lt"/>
                <a:cs typeface="+mj-lt"/>
              </a:defRPr>
            </a:lvl1pPr>
            <a:lvl2pPr marL="457200" indent="0">
              <a:buNone/>
              <a:defRPr>
                <a:solidFill>
                  <a:schemeClr val="tx2"/>
                </a:solidFill>
                <a:latin typeface="+mj-lt"/>
                <a:ea typeface="+mj-lt"/>
                <a:cs typeface="+mj-lt"/>
              </a:defRPr>
            </a:lvl2pPr>
            <a:lvl3pPr marL="914400" indent="0">
              <a:buNone/>
              <a:defRPr>
                <a:solidFill>
                  <a:schemeClr val="tx2"/>
                </a:solidFill>
                <a:latin typeface="+mj-lt"/>
                <a:ea typeface="+mj-lt"/>
                <a:cs typeface="+mj-lt"/>
              </a:defRPr>
            </a:lvl3pPr>
            <a:lvl4pPr marL="1371600" indent="0">
              <a:buNone/>
              <a:defRPr>
                <a:solidFill>
                  <a:schemeClr val="tx2"/>
                </a:solidFill>
                <a:latin typeface="+mj-lt"/>
                <a:ea typeface="+mj-lt"/>
                <a:cs typeface="+mj-lt"/>
              </a:defRPr>
            </a:lvl4pPr>
            <a:lvl5pPr marL="1828800" indent="0">
              <a:buNone/>
              <a:defRPr>
                <a:solidFill>
                  <a:schemeClr val="tx2"/>
                </a:solidFill>
                <a:latin typeface="+mj-lt"/>
                <a:ea typeface="+mj-lt"/>
                <a:cs typeface="+mj-lt"/>
              </a:defRPr>
            </a:lvl5pPr>
          </a:lstStyle>
          <a:p xmlns:a="http://schemas.openxmlformats.org/drawingml/2006/main">
            <a:pPr lvl="0">
              <a:buNone/>
            </a:pPr>
            <a:r>
              <a:t>Edit Master text styles</a:t>
            </a:r>
          </a:p>
        </p:txBody>
      </p:sp>
      <p:sp>
        <p:nvSpPr>
          <p:cNvPr id="10" name="Platshållare för innehåll 2">
            <a:extLst xmlns:a="http://schemas.openxmlformats.org/drawingml/2006/main">
              <a:ext uri="{FF2B5EF4-FFF2-40B4-BE49-F238E27FC236}">
                <a16:creationId xmlns:a16="http://schemas.microsoft.com/office/drawing/2014/main" id="{0B6CAC2E-851A-9B60-91F5-AEEA25AB753E}"/>
              </a:ext>
            </a:extLst>
          </p:cNvPr>
          <p:cNvSpPr>
            <a:spLocks xmlns:a="http://schemas.openxmlformats.org/drawingml/2006/main" noGrp="1"/>
          </p:cNvSpPr>
          <p:nvPr>
            <p:ph idx="13"/>
          </p:nvPr>
        </p:nvSpPr>
        <p:spPr>
          <a:xfrm xmlns:a="http://schemas.openxmlformats.org/drawingml/2006/main">
            <a:off x="6661947" y="2281473"/>
            <a:ext cx="4928391" cy="4046300"/>
          </a:xfrm>
        </p:spPr>
        <p:txBody>
          <a:bodyPr xmlns:a="http://schemas.openxmlformats.org/drawingml/2006/main"/>
          <a:lstStyle xmlns:a="http://schemas.openxmlformats.org/drawingml/2006/main">
            <a:lvl1pPr>
              <a:buClr>
                <a:schemeClr val="accent2"/>
              </a:buClr>
              <a:buNone/>
              <a:defRPr>
                <a:solidFill>
                  <a:schemeClr val="bg1"/>
                </a:solidFill>
              </a:defRPr>
            </a:lvl1pPr>
            <a:lvl2pPr>
              <a:buClr>
                <a:schemeClr val="accent2"/>
              </a:buClr>
              <a:buNone/>
              <a:defRPr>
                <a:solidFill>
                  <a:schemeClr val="bg1"/>
                </a:solidFill>
              </a:defRPr>
            </a:lvl2pPr>
            <a:lvl3pPr>
              <a:buClr>
                <a:schemeClr val="accent2"/>
              </a:buClr>
              <a:buNone/>
              <a:defRPr>
                <a:solidFill>
                  <a:schemeClr val="bg1"/>
                </a:solidFill>
              </a:defRPr>
            </a:lvl3pPr>
            <a:lvl4pPr>
              <a:buClr>
                <a:schemeClr val="accent2"/>
              </a:buClr>
              <a:buNone/>
              <a:defRPr>
                <a:solidFill>
                  <a:schemeClr val="bg1"/>
                </a:solidFill>
              </a:defRPr>
            </a:lvl4pPr>
            <a:lvl5pPr>
              <a:buClr>
                <a:schemeClr val="accent2"/>
              </a:buCl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1A8EB3F3-676A-79F6-8987-44C3A32E0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E1D39F-0716-487E-8FFA-60F228C6FBFD}"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A0C791DF-47D1-0444-64B4-28EE4F11BC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F9FF0802-1CA1-C7EA-0195-64C787BCB7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23.xml><?xml version="1.0" encoding="utf-8"?>
<p:sldLayout xmlns:p="http://schemas.openxmlformats.org/presentationml/2006/main" preserve="1" userDrawn="1">
  <p:cSld name="Comparison, navy blue">
    <p:bg>
      <p:bgPr>
        <a:solidFill xmlns:a="http://schemas.openxmlformats.org/drawingml/2006/main">
          <a:schemeClr val="tx2"/>
        </a:solidFill>
      </p:bgPr>
    </p:bg>
    <p:spTree>
      <p:nvGrpSpPr>
        <p:cNvPr id="1" name=""/>
        <p:cNvGrpSpPr/>
        <p:nvPr/>
      </p:nvGrpSpPr>
      <p:grpSpPr>
        <a:xfrm xmlns:a="http://schemas.openxmlformats.org/drawingml/2006/main"/>
      </p:grpSpPr>
      <p:sp>
        <p:nvSpPr>
          <p:cNvPr id="12" name="Rektangel 11">
            <a:extLst xmlns:a="http://schemas.openxmlformats.org/drawingml/2006/main">
              <a:ext uri="{FF2B5EF4-FFF2-40B4-BE49-F238E27FC236}">
                <a16:creationId xmlns:a16="http://schemas.microsoft.com/office/drawing/2014/main" id="{D397E574-764C-83EF-BF38-E62B63590B0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Bild 6">
            <a:extLst xmlns:a="http://schemas.openxmlformats.org/drawingml/2006/main">
              <a:ext uri="{FF2B5EF4-FFF2-40B4-BE49-F238E27FC236}">
                <a16:creationId xmlns:a16="http://schemas.microsoft.com/office/drawing/2014/main" id="{DB6BE4B9-DE34-4F84-A558-0437F0BFF51E}"/>
              </a:ext>
            </a:extLst>
          </p:cNvPr>
          <p:cNvPicPr>
            <a:picLocks xmlns:a="http://schemas.openxmlformats.org/drawingml/2006/main" noChangeAspect="1"/>
          </p:cNvPicPr>
          <p:nvPr/>
        </p:nvPicPr>
        <p:blipFill>
          <a:blip xmlns:r="http://schemas.openxmlformats.org/officeDocument/2006/relationships" xmlns:a="http://schemas.openxmlformats.org/drawingml/2006/main" r:embed="R966174cb65d84272">
            <a:extLst>
              <a:ext uri="{96DAC541-7B7A-43D3-8B79-37D633B846F1}">
                <asvg:svgBlip xmlns:asvg="http://schemas.microsoft.com/office/drawing/2016/SVG/main" r:embed="Rad72f8144cb2434d"/>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
        <p:nvSpPr>
          <p:cNvPr id="14" name="Rubrik 1">
            <a:extLst xmlns:a="http://schemas.openxmlformats.org/drawingml/2006/main">
              <a:ext uri="{FF2B5EF4-FFF2-40B4-BE49-F238E27FC236}">
                <a16:creationId xmlns:a16="http://schemas.microsoft.com/office/drawing/2014/main" id="{7E30C4E1-FD13-FB51-43E8-4F36CF652781}"/>
              </a:ext>
            </a:extLst>
          </p:cNvPr>
          <p:cNvSpPr>
            <a:spLocks xmlns:a="http://schemas.openxmlformats.org/drawingml/2006/main" noGrp="1"/>
          </p:cNvSpPr>
          <p:nvPr>
            <p:ph type="title" idx="0"/>
          </p:nvPr>
        </p:nvSpPr>
        <p:spPr>
          <a:xfrm xmlns:a="http://schemas.openxmlformats.org/drawingml/2006/main">
            <a:off x="600076" y="1095632"/>
            <a:ext cx="4929982" cy="977612"/>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3" name="Platshållare för innehåll 1">
            <a:extLst xmlns:a="http://schemas.openxmlformats.org/drawingml/2006/main">
              <a:ext uri="{FF2B5EF4-FFF2-40B4-BE49-F238E27FC236}">
                <a16:creationId xmlns:a16="http://schemas.microsoft.com/office/drawing/2014/main" id="{E649F8F8-B8DB-7C5C-A600-75F519BA5D5A}"/>
              </a:ext>
            </a:extLst>
          </p:cNvPr>
          <p:cNvSpPr>
            <a:spLocks xmlns:a="http://schemas.openxmlformats.org/drawingml/2006/main" noGrp="1"/>
          </p:cNvSpPr>
          <p:nvPr>
            <p:ph idx="1"/>
          </p:nvPr>
        </p:nvSpPr>
        <p:spPr>
          <a:xfrm xmlns:a="http://schemas.openxmlformats.org/drawingml/2006/main">
            <a:off x="600075" y="2281473"/>
            <a:ext cx="4929982"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Rubrik 2">
            <a:extLst xmlns:a="http://schemas.openxmlformats.org/drawingml/2006/main">
              <a:ext uri="{FF2B5EF4-FFF2-40B4-BE49-F238E27FC236}">
                <a16:creationId xmlns:a16="http://schemas.microsoft.com/office/drawing/2014/main" id="{D24132AE-47F1-716B-6975-B6DE84BD7143}"/>
              </a:ext>
            </a:extLst>
          </p:cNvPr>
          <p:cNvSpPr>
            <a:spLocks xmlns:a="http://schemas.openxmlformats.org/drawingml/2006/main" noGrp="1"/>
          </p:cNvSpPr>
          <p:nvPr>
            <p:ph type="body" idx="14"/>
          </p:nvPr>
        </p:nvSpPr>
        <p:spPr>
          <a:xfrm xmlns:a="http://schemas.openxmlformats.org/drawingml/2006/main">
            <a:off x="6660356" y="1095632"/>
            <a:ext cx="4928392" cy="977612"/>
          </a:xfrm>
        </p:spPr>
        <p:txBody>
          <a:bodyPr xmlns:a="http://schemas.openxmlformats.org/drawingml/2006/main" tIns="108000" anchor="t">
            <a:noAutofit/>
          </a:bodyPr>
          <a:lstStyle xmlns:a="http://schemas.openxmlformats.org/drawingml/2006/main">
            <a:lvl1pPr marL="0" indent="0">
              <a:lnSpc>
                <a:spcPct val="90000"/>
              </a:lnSpc>
              <a:buNone/>
              <a:defRPr sz="3600" b="1">
                <a:solidFill>
                  <a:schemeClr val="bg1"/>
                </a:solidFill>
                <a:latin typeface="+mj-lt"/>
                <a:ea typeface="+mj-lt"/>
                <a:cs typeface="+mj-lt"/>
              </a:defRPr>
            </a:lvl1pPr>
            <a:lvl2pPr marL="457200" indent="0">
              <a:buNone/>
              <a:defRPr>
                <a:solidFill>
                  <a:schemeClr val="tx2"/>
                </a:solidFill>
                <a:latin typeface="+mj-lt"/>
                <a:ea typeface="+mj-lt"/>
                <a:cs typeface="+mj-lt"/>
              </a:defRPr>
            </a:lvl2pPr>
            <a:lvl3pPr marL="914400" indent="0">
              <a:buNone/>
              <a:defRPr>
                <a:solidFill>
                  <a:schemeClr val="tx2"/>
                </a:solidFill>
                <a:latin typeface="+mj-lt"/>
                <a:ea typeface="+mj-lt"/>
                <a:cs typeface="+mj-lt"/>
              </a:defRPr>
            </a:lvl3pPr>
            <a:lvl4pPr marL="1371600" indent="0">
              <a:buNone/>
              <a:defRPr>
                <a:solidFill>
                  <a:schemeClr val="tx2"/>
                </a:solidFill>
                <a:latin typeface="+mj-lt"/>
                <a:ea typeface="+mj-lt"/>
                <a:cs typeface="+mj-lt"/>
              </a:defRPr>
            </a:lvl4pPr>
            <a:lvl5pPr marL="1828800" indent="0">
              <a:buNone/>
              <a:defRPr>
                <a:solidFill>
                  <a:schemeClr val="tx2"/>
                </a:solidFill>
                <a:latin typeface="+mj-lt"/>
                <a:ea typeface="+mj-lt"/>
                <a:cs typeface="+mj-lt"/>
              </a:defRPr>
            </a:lvl5pPr>
          </a:lstStyle>
          <a:p xmlns:a="http://schemas.openxmlformats.org/drawingml/2006/main">
            <a:pPr lvl="0">
              <a:buNone/>
            </a:pPr>
            <a:r>
              <a:t>Edit Master text styles</a:t>
            </a:r>
          </a:p>
        </p:txBody>
      </p:sp>
      <p:sp>
        <p:nvSpPr>
          <p:cNvPr id="10" name="Platshållare för innehåll 2">
            <a:extLst xmlns:a="http://schemas.openxmlformats.org/drawingml/2006/main">
              <a:ext uri="{FF2B5EF4-FFF2-40B4-BE49-F238E27FC236}">
                <a16:creationId xmlns:a16="http://schemas.microsoft.com/office/drawing/2014/main" id="{C2860E0A-4616-275E-6EEB-5B0EBBD9F7E3}"/>
              </a:ext>
            </a:extLst>
          </p:cNvPr>
          <p:cNvSpPr>
            <a:spLocks xmlns:a="http://schemas.openxmlformats.org/drawingml/2006/main" noGrp="1"/>
          </p:cNvSpPr>
          <p:nvPr>
            <p:ph idx="13"/>
          </p:nvPr>
        </p:nvSpPr>
        <p:spPr>
          <a:xfrm xmlns:a="http://schemas.openxmlformats.org/drawingml/2006/main">
            <a:off x="6661947" y="2281473"/>
            <a:ext cx="4928391" cy="4046300"/>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1A8EB3F3-676A-79F6-8987-44C3A32E0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0077EDB-80AF-4AF7-B33E-1CC77AFA0C10}"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A0C791DF-47D1-0444-64B4-28EE4F11BC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F9FF0802-1CA1-C7EA-0195-64C787BCB7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24.xml><?xml version="1.0" encoding="utf-8"?>
<p:sldLayout xmlns:p="http://schemas.openxmlformats.org/presentationml/2006/main" preserve="1" userDrawn="1">
  <p:cSld name="Comparison, green">
    <p:bg>
      <p:bgPr>
        <a:solidFill xmlns:a="http://schemas.openxmlformats.org/drawingml/2006/main">
          <a:srgbClr val="C7EBBA"/>
        </a:solidFill>
      </p:bgPr>
    </p:bg>
    <p:spTree>
      <p:nvGrpSpPr>
        <p:cNvPr id="1" name=""/>
        <p:cNvGrpSpPr/>
        <p:nvPr/>
      </p:nvGrpSpPr>
      <p:grpSpPr>
        <a:xfrm xmlns:a="http://schemas.openxmlformats.org/drawingml/2006/main"/>
      </p:grpSpPr>
      <p:sp>
        <p:nvSpPr>
          <p:cNvPr id="12" name="Rektangel 11">
            <a:extLst xmlns:a="http://schemas.openxmlformats.org/drawingml/2006/main">
              <a:ext uri="{FF2B5EF4-FFF2-40B4-BE49-F238E27FC236}">
                <a16:creationId xmlns:a16="http://schemas.microsoft.com/office/drawing/2014/main" id="{D397E574-764C-83EF-BF38-E62B63590B0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Bild 6">
            <a:extLst xmlns:a="http://schemas.openxmlformats.org/drawingml/2006/main">
              <a:ext uri="{FF2B5EF4-FFF2-40B4-BE49-F238E27FC236}">
                <a16:creationId xmlns:a16="http://schemas.microsoft.com/office/drawing/2014/main" id="{4473018D-C5DB-4141-B9FC-62436E35157B}"/>
              </a:ext>
            </a:extLst>
          </p:cNvPr>
          <p:cNvPicPr>
            <a:picLocks xmlns:a="http://schemas.openxmlformats.org/drawingml/2006/main" noChangeAspect="1"/>
          </p:cNvPicPr>
          <p:nvPr/>
        </p:nvPicPr>
        <p:blipFill>
          <a:blip xmlns:r="http://schemas.openxmlformats.org/officeDocument/2006/relationships" xmlns:a="http://schemas.openxmlformats.org/drawingml/2006/main" r:embed="R7c78e6192a6a4fcd">
            <a:extLst>
              <a:ext uri="{96DAC541-7B7A-43D3-8B79-37D633B846F1}">
                <asvg:svgBlip xmlns:asvg="http://schemas.microsoft.com/office/drawing/2016/SVG/main" r:embed="Rfcb8603fa60a40aa"/>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
        <p:nvSpPr>
          <p:cNvPr id="14" name="Rubrik 1">
            <a:extLst xmlns:a="http://schemas.openxmlformats.org/drawingml/2006/main">
              <a:ext uri="{FF2B5EF4-FFF2-40B4-BE49-F238E27FC236}">
                <a16:creationId xmlns:a16="http://schemas.microsoft.com/office/drawing/2014/main" id="{58CDF499-9790-E8A2-3B44-8DDFA267A94F}"/>
              </a:ext>
            </a:extLst>
          </p:cNvPr>
          <p:cNvSpPr>
            <a:spLocks xmlns:a="http://schemas.openxmlformats.org/drawingml/2006/main" noGrp="1"/>
          </p:cNvSpPr>
          <p:nvPr>
            <p:ph type="title" idx="0"/>
          </p:nvPr>
        </p:nvSpPr>
        <p:spPr>
          <a:xfrm xmlns:a="http://schemas.openxmlformats.org/drawingml/2006/main">
            <a:off x="600076" y="1095632"/>
            <a:ext cx="4929982" cy="977612"/>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1" name="Platshållare för innehåll 1">
            <a:extLst xmlns:a="http://schemas.openxmlformats.org/drawingml/2006/main">
              <a:ext uri="{FF2B5EF4-FFF2-40B4-BE49-F238E27FC236}">
                <a16:creationId xmlns:a16="http://schemas.microsoft.com/office/drawing/2014/main" id="{86430320-1A4F-412F-300A-456151767E30}"/>
              </a:ext>
            </a:extLst>
          </p:cNvPr>
          <p:cNvSpPr>
            <a:spLocks xmlns:a="http://schemas.openxmlformats.org/drawingml/2006/main" noGrp="1"/>
          </p:cNvSpPr>
          <p:nvPr>
            <p:ph idx="1"/>
          </p:nvPr>
        </p:nvSpPr>
        <p:spPr>
          <a:xfrm xmlns:a="http://schemas.openxmlformats.org/drawingml/2006/main">
            <a:off x="600075" y="2281473"/>
            <a:ext cx="4929982"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Rubrik 2">
            <a:extLst xmlns:a="http://schemas.openxmlformats.org/drawingml/2006/main">
              <a:ext uri="{FF2B5EF4-FFF2-40B4-BE49-F238E27FC236}">
                <a16:creationId xmlns:a16="http://schemas.microsoft.com/office/drawing/2014/main" id="{9B510906-94F4-6B14-FDC7-76CDBAF81A19}"/>
              </a:ext>
            </a:extLst>
          </p:cNvPr>
          <p:cNvSpPr>
            <a:spLocks xmlns:a="http://schemas.openxmlformats.org/drawingml/2006/main" noGrp="1"/>
          </p:cNvSpPr>
          <p:nvPr>
            <p:ph type="body" idx="14"/>
          </p:nvPr>
        </p:nvSpPr>
        <p:spPr>
          <a:xfrm xmlns:a="http://schemas.openxmlformats.org/drawingml/2006/main">
            <a:off x="6660356" y="1095632"/>
            <a:ext cx="4928392" cy="977612"/>
          </a:xfrm>
        </p:spPr>
        <p:txBody>
          <a:bodyPr xmlns:a="http://schemas.openxmlformats.org/drawingml/2006/main" tIns="108000" anchor="t">
            <a:noAutofit/>
          </a:bodyPr>
          <a:lstStyle xmlns:a="http://schemas.openxmlformats.org/drawingml/2006/main">
            <a:lvl1pPr marL="0" indent="0">
              <a:lnSpc>
                <a:spcPct val="90000"/>
              </a:lnSpc>
              <a:buNone/>
              <a:defRPr sz="3600" b="1">
                <a:solidFill>
                  <a:schemeClr val="tx2"/>
                </a:solidFill>
                <a:latin typeface="+mj-lt"/>
                <a:ea typeface="+mj-lt"/>
                <a:cs typeface="+mj-lt"/>
              </a:defRPr>
            </a:lvl1pPr>
            <a:lvl2pPr marL="457200" indent="0">
              <a:buNone/>
              <a:defRPr>
                <a:solidFill>
                  <a:schemeClr val="tx2"/>
                </a:solidFill>
                <a:latin typeface="+mj-lt"/>
                <a:ea typeface="+mj-lt"/>
                <a:cs typeface="+mj-lt"/>
              </a:defRPr>
            </a:lvl2pPr>
            <a:lvl3pPr marL="914400" indent="0">
              <a:buNone/>
              <a:defRPr>
                <a:solidFill>
                  <a:schemeClr val="tx2"/>
                </a:solidFill>
                <a:latin typeface="+mj-lt"/>
                <a:ea typeface="+mj-lt"/>
                <a:cs typeface="+mj-lt"/>
              </a:defRPr>
            </a:lvl3pPr>
            <a:lvl4pPr marL="1371600" indent="0">
              <a:buNone/>
              <a:defRPr>
                <a:solidFill>
                  <a:schemeClr val="tx2"/>
                </a:solidFill>
                <a:latin typeface="+mj-lt"/>
                <a:ea typeface="+mj-lt"/>
                <a:cs typeface="+mj-lt"/>
              </a:defRPr>
            </a:lvl4pPr>
            <a:lvl5pPr marL="1828800" indent="0">
              <a:buNone/>
              <a:defRPr>
                <a:solidFill>
                  <a:schemeClr val="tx2"/>
                </a:solidFill>
                <a:latin typeface="+mj-lt"/>
                <a:ea typeface="+mj-lt"/>
                <a:cs typeface="+mj-lt"/>
              </a:defRPr>
            </a:lvl5pPr>
          </a:lstStyle>
          <a:p xmlns:a="http://schemas.openxmlformats.org/drawingml/2006/main">
            <a:pPr lvl="0">
              <a:buNone/>
            </a:pPr>
            <a:r>
              <a:t>Edit Master text styles</a:t>
            </a:r>
          </a:p>
        </p:txBody>
      </p:sp>
      <p:sp>
        <p:nvSpPr>
          <p:cNvPr id="10" name="Platshållare för innehåll 2">
            <a:extLst xmlns:a="http://schemas.openxmlformats.org/drawingml/2006/main">
              <a:ext uri="{FF2B5EF4-FFF2-40B4-BE49-F238E27FC236}">
                <a16:creationId xmlns:a16="http://schemas.microsoft.com/office/drawing/2014/main" id="{334025BC-079F-EA86-F798-CAD6618E645E}"/>
              </a:ext>
            </a:extLst>
          </p:cNvPr>
          <p:cNvSpPr>
            <a:spLocks xmlns:a="http://schemas.openxmlformats.org/drawingml/2006/main" noGrp="1"/>
          </p:cNvSpPr>
          <p:nvPr>
            <p:ph idx="13"/>
          </p:nvPr>
        </p:nvSpPr>
        <p:spPr>
          <a:xfrm xmlns:a="http://schemas.openxmlformats.org/drawingml/2006/main">
            <a:off x="6661947" y="2281473"/>
            <a:ext cx="4928391"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1A8EB3F3-676A-79F6-8987-44C3A32E0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0781C7B-B9B0-440A-BFF2-8B7F93139CBD}"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A0C791DF-47D1-0444-64B4-28EE4F11BC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F9FF0802-1CA1-C7EA-0195-64C787BCB7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25.xml><?xml version="1.0" encoding="utf-8"?>
<p:sldLayout xmlns:p="http://schemas.openxmlformats.org/presentationml/2006/main" preserve="1" userDrawn="1">
  <p:cSld name="Comparison, teal">
    <p:bg>
      <p:bgPr>
        <a:solidFill xmlns:a="http://schemas.openxmlformats.org/drawingml/2006/main">
          <a:srgbClr val="B2E0E0"/>
        </a:solidFill>
      </p:bgPr>
    </p:bg>
    <p:spTree>
      <p:nvGrpSpPr>
        <p:cNvPr id="1" name=""/>
        <p:cNvGrpSpPr/>
        <p:nvPr/>
      </p:nvGrpSpPr>
      <p:grpSpPr>
        <a:xfrm xmlns:a="http://schemas.openxmlformats.org/drawingml/2006/main"/>
      </p:grpSpPr>
      <p:sp>
        <p:nvSpPr>
          <p:cNvPr id="12" name="Rektangel 11">
            <a:extLst xmlns:a="http://schemas.openxmlformats.org/drawingml/2006/main">
              <a:ext uri="{FF2B5EF4-FFF2-40B4-BE49-F238E27FC236}">
                <a16:creationId xmlns:a16="http://schemas.microsoft.com/office/drawing/2014/main" id="{D397E574-764C-83EF-BF38-E62B63590B0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Bild 6">
            <a:extLst xmlns:a="http://schemas.openxmlformats.org/drawingml/2006/main">
              <a:ext uri="{FF2B5EF4-FFF2-40B4-BE49-F238E27FC236}">
                <a16:creationId xmlns:a16="http://schemas.microsoft.com/office/drawing/2014/main" id="{DEBEE56B-0EC3-46D2-A40D-FF0EFB4A68D3}"/>
              </a:ext>
            </a:extLst>
          </p:cNvPr>
          <p:cNvPicPr>
            <a:picLocks xmlns:a="http://schemas.openxmlformats.org/drawingml/2006/main" noChangeAspect="1"/>
          </p:cNvPicPr>
          <p:nvPr/>
        </p:nvPicPr>
        <p:blipFill>
          <a:blip xmlns:r="http://schemas.openxmlformats.org/officeDocument/2006/relationships" xmlns:a="http://schemas.openxmlformats.org/drawingml/2006/main" r:embed="R22cedc6847ef4e0f">
            <a:extLst>
              <a:ext uri="{96DAC541-7B7A-43D3-8B79-37D633B846F1}">
                <asvg:svgBlip xmlns:asvg="http://schemas.microsoft.com/office/drawing/2016/SVG/main" r:embed="R0324bb8bd23f47ec"/>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
        <p:nvSpPr>
          <p:cNvPr id="14" name="Rubrik 1">
            <a:extLst xmlns:a="http://schemas.openxmlformats.org/drawingml/2006/main">
              <a:ext uri="{FF2B5EF4-FFF2-40B4-BE49-F238E27FC236}">
                <a16:creationId xmlns:a16="http://schemas.microsoft.com/office/drawing/2014/main" id="{E1E07B9C-02BD-AC56-ABC5-455CEBB24ACF}"/>
              </a:ext>
            </a:extLst>
          </p:cNvPr>
          <p:cNvSpPr>
            <a:spLocks xmlns:a="http://schemas.openxmlformats.org/drawingml/2006/main" noGrp="1"/>
          </p:cNvSpPr>
          <p:nvPr>
            <p:ph type="title" idx="0"/>
          </p:nvPr>
        </p:nvSpPr>
        <p:spPr>
          <a:xfrm xmlns:a="http://schemas.openxmlformats.org/drawingml/2006/main">
            <a:off x="600076" y="1095632"/>
            <a:ext cx="4929982" cy="977612"/>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1" name="Platshållare för innehåll 1">
            <a:extLst xmlns:a="http://schemas.openxmlformats.org/drawingml/2006/main">
              <a:ext uri="{FF2B5EF4-FFF2-40B4-BE49-F238E27FC236}">
                <a16:creationId xmlns:a16="http://schemas.microsoft.com/office/drawing/2014/main" id="{22D67319-CD30-B99B-C636-4905BD0CE9D9}"/>
              </a:ext>
            </a:extLst>
          </p:cNvPr>
          <p:cNvSpPr>
            <a:spLocks xmlns:a="http://schemas.openxmlformats.org/drawingml/2006/main" noGrp="1"/>
          </p:cNvSpPr>
          <p:nvPr>
            <p:ph idx="1"/>
          </p:nvPr>
        </p:nvSpPr>
        <p:spPr>
          <a:xfrm xmlns:a="http://schemas.openxmlformats.org/drawingml/2006/main">
            <a:off x="600075" y="2281473"/>
            <a:ext cx="4929982"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Rubrik 2">
            <a:extLst xmlns:a="http://schemas.openxmlformats.org/drawingml/2006/main">
              <a:ext uri="{FF2B5EF4-FFF2-40B4-BE49-F238E27FC236}">
                <a16:creationId xmlns:a16="http://schemas.microsoft.com/office/drawing/2014/main" id="{FE151B58-3B63-330E-7BE5-9A36F8D82000}"/>
              </a:ext>
            </a:extLst>
          </p:cNvPr>
          <p:cNvSpPr>
            <a:spLocks xmlns:a="http://schemas.openxmlformats.org/drawingml/2006/main" noGrp="1"/>
          </p:cNvSpPr>
          <p:nvPr>
            <p:ph type="body" idx="14"/>
          </p:nvPr>
        </p:nvSpPr>
        <p:spPr>
          <a:xfrm xmlns:a="http://schemas.openxmlformats.org/drawingml/2006/main">
            <a:off x="6660356" y="1095632"/>
            <a:ext cx="4928392" cy="977612"/>
          </a:xfrm>
        </p:spPr>
        <p:txBody>
          <a:bodyPr xmlns:a="http://schemas.openxmlformats.org/drawingml/2006/main" tIns="108000" anchor="t">
            <a:noAutofit/>
          </a:bodyPr>
          <a:lstStyle xmlns:a="http://schemas.openxmlformats.org/drawingml/2006/main">
            <a:lvl1pPr marL="0" indent="0">
              <a:lnSpc>
                <a:spcPct val="90000"/>
              </a:lnSpc>
              <a:buNone/>
              <a:defRPr sz="3600" b="1">
                <a:solidFill>
                  <a:schemeClr val="tx2"/>
                </a:solidFill>
                <a:latin typeface="+mj-lt"/>
                <a:ea typeface="+mj-lt"/>
                <a:cs typeface="+mj-lt"/>
              </a:defRPr>
            </a:lvl1pPr>
            <a:lvl2pPr marL="457200" indent="0">
              <a:buNone/>
              <a:defRPr>
                <a:solidFill>
                  <a:schemeClr val="tx2"/>
                </a:solidFill>
                <a:latin typeface="+mj-lt"/>
                <a:ea typeface="+mj-lt"/>
                <a:cs typeface="+mj-lt"/>
              </a:defRPr>
            </a:lvl2pPr>
            <a:lvl3pPr marL="914400" indent="0">
              <a:buNone/>
              <a:defRPr>
                <a:solidFill>
                  <a:schemeClr val="tx2"/>
                </a:solidFill>
                <a:latin typeface="+mj-lt"/>
                <a:ea typeface="+mj-lt"/>
                <a:cs typeface="+mj-lt"/>
              </a:defRPr>
            </a:lvl3pPr>
            <a:lvl4pPr marL="1371600" indent="0">
              <a:buNone/>
              <a:defRPr>
                <a:solidFill>
                  <a:schemeClr val="tx2"/>
                </a:solidFill>
                <a:latin typeface="+mj-lt"/>
                <a:ea typeface="+mj-lt"/>
                <a:cs typeface="+mj-lt"/>
              </a:defRPr>
            </a:lvl4pPr>
            <a:lvl5pPr marL="1828800" indent="0">
              <a:buNone/>
              <a:defRPr>
                <a:solidFill>
                  <a:schemeClr val="tx2"/>
                </a:solidFill>
                <a:latin typeface="+mj-lt"/>
                <a:ea typeface="+mj-lt"/>
                <a:cs typeface="+mj-lt"/>
              </a:defRPr>
            </a:lvl5pPr>
          </a:lstStyle>
          <a:p xmlns:a="http://schemas.openxmlformats.org/drawingml/2006/main">
            <a:pPr lvl="0">
              <a:buNone/>
            </a:pPr>
            <a:r>
              <a:t>Edit Master text styles</a:t>
            </a:r>
          </a:p>
        </p:txBody>
      </p:sp>
      <p:sp>
        <p:nvSpPr>
          <p:cNvPr id="10" name="Platshållare för innehåll 2">
            <a:extLst xmlns:a="http://schemas.openxmlformats.org/drawingml/2006/main">
              <a:ext uri="{FF2B5EF4-FFF2-40B4-BE49-F238E27FC236}">
                <a16:creationId xmlns:a16="http://schemas.microsoft.com/office/drawing/2014/main" id="{1BA7EFEF-D6C1-C9F7-8504-107188FC0566}"/>
              </a:ext>
            </a:extLst>
          </p:cNvPr>
          <p:cNvSpPr>
            <a:spLocks xmlns:a="http://schemas.openxmlformats.org/drawingml/2006/main" noGrp="1"/>
          </p:cNvSpPr>
          <p:nvPr>
            <p:ph idx="13"/>
          </p:nvPr>
        </p:nvSpPr>
        <p:spPr>
          <a:xfrm xmlns:a="http://schemas.openxmlformats.org/drawingml/2006/main">
            <a:off x="6661947" y="2281473"/>
            <a:ext cx="4928391"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1A8EB3F3-676A-79F6-8987-44C3A32E0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EFEDA95-5AD1-4EEA-9AA8-5CCBD54C0EFA}"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A0C791DF-47D1-0444-64B4-28EE4F11BC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F9FF0802-1CA1-C7EA-0195-64C787BCB7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26.xml><?xml version="1.0" encoding="utf-8"?>
<p:sldLayout xmlns:p="http://schemas.openxmlformats.org/presentationml/2006/main" preserve="1" userDrawn="1">
  <p:cSld name="Comparison, red">
    <p:bg>
      <p:bgPr>
        <a:solidFill xmlns:a="http://schemas.openxmlformats.org/drawingml/2006/main">
          <a:srgbClr val="FFCCC4"/>
        </a:solidFill>
      </p:bgPr>
    </p:bg>
    <p:spTree>
      <p:nvGrpSpPr>
        <p:cNvPr id="1" name=""/>
        <p:cNvGrpSpPr/>
        <p:nvPr/>
      </p:nvGrpSpPr>
      <p:grpSpPr>
        <a:xfrm xmlns:a="http://schemas.openxmlformats.org/drawingml/2006/main"/>
      </p:grpSpPr>
      <p:sp>
        <p:nvSpPr>
          <p:cNvPr id="12" name="Rektangel 11">
            <a:extLst xmlns:a="http://schemas.openxmlformats.org/drawingml/2006/main">
              <a:ext uri="{FF2B5EF4-FFF2-40B4-BE49-F238E27FC236}">
                <a16:creationId xmlns:a16="http://schemas.microsoft.com/office/drawing/2014/main" id="{D397E574-764C-83EF-BF38-E62B63590B0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Bild 6">
            <a:extLst xmlns:a="http://schemas.openxmlformats.org/drawingml/2006/main">
              <a:ext uri="{FF2B5EF4-FFF2-40B4-BE49-F238E27FC236}">
                <a16:creationId xmlns:a16="http://schemas.microsoft.com/office/drawing/2014/main" id="{9C92E3B4-F7B6-4D5E-8512-2FAFCF8D1CAF}"/>
              </a:ext>
            </a:extLst>
          </p:cNvPr>
          <p:cNvPicPr>
            <a:picLocks xmlns:a="http://schemas.openxmlformats.org/drawingml/2006/main" noChangeAspect="1"/>
          </p:cNvPicPr>
          <p:nvPr/>
        </p:nvPicPr>
        <p:blipFill>
          <a:blip xmlns:r="http://schemas.openxmlformats.org/officeDocument/2006/relationships" xmlns:a="http://schemas.openxmlformats.org/drawingml/2006/main" r:embed="R587a5a28f190444b">
            <a:extLst>
              <a:ext uri="{96DAC541-7B7A-43D3-8B79-37D633B846F1}">
                <asvg:svgBlip xmlns:asvg="http://schemas.microsoft.com/office/drawing/2016/SVG/main" r:embed="R84fd8caa9a6d48a2"/>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
        <p:nvSpPr>
          <p:cNvPr id="14" name="Rubrik 1">
            <a:extLst xmlns:a="http://schemas.openxmlformats.org/drawingml/2006/main">
              <a:ext uri="{FF2B5EF4-FFF2-40B4-BE49-F238E27FC236}">
                <a16:creationId xmlns:a16="http://schemas.microsoft.com/office/drawing/2014/main" id="{214F56B9-DEF6-409D-736C-E96172170452}"/>
              </a:ext>
            </a:extLst>
          </p:cNvPr>
          <p:cNvSpPr>
            <a:spLocks xmlns:a="http://schemas.openxmlformats.org/drawingml/2006/main" noGrp="1"/>
          </p:cNvSpPr>
          <p:nvPr>
            <p:ph type="title" idx="0"/>
          </p:nvPr>
        </p:nvSpPr>
        <p:spPr>
          <a:xfrm xmlns:a="http://schemas.openxmlformats.org/drawingml/2006/main">
            <a:off x="600076" y="1095632"/>
            <a:ext cx="4929982" cy="977612"/>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1" name="Platshållare för innehåll 1">
            <a:extLst xmlns:a="http://schemas.openxmlformats.org/drawingml/2006/main">
              <a:ext uri="{FF2B5EF4-FFF2-40B4-BE49-F238E27FC236}">
                <a16:creationId xmlns:a16="http://schemas.microsoft.com/office/drawing/2014/main" id="{C0ECC4A3-C076-B625-7E77-9DE3F047B9BB}"/>
              </a:ext>
            </a:extLst>
          </p:cNvPr>
          <p:cNvSpPr>
            <a:spLocks xmlns:a="http://schemas.openxmlformats.org/drawingml/2006/main" noGrp="1"/>
          </p:cNvSpPr>
          <p:nvPr>
            <p:ph idx="1"/>
          </p:nvPr>
        </p:nvSpPr>
        <p:spPr>
          <a:xfrm xmlns:a="http://schemas.openxmlformats.org/drawingml/2006/main">
            <a:off x="600075" y="2281473"/>
            <a:ext cx="4929982"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Rubrik 2">
            <a:extLst xmlns:a="http://schemas.openxmlformats.org/drawingml/2006/main">
              <a:ext uri="{FF2B5EF4-FFF2-40B4-BE49-F238E27FC236}">
                <a16:creationId xmlns:a16="http://schemas.microsoft.com/office/drawing/2014/main" id="{0A9AF8D0-B58B-0439-D162-96136F7DA0C7}"/>
              </a:ext>
            </a:extLst>
          </p:cNvPr>
          <p:cNvSpPr>
            <a:spLocks xmlns:a="http://schemas.openxmlformats.org/drawingml/2006/main" noGrp="1"/>
          </p:cNvSpPr>
          <p:nvPr>
            <p:ph type="body" idx="14"/>
          </p:nvPr>
        </p:nvSpPr>
        <p:spPr>
          <a:xfrm xmlns:a="http://schemas.openxmlformats.org/drawingml/2006/main">
            <a:off x="6660356" y="1095632"/>
            <a:ext cx="4928392" cy="977612"/>
          </a:xfrm>
        </p:spPr>
        <p:txBody>
          <a:bodyPr xmlns:a="http://schemas.openxmlformats.org/drawingml/2006/main" tIns="108000" anchor="t">
            <a:noAutofit/>
          </a:bodyPr>
          <a:lstStyle xmlns:a="http://schemas.openxmlformats.org/drawingml/2006/main">
            <a:lvl1pPr marL="0" indent="0">
              <a:lnSpc>
                <a:spcPct val="90000"/>
              </a:lnSpc>
              <a:buNone/>
              <a:defRPr sz="3600" b="1">
                <a:solidFill>
                  <a:schemeClr val="tx2"/>
                </a:solidFill>
                <a:latin typeface="+mj-lt"/>
                <a:ea typeface="+mj-lt"/>
                <a:cs typeface="+mj-lt"/>
              </a:defRPr>
            </a:lvl1pPr>
            <a:lvl2pPr marL="457200" indent="0">
              <a:buNone/>
              <a:defRPr>
                <a:solidFill>
                  <a:schemeClr val="tx2"/>
                </a:solidFill>
                <a:latin typeface="+mj-lt"/>
                <a:ea typeface="+mj-lt"/>
                <a:cs typeface="+mj-lt"/>
              </a:defRPr>
            </a:lvl2pPr>
            <a:lvl3pPr marL="914400" indent="0">
              <a:buNone/>
              <a:defRPr>
                <a:solidFill>
                  <a:schemeClr val="tx2"/>
                </a:solidFill>
                <a:latin typeface="+mj-lt"/>
                <a:ea typeface="+mj-lt"/>
                <a:cs typeface="+mj-lt"/>
              </a:defRPr>
            </a:lvl3pPr>
            <a:lvl4pPr marL="1371600" indent="0">
              <a:buNone/>
              <a:defRPr>
                <a:solidFill>
                  <a:schemeClr val="tx2"/>
                </a:solidFill>
                <a:latin typeface="+mj-lt"/>
                <a:ea typeface="+mj-lt"/>
                <a:cs typeface="+mj-lt"/>
              </a:defRPr>
            </a:lvl4pPr>
            <a:lvl5pPr marL="1828800" indent="0">
              <a:buNone/>
              <a:defRPr>
                <a:solidFill>
                  <a:schemeClr val="tx2"/>
                </a:solidFill>
                <a:latin typeface="+mj-lt"/>
                <a:ea typeface="+mj-lt"/>
                <a:cs typeface="+mj-lt"/>
              </a:defRPr>
            </a:lvl5pPr>
          </a:lstStyle>
          <a:p xmlns:a="http://schemas.openxmlformats.org/drawingml/2006/main">
            <a:pPr lvl="0">
              <a:buNone/>
            </a:pPr>
            <a:r>
              <a:t>Edit Master text styles</a:t>
            </a:r>
          </a:p>
        </p:txBody>
      </p:sp>
      <p:sp>
        <p:nvSpPr>
          <p:cNvPr id="10" name="Platshållare för innehåll 2">
            <a:extLst xmlns:a="http://schemas.openxmlformats.org/drawingml/2006/main">
              <a:ext uri="{FF2B5EF4-FFF2-40B4-BE49-F238E27FC236}">
                <a16:creationId xmlns:a16="http://schemas.microsoft.com/office/drawing/2014/main" id="{BC163C54-5959-5606-C36B-9E364C931E73}"/>
              </a:ext>
            </a:extLst>
          </p:cNvPr>
          <p:cNvSpPr>
            <a:spLocks xmlns:a="http://schemas.openxmlformats.org/drawingml/2006/main" noGrp="1"/>
          </p:cNvSpPr>
          <p:nvPr>
            <p:ph idx="13"/>
          </p:nvPr>
        </p:nvSpPr>
        <p:spPr>
          <a:xfrm xmlns:a="http://schemas.openxmlformats.org/drawingml/2006/main">
            <a:off x="6661947" y="2281473"/>
            <a:ext cx="4928391"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1A8EB3F3-676A-79F6-8987-44C3A32E0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4E23CE-131B-42FC-B110-B8CD74D67A5C}"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A0C791DF-47D1-0444-64B4-28EE4F11BC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F9FF0802-1CA1-C7EA-0195-64C787BCB7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27.xml><?xml version="1.0" encoding="utf-8"?>
<p:sldLayout xmlns:p="http://schemas.openxmlformats.org/presentationml/2006/main" preserve="1" userDrawn="1">
  <p:cSld name="Comparison, yellow">
    <p:bg>
      <p:bgPr>
        <a:solidFill xmlns:a="http://schemas.openxmlformats.org/drawingml/2006/main">
          <a:srgbClr val="FFF0B0"/>
        </a:solidFill>
      </p:bgPr>
    </p:bg>
    <p:spTree>
      <p:nvGrpSpPr>
        <p:cNvPr id="1" name=""/>
        <p:cNvGrpSpPr/>
        <p:nvPr/>
      </p:nvGrpSpPr>
      <p:grpSpPr>
        <a:xfrm xmlns:a="http://schemas.openxmlformats.org/drawingml/2006/main"/>
      </p:grpSpPr>
      <p:sp>
        <p:nvSpPr>
          <p:cNvPr id="12" name="Rektangel 11">
            <a:extLst xmlns:a="http://schemas.openxmlformats.org/drawingml/2006/main">
              <a:ext uri="{FF2B5EF4-FFF2-40B4-BE49-F238E27FC236}">
                <a16:creationId xmlns:a16="http://schemas.microsoft.com/office/drawing/2014/main" id="{D397E574-764C-83EF-BF38-E62B63590B09}"/>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Bild 6">
            <a:extLst xmlns:a="http://schemas.openxmlformats.org/drawingml/2006/main">
              <a:ext uri="{FF2B5EF4-FFF2-40B4-BE49-F238E27FC236}">
                <a16:creationId xmlns:a16="http://schemas.microsoft.com/office/drawing/2014/main" id="{C3A0CC14-1342-4E25-9179-7A30D359F56A}"/>
              </a:ext>
            </a:extLst>
          </p:cNvPr>
          <p:cNvPicPr>
            <a:picLocks xmlns:a="http://schemas.openxmlformats.org/drawingml/2006/main" noChangeAspect="1"/>
          </p:cNvPicPr>
          <p:nvPr/>
        </p:nvPicPr>
        <p:blipFill>
          <a:blip xmlns:r="http://schemas.openxmlformats.org/officeDocument/2006/relationships" xmlns:a="http://schemas.openxmlformats.org/drawingml/2006/main" r:embed="Rd0a36e2d51384c0a">
            <a:extLst>
              <a:ext uri="{96DAC541-7B7A-43D3-8B79-37D633B846F1}">
                <asvg:svgBlip xmlns:asvg="http://schemas.microsoft.com/office/drawing/2016/SVG/main" r:embed="R5a62230a792c445a"/>
              </a:ext>
            </a:extLst>
          </a:blip>
          <a:stretch xmlns:a="http://schemas.openxmlformats.org/drawingml/2006/main">
            <a:fillRect l="0" t="0" r="0" b="0"/>
          </a:stretch>
        </p:blipFill>
        <p:spPr>
          <a:xfrm xmlns:a="http://schemas.openxmlformats.org/drawingml/2006/main">
            <a:off x="182681" y="164553"/>
            <a:ext cx="648592" cy="725806"/>
          </a:xfrm>
          <a:prstGeom xmlns:a="http://schemas.openxmlformats.org/drawingml/2006/main" prst="rect">
            <a:avLst/>
          </a:prstGeom>
        </p:spPr>
      </p:pic>
      <p:sp>
        <p:nvSpPr>
          <p:cNvPr id="14" name="Rubrik 1">
            <a:extLst xmlns:a="http://schemas.openxmlformats.org/drawingml/2006/main">
              <a:ext uri="{FF2B5EF4-FFF2-40B4-BE49-F238E27FC236}">
                <a16:creationId xmlns:a16="http://schemas.microsoft.com/office/drawing/2014/main" id="{F9485CCE-1723-48F8-36F7-B271C8911C85}"/>
              </a:ext>
            </a:extLst>
          </p:cNvPr>
          <p:cNvSpPr>
            <a:spLocks xmlns:a="http://schemas.openxmlformats.org/drawingml/2006/main" noGrp="1"/>
          </p:cNvSpPr>
          <p:nvPr>
            <p:ph type="title" idx="0"/>
          </p:nvPr>
        </p:nvSpPr>
        <p:spPr>
          <a:xfrm xmlns:a="http://schemas.openxmlformats.org/drawingml/2006/main">
            <a:off x="600076" y="1095632"/>
            <a:ext cx="4929982" cy="977612"/>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11" name="Platshållare för innehåll 1">
            <a:extLst xmlns:a="http://schemas.openxmlformats.org/drawingml/2006/main">
              <a:ext uri="{FF2B5EF4-FFF2-40B4-BE49-F238E27FC236}">
                <a16:creationId xmlns:a16="http://schemas.microsoft.com/office/drawing/2014/main" id="{020AD7BA-30E7-614D-F529-872AA9BB7A1A}"/>
              </a:ext>
            </a:extLst>
          </p:cNvPr>
          <p:cNvSpPr>
            <a:spLocks xmlns:a="http://schemas.openxmlformats.org/drawingml/2006/main" noGrp="1"/>
          </p:cNvSpPr>
          <p:nvPr>
            <p:ph idx="1"/>
          </p:nvPr>
        </p:nvSpPr>
        <p:spPr>
          <a:xfrm xmlns:a="http://schemas.openxmlformats.org/drawingml/2006/main">
            <a:off x="600075" y="2281473"/>
            <a:ext cx="4929982"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Rubrik 2">
            <a:extLst xmlns:a="http://schemas.openxmlformats.org/drawingml/2006/main">
              <a:ext uri="{FF2B5EF4-FFF2-40B4-BE49-F238E27FC236}">
                <a16:creationId xmlns:a16="http://schemas.microsoft.com/office/drawing/2014/main" id="{976FF026-F97C-9444-5B6A-C4AF50690ADD}"/>
              </a:ext>
            </a:extLst>
          </p:cNvPr>
          <p:cNvSpPr>
            <a:spLocks xmlns:a="http://schemas.openxmlformats.org/drawingml/2006/main" noGrp="1"/>
          </p:cNvSpPr>
          <p:nvPr>
            <p:ph type="body" idx="14"/>
          </p:nvPr>
        </p:nvSpPr>
        <p:spPr>
          <a:xfrm xmlns:a="http://schemas.openxmlformats.org/drawingml/2006/main">
            <a:off x="6660356" y="1095632"/>
            <a:ext cx="4928392" cy="977612"/>
          </a:xfrm>
        </p:spPr>
        <p:txBody>
          <a:bodyPr xmlns:a="http://schemas.openxmlformats.org/drawingml/2006/main" tIns="108000" anchor="t">
            <a:noAutofit/>
          </a:bodyPr>
          <a:lstStyle xmlns:a="http://schemas.openxmlformats.org/drawingml/2006/main">
            <a:lvl1pPr marL="0" indent="0">
              <a:lnSpc>
                <a:spcPct val="90000"/>
              </a:lnSpc>
              <a:buNone/>
              <a:defRPr sz="3600" b="1">
                <a:solidFill>
                  <a:schemeClr val="tx2"/>
                </a:solidFill>
                <a:latin typeface="+mj-lt"/>
                <a:ea typeface="+mj-lt"/>
                <a:cs typeface="+mj-lt"/>
              </a:defRPr>
            </a:lvl1pPr>
            <a:lvl2pPr marL="457200" indent="0">
              <a:buNone/>
              <a:defRPr>
                <a:solidFill>
                  <a:schemeClr val="tx2"/>
                </a:solidFill>
                <a:latin typeface="+mj-lt"/>
                <a:ea typeface="+mj-lt"/>
                <a:cs typeface="+mj-lt"/>
              </a:defRPr>
            </a:lvl2pPr>
            <a:lvl3pPr marL="914400" indent="0">
              <a:buNone/>
              <a:defRPr>
                <a:solidFill>
                  <a:schemeClr val="tx2"/>
                </a:solidFill>
                <a:latin typeface="+mj-lt"/>
                <a:ea typeface="+mj-lt"/>
                <a:cs typeface="+mj-lt"/>
              </a:defRPr>
            </a:lvl3pPr>
            <a:lvl4pPr marL="1371600" indent="0">
              <a:buNone/>
              <a:defRPr>
                <a:solidFill>
                  <a:schemeClr val="tx2"/>
                </a:solidFill>
                <a:latin typeface="+mj-lt"/>
                <a:ea typeface="+mj-lt"/>
                <a:cs typeface="+mj-lt"/>
              </a:defRPr>
            </a:lvl4pPr>
            <a:lvl5pPr marL="1828800" indent="0">
              <a:buNone/>
              <a:defRPr>
                <a:solidFill>
                  <a:schemeClr val="tx2"/>
                </a:solidFill>
                <a:latin typeface="+mj-lt"/>
                <a:ea typeface="+mj-lt"/>
                <a:cs typeface="+mj-lt"/>
              </a:defRPr>
            </a:lvl5pPr>
          </a:lstStyle>
          <a:p xmlns:a="http://schemas.openxmlformats.org/drawingml/2006/main">
            <a:pPr lvl="0">
              <a:buNone/>
            </a:pPr>
            <a:r>
              <a:t>Edit Master text styles</a:t>
            </a:r>
          </a:p>
        </p:txBody>
      </p:sp>
      <p:sp>
        <p:nvSpPr>
          <p:cNvPr id="10" name="Platshållare för innehåll 2">
            <a:extLst xmlns:a="http://schemas.openxmlformats.org/drawingml/2006/main">
              <a:ext uri="{FF2B5EF4-FFF2-40B4-BE49-F238E27FC236}">
                <a16:creationId xmlns:a16="http://schemas.microsoft.com/office/drawing/2014/main" id="{93803107-D46C-D12D-AAD7-E84641384E1F}"/>
              </a:ext>
            </a:extLst>
          </p:cNvPr>
          <p:cNvSpPr>
            <a:spLocks xmlns:a="http://schemas.openxmlformats.org/drawingml/2006/main" noGrp="1"/>
          </p:cNvSpPr>
          <p:nvPr>
            <p:ph idx="13"/>
          </p:nvPr>
        </p:nvSpPr>
        <p:spPr>
          <a:xfrm xmlns:a="http://schemas.openxmlformats.org/drawingml/2006/main">
            <a:off x="6661947" y="2281473"/>
            <a:ext cx="4928391" cy="4046300"/>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1A8EB3F3-676A-79F6-8987-44C3A32E04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DB3B853-813B-4721-86DC-D9C1B568A0C8}"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A0C791DF-47D1-0444-64B4-28EE4F11BC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F9FF0802-1CA1-C7EA-0195-64C787BCB7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28.xml><?xml version="1.0" encoding="utf-8"?>
<p:sldLayout xmlns:p="http://schemas.openxmlformats.org/presentationml/2006/main" preserve="1" userDrawn="1">
  <p:cSld name="Headline and 1 image">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6EAA9509-04AF-A771-D4EB-D92258F2A7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6" name="Platshållare för bild 2">
            <a:extLst xmlns:a="http://schemas.openxmlformats.org/drawingml/2006/main">
              <a:ext uri="{FF2B5EF4-FFF2-40B4-BE49-F238E27FC236}">
                <a16:creationId xmlns:a16="http://schemas.microsoft.com/office/drawing/2014/main" id="{419479CD-E7B7-E759-7ABC-5CD5CC7C7450}"/>
              </a:ext>
            </a:extLst>
          </p:cNvPr>
          <p:cNvSpPr>
            <a:spLocks xmlns:a="http://schemas.openxmlformats.org/drawingml/2006/main" noGrp="1"/>
          </p:cNvSpPr>
          <p:nvPr>
            <p:ph type="pic" idx="13" hasCustomPrompt="1"/>
          </p:nvPr>
        </p:nvSpPr>
        <p:spPr>
          <a:xfrm xmlns:a="http://schemas.openxmlformats.org/drawingml/2006/main">
            <a:off x="600074" y="1919288"/>
            <a:ext cx="10990263" cy="4408487"/>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3" name="Platshållare för datum 2">
            <a:extLst xmlns:a="http://schemas.openxmlformats.org/drawingml/2006/main">
              <a:ext uri="{FF2B5EF4-FFF2-40B4-BE49-F238E27FC236}">
                <a16:creationId xmlns:a16="http://schemas.microsoft.com/office/drawing/2014/main" id="{9E441D1D-F64B-D03C-6A3E-4332F53C56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406A46-2EC7-4538-9AE4-2A1A1DB8D797}"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D6B063F1-EBFF-649E-5CFE-AC74796105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BDA80FCC-5A03-2568-468F-2FC65324A4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29.xml><?xml version="1.0" encoding="utf-8"?>
<p:sldLayout xmlns:p="http://schemas.openxmlformats.org/presentationml/2006/main" preserve="1" userDrawn="1">
  <p:cSld name="Headline and 2 images">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6EAA9509-04AF-A771-D4EB-D92258F2A7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6" name="Platshållare för bild 2">
            <a:extLst xmlns:a="http://schemas.openxmlformats.org/drawingml/2006/main">
              <a:ext uri="{FF2B5EF4-FFF2-40B4-BE49-F238E27FC236}">
                <a16:creationId xmlns:a16="http://schemas.microsoft.com/office/drawing/2014/main" id="{419479CD-E7B7-E759-7ABC-5CD5CC7C7450}"/>
              </a:ext>
            </a:extLst>
          </p:cNvPr>
          <p:cNvSpPr>
            <a:spLocks xmlns:a="http://schemas.openxmlformats.org/drawingml/2006/main" noGrp="1"/>
          </p:cNvSpPr>
          <p:nvPr>
            <p:ph type="pic" idx="13" hasCustomPrompt="1"/>
          </p:nvPr>
        </p:nvSpPr>
        <p:spPr>
          <a:xfrm xmlns:a="http://schemas.openxmlformats.org/drawingml/2006/main">
            <a:off x="600075" y="1919288"/>
            <a:ext cx="5314950" cy="4408487"/>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7" name="Platshållare för bild 3">
            <a:extLst xmlns:a="http://schemas.openxmlformats.org/drawingml/2006/main">
              <a:ext uri="{FF2B5EF4-FFF2-40B4-BE49-F238E27FC236}">
                <a16:creationId xmlns:a16="http://schemas.microsoft.com/office/drawing/2014/main" id="{10E5EDDF-D49C-48DD-C908-7043750473EF}"/>
              </a:ext>
            </a:extLst>
          </p:cNvPr>
          <p:cNvSpPr>
            <a:spLocks xmlns:a="http://schemas.openxmlformats.org/drawingml/2006/main" noGrp="1"/>
          </p:cNvSpPr>
          <p:nvPr>
            <p:ph type="pic" idx="14" hasCustomPrompt="1"/>
          </p:nvPr>
        </p:nvSpPr>
        <p:spPr>
          <a:xfrm xmlns:a="http://schemas.openxmlformats.org/drawingml/2006/main">
            <a:off x="6273800" y="1919288"/>
            <a:ext cx="5314950" cy="4408487"/>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3" name="Platshållare för datum 2">
            <a:extLst xmlns:a="http://schemas.openxmlformats.org/drawingml/2006/main">
              <a:ext uri="{FF2B5EF4-FFF2-40B4-BE49-F238E27FC236}">
                <a16:creationId xmlns:a16="http://schemas.microsoft.com/office/drawing/2014/main" id="{9E441D1D-F64B-D03C-6A3E-4332F53C56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7D5000A-88FA-4F96-9988-9CEFFAD1CC25}"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D6B063F1-EBFF-649E-5CFE-AC74796105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BDA80FCC-5A03-2568-468F-2FC65324A4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30.xml><?xml version="1.0" encoding="utf-8"?>
<p:sldLayout xmlns:p="http://schemas.openxmlformats.org/presentationml/2006/main" preserve="1" userDrawn="1">
  <p:cSld name="Headline and 2 images, text">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6EAA9509-04AF-A771-D4EB-D92258F2A7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6" name="Platshållare för bild 2">
            <a:extLst xmlns:a="http://schemas.openxmlformats.org/drawingml/2006/main">
              <a:ext uri="{FF2B5EF4-FFF2-40B4-BE49-F238E27FC236}">
                <a16:creationId xmlns:a16="http://schemas.microsoft.com/office/drawing/2014/main" id="{419479CD-E7B7-E759-7ABC-5CD5CC7C7450}"/>
              </a:ext>
            </a:extLst>
          </p:cNvPr>
          <p:cNvSpPr>
            <a:spLocks xmlns:a="http://schemas.openxmlformats.org/drawingml/2006/main" noGrp="1"/>
          </p:cNvSpPr>
          <p:nvPr>
            <p:ph type="pic" idx="13" hasCustomPrompt="1"/>
          </p:nvPr>
        </p:nvSpPr>
        <p:spPr>
          <a:xfrm xmlns:a="http://schemas.openxmlformats.org/drawingml/2006/main">
            <a:off x="600075" y="1919288"/>
            <a:ext cx="5314950" cy="3092979"/>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9" name="Platshållare för text 2">
            <a:extLst xmlns:a="http://schemas.openxmlformats.org/drawingml/2006/main">
              <a:ext uri="{FF2B5EF4-FFF2-40B4-BE49-F238E27FC236}">
                <a16:creationId xmlns:a16="http://schemas.microsoft.com/office/drawing/2014/main" id="{BC674729-23CB-CE55-418D-9B4DA58EC148}"/>
              </a:ext>
            </a:extLst>
          </p:cNvPr>
          <p:cNvSpPr>
            <a:spLocks xmlns:a="http://schemas.openxmlformats.org/drawingml/2006/main" noGrp="1"/>
          </p:cNvSpPr>
          <p:nvPr>
            <p:ph type="body" idx="16"/>
          </p:nvPr>
        </p:nvSpPr>
        <p:spPr>
          <a:xfrm xmlns:a="http://schemas.openxmlformats.org/drawingml/2006/main">
            <a:off x="600075" y="5226050"/>
            <a:ext cx="5314950" cy="1101725"/>
          </a:xfrm>
        </p:spPr>
        <p:txBody>
          <a:bodyPr xmlns:a="http://schemas.openxmlformats.org/drawingml/2006/main"/>
          <a:lstStyle xmlns:a="http://schemas.openxmlformats.org/drawingml/2006/main">
            <a:lvl1pPr marL="0" indent="0">
              <a:buNone/>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Platshållare för bild 3">
            <a:extLst xmlns:a="http://schemas.openxmlformats.org/drawingml/2006/main">
              <a:ext uri="{FF2B5EF4-FFF2-40B4-BE49-F238E27FC236}">
                <a16:creationId xmlns:a16="http://schemas.microsoft.com/office/drawing/2014/main" id="{10E5EDDF-D49C-48DD-C908-7043750473EF}"/>
              </a:ext>
            </a:extLst>
          </p:cNvPr>
          <p:cNvSpPr>
            <a:spLocks xmlns:a="http://schemas.openxmlformats.org/drawingml/2006/main" noGrp="1"/>
          </p:cNvSpPr>
          <p:nvPr>
            <p:ph type="pic" idx="14" hasCustomPrompt="1"/>
          </p:nvPr>
        </p:nvSpPr>
        <p:spPr>
          <a:xfrm xmlns:a="http://schemas.openxmlformats.org/drawingml/2006/main">
            <a:off x="6273800" y="1919288"/>
            <a:ext cx="5314950" cy="3092979"/>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10" name="Platshållare för text 3">
            <a:extLst xmlns:a="http://schemas.openxmlformats.org/drawingml/2006/main">
              <a:ext uri="{FF2B5EF4-FFF2-40B4-BE49-F238E27FC236}">
                <a16:creationId xmlns:a16="http://schemas.microsoft.com/office/drawing/2014/main" id="{4E2E81CD-B9BA-4D4B-D687-9453DEF10687}"/>
              </a:ext>
            </a:extLst>
          </p:cNvPr>
          <p:cNvSpPr>
            <a:spLocks xmlns:a="http://schemas.openxmlformats.org/drawingml/2006/main" noGrp="1"/>
          </p:cNvSpPr>
          <p:nvPr>
            <p:ph type="body" idx="17"/>
          </p:nvPr>
        </p:nvSpPr>
        <p:spPr>
          <a:xfrm xmlns:a="http://schemas.openxmlformats.org/drawingml/2006/main">
            <a:off x="6275388" y="5226050"/>
            <a:ext cx="5314950" cy="1101725"/>
          </a:xfrm>
        </p:spPr>
        <p:txBody>
          <a:bodyPr xmlns:a="http://schemas.openxmlformats.org/drawingml/2006/main"/>
          <a:lstStyle xmlns:a="http://schemas.openxmlformats.org/drawingml/2006/main">
            <a:lvl1pPr marL="0" indent="0">
              <a:buNone/>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9E441D1D-F64B-D03C-6A3E-4332F53C56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90177B1-3FBF-4BD2-BE3D-EA87BE4D0239}"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D6B063F1-EBFF-649E-5CFE-AC74796105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BDA80FCC-5A03-2568-468F-2FC65324A4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31.xml><?xml version="1.0" encoding="utf-8"?>
<p:sldLayout xmlns:p="http://schemas.openxmlformats.org/presentationml/2006/main" preserve="1" userDrawn="1">
  <p:cSld name="Headline and 3 images">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6EAA9509-04AF-A771-D4EB-D92258F2A7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6" name="Platshållare för bild 2">
            <a:extLst xmlns:a="http://schemas.openxmlformats.org/drawingml/2006/main">
              <a:ext uri="{FF2B5EF4-FFF2-40B4-BE49-F238E27FC236}">
                <a16:creationId xmlns:a16="http://schemas.microsoft.com/office/drawing/2014/main" id="{419479CD-E7B7-E759-7ABC-5CD5CC7C7450}"/>
              </a:ext>
            </a:extLst>
          </p:cNvPr>
          <p:cNvSpPr>
            <a:spLocks xmlns:a="http://schemas.openxmlformats.org/drawingml/2006/main" noGrp="1"/>
          </p:cNvSpPr>
          <p:nvPr>
            <p:ph type="pic" idx="13" hasCustomPrompt="1"/>
          </p:nvPr>
        </p:nvSpPr>
        <p:spPr>
          <a:xfrm xmlns:a="http://schemas.openxmlformats.org/drawingml/2006/main">
            <a:off x="600075" y="1919288"/>
            <a:ext cx="3424238" cy="4408487"/>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7" name="Platshållare för bild 3">
            <a:extLst xmlns:a="http://schemas.openxmlformats.org/drawingml/2006/main">
              <a:ext uri="{FF2B5EF4-FFF2-40B4-BE49-F238E27FC236}">
                <a16:creationId xmlns:a16="http://schemas.microsoft.com/office/drawing/2014/main" id="{10E5EDDF-D49C-48DD-C908-7043750473EF}"/>
              </a:ext>
            </a:extLst>
          </p:cNvPr>
          <p:cNvSpPr>
            <a:spLocks xmlns:a="http://schemas.openxmlformats.org/drawingml/2006/main" noGrp="1"/>
          </p:cNvSpPr>
          <p:nvPr>
            <p:ph type="pic" idx="14" hasCustomPrompt="1"/>
          </p:nvPr>
        </p:nvSpPr>
        <p:spPr>
          <a:xfrm xmlns:a="http://schemas.openxmlformats.org/drawingml/2006/main">
            <a:off x="4383881" y="1919288"/>
            <a:ext cx="3424238" cy="4408487"/>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8" name="Platshållare för bild 4">
            <a:extLst xmlns:a="http://schemas.openxmlformats.org/drawingml/2006/main">
              <a:ext uri="{FF2B5EF4-FFF2-40B4-BE49-F238E27FC236}">
                <a16:creationId xmlns:a16="http://schemas.microsoft.com/office/drawing/2014/main" id="{D890193F-9CCD-2775-F25C-FAC1CA41A744}"/>
              </a:ext>
            </a:extLst>
          </p:cNvPr>
          <p:cNvSpPr>
            <a:spLocks xmlns:a="http://schemas.openxmlformats.org/drawingml/2006/main" noGrp="1"/>
          </p:cNvSpPr>
          <p:nvPr>
            <p:ph type="pic" idx="15" hasCustomPrompt="1"/>
          </p:nvPr>
        </p:nvSpPr>
        <p:spPr>
          <a:xfrm xmlns:a="http://schemas.openxmlformats.org/drawingml/2006/main">
            <a:off x="8167687" y="1919288"/>
            <a:ext cx="3424238" cy="4408487"/>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3" name="Platshållare för datum 2">
            <a:extLst xmlns:a="http://schemas.openxmlformats.org/drawingml/2006/main">
              <a:ext uri="{FF2B5EF4-FFF2-40B4-BE49-F238E27FC236}">
                <a16:creationId xmlns:a16="http://schemas.microsoft.com/office/drawing/2014/main" id="{9E441D1D-F64B-D03C-6A3E-4332F53C56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FBF1D45-36AA-4ECA-A371-BB9B1DEA54C8}"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D6B063F1-EBFF-649E-5CFE-AC74796105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BDA80FCC-5A03-2568-468F-2FC65324A4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32.xml><?xml version="1.0" encoding="utf-8"?>
<p:sldLayout xmlns:p="http://schemas.openxmlformats.org/presentationml/2006/main" preserve="1" userDrawn="1">
  <p:cSld name="Headline and 3 images, text">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6EAA9509-04AF-A771-D4EB-D92258F2A7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6" name="Platshållare för bild 2">
            <a:extLst xmlns:a="http://schemas.openxmlformats.org/drawingml/2006/main">
              <a:ext uri="{FF2B5EF4-FFF2-40B4-BE49-F238E27FC236}">
                <a16:creationId xmlns:a16="http://schemas.microsoft.com/office/drawing/2014/main" id="{419479CD-E7B7-E759-7ABC-5CD5CC7C7450}"/>
              </a:ext>
            </a:extLst>
          </p:cNvPr>
          <p:cNvSpPr>
            <a:spLocks xmlns:a="http://schemas.openxmlformats.org/drawingml/2006/main" noGrp="1"/>
          </p:cNvSpPr>
          <p:nvPr>
            <p:ph type="pic" idx="13" hasCustomPrompt="1"/>
          </p:nvPr>
        </p:nvSpPr>
        <p:spPr>
          <a:xfrm xmlns:a="http://schemas.openxmlformats.org/drawingml/2006/main">
            <a:off x="600075" y="1919288"/>
            <a:ext cx="3424238" cy="3092979"/>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10" name="Platshållare för text 2">
            <a:extLst xmlns:a="http://schemas.openxmlformats.org/drawingml/2006/main">
              <a:ext uri="{FF2B5EF4-FFF2-40B4-BE49-F238E27FC236}">
                <a16:creationId xmlns:a16="http://schemas.microsoft.com/office/drawing/2014/main" id="{E8F9620A-7B37-2787-0C61-0CB4A6519E3C}"/>
              </a:ext>
            </a:extLst>
          </p:cNvPr>
          <p:cNvSpPr>
            <a:spLocks xmlns:a="http://schemas.openxmlformats.org/drawingml/2006/main" noGrp="1"/>
          </p:cNvSpPr>
          <p:nvPr>
            <p:ph type="body" idx="16"/>
          </p:nvPr>
        </p:nvSpPr>
        <p:spPr>
          <a:xfrm xmlns:a="http://schemas.openxmlformats.org/drawingml/2006/main">
            <a:off x="600075" y="5226050"/>
            <a:ext cx="3424238" cy="1101725"/>
          </a:xfrm>
        </p:spPr>
        <p:txBody>
          <a:bodyPr xmlns:a="http://schemas.openxmlformats.org/drawingml/2006/main"/>
          <a:lstStyle xmlns:a="http://schemas.openxmlformats.org/drawingml/2006/main">
            <a:lvl1pPr marL="0" indent="0">
              <a:buNone/>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Platshållare för bild 3">
            <a:extLst xmlns:a="http://schemas.openxmlformats.org/drawingml/2006/main">
              <a:ext uri="{FF2B5EF4-FFF2-40B4-BE49-F238E27FC236}">
                <a16:creationId xmlns:a16="http://schemas.microsoft.com/office/drawing/2014/main" id="{10E5EDDF-D49C-48DD-C908-7043750473EF}"/>
              </a:ext>
            </a:extLst>
          </p:cNvPr>
          <p:cNvSpPr>
            <a:spLocks xmlns:a="http://schemas.openxmlformats.org/drawingml/2006/main" noGrp="1"/>
          </p:cNvSpPr>
          <p:nvPr>
            <p:ph type="pic" idx="14" hasCustomPrompt="1"/>
          </p:nvPr>
        </p:nvSpPr>
        <p:spPr>
          <a:xfrm xmlns:a="http://schemas.openxmlformats.org/drawingml/2006/main">
            <a:off x="4383881" y="1919288"/>
            <a:ext cx="3424238" cy="3092979"/>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11" name="Platshållare för text 3">
            <a:extLst xmlns:a="http://schemas.openxmlformats.org/drawingml/2006/main">
              <a:ext uri="{FF2B5EF4-FFF2-40B4-BE49-F238E27FC236}">
                <a16:creationId xmlns:a16="http://schemas.microsoft.com/office/drawing/2014/main" id="{81E59C72-4325-9697-1B8F-6876044359F2}"/>
              </a:ext>
            </a:extLst>
          </p:cNvPr>
          <p:cNvSpPr>
            <a:spLocks xmlns:a="http://schemas.openxmlformats.org/drawingml/2006/main" noGrp="1"/>
          </p:cNvSpPr>
          <p:nvPr>
            <p:ph type="body" idx="17"/>
          </p:nvPr>
        </p:nvSpPr>
        <p:spPr>
          <a:xfrm xmlns:a="http://schemas.openxmlformats.org/drawingml/2006/main">
            <a:off x="4383881" y="5226050"/>
            <a:ext cx="3424238" cy="1101725"/>
          </a:xfrm>
        </p:spPr>
        <p:txBody>
          <a:bodyPr xmlns:a="http://schemas.openxmlformats.org/drawingml/2006/main"/>
          <a:lstStyle xmlns:a="http://schemas.openxmlformats.org/drawingml/2006/main">
            <a:lvl1pPr marL="0" indent="0">
              <a:buNone/>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Platshållare för bild 4">
            <a:extLst xmlns:a="http://schemas.openxmlformats.org/drawingml/2006/main">
              <a:ext uri="{FF2B5EF4-FFF2-40B4-BE49-F238E27FC236}">
                <a16:creationId xmlns:a16="http://schemas.microsoft.com/office/drawing/2014/main" id="{D890193F-9CCD-2775-F25C-FAC1CA41A744}"/>
              </a:ext>
            </a:extLst>
          </p:cNvPr>
          <p:cNvSpPr>
            <a:spLocks xmlns:a="http://schemas.openxmlformats.org/drawingml/2006/main" noGrp="1"/>
          </p:cNvSpPr>
          <p:nvPr>
            <p:ph type="pic" idx="15" hasCustomPrompt="1"/>
          </p:nvPr>
        </p:nvSpPr>
        <p:spPr>
          <a:xfrm xmlns:a="http://schemas.openxmlformats.org/drawingml/2006/main">
            <a:off x="8167687" y="1919288"/>
            <a:ext cx="3424238" cy="3092979"/>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12" name="Platshållare för text 4">
            <a:extLst xmlns:a="http://schemas.openxmlformats.org/drawingml/2006/main">
              <a:ext uri="{FF2B5EF4-FFF2-40B4-BE49-F238E27FC236}">
                <a16:creationId xmlns:a16="http://schemas.microsoft.com/office/drawing/2014/main" id="{04B71E10-09CE-4F1F-5969-3DD959F0102C}"/>
              </a:ext>
            </a:extLst>
          </p:cNvPr>
          <p:cNvSpPr>
            <a:spLocks xmlns:a="http://schemas.openxmlformats.org/drawingml/2006/main" noGrp="1"/>
          </p:cNvSpPr>
          <p:nvPr>
            <p:ph type="body" idx="18"/>
          </p:nvPr>
        </p:nvSpPr>
        <p:spPr>
          <a:xfrm xmlns:a="http://schemas.openxmlformats.org/drawingml/2006/main">
            <a:off x="8167687" y="5226050"/>
            <a:ext cx="3424238" cy="1101725"/>
          </a:xfrm>
        </p:spPr>
        <p:txBody>
          <a:bodyPr xmlns:a="http://schemas.openxmlformats.org/drawingml/2006/main"/>
          <a:lstStyle xmlns:a="http://schemas.openxmlformats.org/drawingml/2006/main">
            <a:lvl1pPr marL="0" indent="0">
              <a:buNone/>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9E441D1D-F64B-D03C-6A3E-4332F53C56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9F29C76-60BE-4CAC-9F50-66FFE9728D2D}"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D6B063F1-EBFF-649E-5CFE-AC74796105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BDA80FCC-5A03-2568-468F-2FC65324A4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33.xml><?xml version="1.0" encoding="utf-8"?>
<p:sldLayout xmlns:p="http://schemas.openxmlformats.org/presentationml/2006/main" preserve="1" userDrawn="1">
  <p:cSld name="Headline and 4 images">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6EAA9509-04AF-A771-D4EB-D92258F2A7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6" name="Platshållare för bild 2">
            <a:extLst xmlns:a="http://schemas.openxmlformats.org/drawingml/2006/main">
              <a:ext uri="{FF2B5EF4-FFF2-40B4-BE49-F238E27FC236}">
                <a16:creationId xmlns:a16="http://schemas.microsoft.com/office/drawing/2014/main" id="{419479CD-E7B7-E759-7ABC-5CD5CC7C7450}"/>
              </a:ext>
            </a:extLst>
          </p:cNvPr>
          <p:cNvSpPr>
            <a:spLocks xmlns:a="http://schemas.openxmlformats.org/drawingml/2006/main" noGrp="1"/>
          </p:cNvSpPr>
          <p:nvPr>
            <p:ph type="pic" idx="13" hasCustomPrompt="1"/>
          </p:nvPr>
        </p:nvSpPr>
        <p:spPr>
          <a:xfrm xmlns:a="http://schemas.openxmlformats.org/drawingml/2006/main">
            <a:off x="600075" y="1919288"/>
            <a:ext cx="2450307" cy="4408487"/>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7" name="Platshållare för bild 3">
            <a:extLst xmlns:a="http://schemas.openxmlformats.org/drawingml/2006/main">
              <a:ext uri="{FF2B5EF4-FFF2-40B4-BE49-F238E27FC236}">
                <a16:creationId xmlns:a16="http://schemas.microsoft.com/office/drawing/2014/main" id="{10E5EDDF-D49C-48DD-C908-7043750473EF}"/>
              </a:ext>
            </a:extLst>
          </p:cNvPr>
          <p:cNvSpPr>
            <a:spLocks xmlns:a="http://schemas.openxmlformats.org/drawingml/2006/main" noGrp="1"/>
          </p:cNvSpPr>
          <p:nvPr>
            <p:ph type="pic" idx="14" hasCustomPrompt="1"/>
          </p:nvPr>
        </p:nvSpPr>
        <p:spPr>
          <a:xfrm xmlns:a="http://schemas.openxmlformats.org/drawingml/2006/main">
            <a:off x="3446727" y="1919288"/>
            <a:ext cx="2450307" cy="4408487"/>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8" name="Platshållare för bild 4">
            <a:extLst xmlns:a="http://schemas.openxmlformats.org/drawingml/2006/main">
              <a:ext uri="{FF2B5EF4-FFF2-40B4-BE49-F238E27FC236}">
                <a16:creationId xmlns:a16="http://schemas.microsoft.com/office/drawing/2014/main" id="{D890193F-9CCD-2775-F25C-FAC1CA41A744}"/>
              </a:ext>
            </a:extLst>
          </p:cNvPr>
          <p:cNvSpPr>
            <a:spLocks xmlns:a="http://schemas.openxmlformats.org/drawingml/2006/main" noGrp="1"/>
          </p:cNvSpPr>
          <p:nvPr>
            <p:ph type="pic" idx="15" hasCustomPrompt="1"/>
          </p:nvPr>
        </p:nvSpPr>
        <p:spPr>
          <a:xfrm xmlns:a="http://schemas.openxmlformats.org/drawingml/2006/main">
            <a:off x="6293379" y="1919288"/>
            <a:ext cx="2450307" cy="4408487"/>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9" name="Platshållare för bild 5">
            <a:extLst xmlns:a="http://schemas.openxmlformats.org/drawingml/2006/main">
              <a:ext uri="{FF2B5EF4-FFF2-40B4-BE49-F238E27FC236}">
                <a16:creationId xmlns:a16="http://schemas.microsoft.com/office/drawing/2014/main" id="{E4D25720-B2A9-9FB1-1BDD-4161DED099B2}"/>
              </a:ext>
            </a:extLst>
          </p:cNvPr>
          <p:cNvSpPr>
            <a:spLocks xmlns:a="http://schemas.openxmlformats.org/drawingml/2006/main" noGrp="1"/>
          </p:cNvSpPr>
          <p:nvPr>
            <p:ph type="pic" idx="16" hasCustomPrompt="1"/>
          </p:nvPr>
        </p:nvSpPr>
        <p:spPr>
          <a:xfrm xmlns:a="http://schemas.openxmlformats.org/drawingml/2006/main">
            <a:off x="9140031" y="1919288"/>
            <a:ext cx="2450307" cy="4408487"/>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3" name="Platshållare för datum 2">
            <a:extLst xmlns:a="http://schemas.openxmlformats.org/drawingml/2006/main">
              <a:ext uri="{FF2B5EF4-FFF2-40B4-BE49-F238E27FC236}">
                <a16:creationId xmlns:a16="http://schemas.microsoft.com/office/drawing/2014/main" id="{9E441D1D-F64B-D03C-6A3E-4332F53C56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1BC0E4F-C1BC-4095-9086-517282F213D8}"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D6B063F1-EBFF-649E-5CFE-AC74796105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BDA80FCC-5A03-2568-468F-2FC65324A4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34.xml><?xml version="1.0" encoding="utf-8"?>
<p:sldLayout xmlns:p="http://schemas.openxmlformats.org/presentationml/2006/main" preserve="1" userDrawn="1">
  <p:cSld name="Headline and 4 images, text">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6EAA9509-04AF-A771-D4EB-D92258F2A7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6" name="Platshållare för bild 2">
            <a:extLst xmlns:a="http://schemas.openxmlformats.org/drawingml/2006/main">
              <a:ext uri="{FF2B5EF4-FFF2-40B4-BE49-F238E27FC236}">
                <a16:creationId xmlns:a16="http://schemas.microsoft.com/office/drawing/2014/main" id="{419479CD-E7B7-E759-7ABC-5CD5CC7C7450}"/>
              </a:ext>
            </a:extLst>
          </p:cNvPr>
          <p:cNvSpPr>
            <a:spLocks xmlns:a="http://schemas.openxmlformats.org/drawingml/2006/main" noGrp="1"/>
          </p:cNvSpPr>
          <p:nvPr>
            <p:ph type="pic" idx="13" hasCustomPrompt="1"/>
          </p:nvPr>
        </p:nvSpPr>
        <p:spPr>
          <a:xfrm xmlns:a="http://schemas.openxmlformats.org/drawingml/2006/main">
            <a:off x="600075" y="1919288"/>
            <a:ext cx="2450307" cy="3092979"/>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10" name="Platshållare för text 2">
            <a:extLst xmlns:a="http://schemas.openxmlformats.org/drawingml/2006/main">
              <a:ext uri="{FF2B5EF4-FFF2-40B4-BE49-F238E27FC236}">
                <a16:creationId xmlns:a16="http://schemas.microsoft.com/office/drawing/2014/main" id="{D90C2B5D-CFFA-002C-8403-A5BA4FD6C513}"/>
              </a:ext>
            </a:extLst>
          </p:cNvPr>
          <p:cNvSpPr>
            <a:spLocks xmlns:a="http://schemas.openxmlformats.org/drawingml/2006/main" noGrp="1"/>
          </p:cNvSpPr>
          <p:nvPr>
            <p:ph type="body" idx="17"/>
          </p:nvPr>
        </p:nvSpPr>
        <p:spPr>
          <a:xfrm xmlns:a="http://schemas.openxmlformats.org/drawingml/2006/main">
            <a:off x="600075" y="5226050"/>
            <a:ext cx="2450307" cy="1101725"/>
          </a:xfrm>
        </p:spPr>
        <p:txBody>
          <a:bodyPr xmlns:a="http://schemas.openxmlformats.org/drawingml/2006/main"/>
          <a:lstStyle xmlns:a="http://schemas.openxmlformats.org/drawingml/2006/main">
            <a:lvl1pPr marL="0" indent="0">
              <a:buNone/>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Platshållare för bild 3">
            <a:extLst xmlns:a="http://schemas.openxmlformats.org/drawingml/2006/main">
              <a:ext uri="{FF2B5EF4-FFF2-40B4-BE49-F238E27FC236}">
                <a16:creationId xmlns:a16="http://schemas.microsoft.com/office/drawing/2014/main" id="{10E5EDDF-D49C-48DD-C908-7043750473EF}"/>
              </a:ext>
            </a:extLst>
          </p:cNvPr>
          <p:cNvSpPr>
            <a:spLocks xmlns:a="http://schemas.openxmlformats.org/drawingml/2006/main" noGrp="1"/>
          </p:cNvSpPr>
          <p:nvPr>
            <p:ph type="pic" idx="14" hasCustomPrompt="1"/>
          </p:nvPr>
        </p:nvSpPr>
        <p:spPr>
          <a:xfrm xmlns:a="http://schemas.openxmlformats.org/drawingml/2006/main">
            <a:off x="3446727" y="1919288"/>
            <a:ext cx="2450307" cy="3092979"/>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14" name="Platshållare för text 3">
            <a:extLst xmlns:a="http://schemas.openxmlformats.org/drawingml/2006/main">
              <a:ext uri="{FF2B5EF4-FFF2-40B4-BE49-F238E27FC236}">
                <a16:creationId xmlns:a16="http://schemas.microsoft.com/office/drawing/2014/main" id="{F4E32133-1B05-00E9-FC72-16105F20E5D8}"/>
              </a:ext>
            </a:extLst>
          </p:cNvPr>
          <p:cNvSpPr>
            <a:spLocks xmlns:a="http://schemas.openxmlformats.org/drawingml/2006/main" noGrp="1"/>
          </p:cNvSpPr>
          <p:nvPr>
            <p:ph type="body" idx="18"/>
          </p:nvPr>
        </p:nvSpPr>
        <p:spPr>
          <a:xfrm xmlns:a="http://schemas.openxmlformats.org/drawingml/2006/main">
            <a:off x="3446727" y="5226050"/>
            <a:ext cx="2450307" cy="1101725"/>
          </a:xfrm>
        </p:spPr>
        <p:txBody>
          <a:bodyPr xmlns:a="http://schemas.openxmlformats.org/drawingml/2006/main"/>
          <a:lstStyle xmlns:a="http://schemas.openxmlformats.org/drawingml/2006/main">
            <a:lvl1pPr marL="0" indent="0">
              <a:buNone/>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8" name="Platshållare för bild 4">
            <a:extLst xmlns:a="http://schemas.openxmlformats.org/drawingml/2006/main">
              <a:ext uri="{FF2B5EF4-FFF2-40B4-BE49-F238E27FC236}">
                <a16:creationId xmlns:a16="http://schemas.microsoft.com/office/drawing/2014/main" id="{D890193F-9CCD-2775-F25C-FAC1CA41A744}"/>
              </a:ext>
            </a:extLst>
          </p:cNvPr>
          <p:cNvSpPr>
            <a:spLocks xmlns:a="http://schemas.openxmlformats.org/drawingml/2006/main" noGrp="1"/>
          </p:cNvSpPr>
          <p:nvPr>
            <p:ph type="pic" idx="15" hasCustomPrompt="1"/>
          </p:nvPr>
        </p:nvSpPr>
        <p:spPr>
          <a:xfrm xmlns:a="http://schemas.openxmlformats.org/drawingml/2006/main">
            <a:off x="6293379" y="1919288"/>
            <a:ext cx="2450307" cy="3092979"/>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15" name="Platshållare för text 4">
            <a:extLst xmlns:a="http://schemas.openxmlformats.org/drawingml/2006/main">
              <a:ext uri="{FF2B5EF4-FFF2-40B4-BE49-F238E27FC236}">
                <a16:creationId xmlns:a16="http://schemas.microsoft.com/office/drawing/2014/main" id="{9FBEA034-4378-57AD-9BAA-D23952A616CE}"/>
              </a:ext>
            </a:extLst>
          </p:cNvPr>
          <p:cNvSpPr>
            <a:spLocks xmlns:a="http://schemas.openxmlformats.org/drawingml/2006/main" noGrp="1"/>
          </p:cNvSpPr>
          <p:nvPr>
            <p:ph type="body" idx="19"/>
          </p:nvPr>
        </p:nvSpPr>
        <p:spPr>
          <a:xfrm xmlns:a="http://schemas.openxmlformats.org/drawingml/2006/main">
            <a:off x="6293379" y="5226050"/>
            <a:ext cx="2450307" cy="1101725"/>
          </a:xfrm>
        </p:spPr>
        <p:txBody>
          <a:bodyPr xmlns:a="http://schemas.openxmlformats.org/drawingml/2006/main"/>
          <a:lstStyle xmlns:a="http://schemas.openxmlformats.org/drawingml/2006/main">
            <a:lvl1pPr marL="0" indent="0">
              <a:buNone/>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9" name="Platshållare för bild 5">
            <a:extLst xmlns:a="http://schemas.openxmlformats.org/drawingml/2006/main">
              <a:ext uri="{FF2B5EF4-FFF2-40B4-BE49-F238E27FC236}">
                <a16:creationId xmlns:a16="http://schemas.microsoft.com/office/drawing/2014/main" id="{E4D25720-B2A9-9FB1-1BDD-4161DED099B2}"/>
              </a:ext>
            </a:extLst>
          </p:cNvPr>
          <p:cNvSpPr>
            <a:spLocks xmlns:a="http://schemas.openxmlformats.org/drawingml/2006/main" noGrp="1"/>
          </p:cNvSpPr>
          <p:nvPr>
            <p:ph type="pic" idx="16" hasCustomPrompt="1"/>
          </p:nvPr>
        </p:nvSpPr>
        <p:spPr>
          <a:xfrm xmlns:a="http://schemas.openxmlformats.org/drawingml/2006/main">
            <a:off x="9140031" y="1919288"/>
            <a:ext cx="2450307" cy="3092979"/>
          </a:xfrm>
        </p:spPr>
        <p:txBody>
          <a:bodyPr xmlns:a="http://schemas.openxmlformats.org/drawingml/2006/main" bIns="1044000" anchor="ctr"/>
          <a:lstStyle xmlns:a="http://schemas.openxmlformats.org/drawingml/2006/main">
            <a:lvl1pPr marL="0" indent="0" algn="ctr">
              <a:buNone/>
              <a:defRPr/>
            </a:lvl1pPr>
          </a:lstStyle>
          <a:p xmlns:a="http://schemas.openxmlformats.org/drawingml/2006/main">
            <a:r>
              <a:t>Click</a:t>
            </a:r>
            <a:r>
              <a:t> on the </a:t>
            </a:r>
            <a:r>
              <a:t>icon</a:t>
            </a:r>
            <a:r>
              <a:t> or </a:t>
            </a:r>
            <a:br/>
            <a:r>
              <a:t>drag and </a:t>
            </a:r>
            <a:r>
              <a:t>drop</a:t>
            </a:r>
            <a:r>
              <a:t> to </a:t>
            </a:r>
            <a:r>
              <a:t>insert</a:t>
            </a:r>
            <a:r>
              <a:t> an image</a:t>
            </a:r>
          </a:p>
        </p:txBody>
      </p:sp>
      <p:sp>
        <p:nvSpPr>
          <p:cNvPr id="16" name="Platshållare för text 5">
            <a:extLst xmlns:a="http://schemas.openxmlformats.org/drawingml/2006/main">
              <a:ext uri="{FF2B5EF4-FFF2-40B4-BE49-F238E27FC236}">
                <a16:creationId xmlns:a16="http://schemas.microsoft.com/office/drawing/2014/main" id="{06D592E5-8C13-50D1-1CCC-8F6917A28780}"/>
              </a:ext>
            </a:extLst>
          </p:cNvPr>
          <p:cNvSpPr>
            <a:spLocks xmlns:a="http://schemas.openxmlformats.org/drawingml/2006/main" noGrp="1"/>
          </p:cNvSpPr>
          <p:nvPr>
            <p:ph type="body" idx="20"/>
          </p:nvPr>
        </p:nvSpPr>
        <p:spPr>
          <a:xfrm xmlns:a="http://schemas.openxmlformats.org/drawingml/2006/main">
            <a:off x="9140030" y="5226050"/>
            <a:ext cx="2450307" cy="1101725"/>
          </a:xfrm>
        </p:spPr>
        <p:txBody>
          <a:bodyPr xmlns:a="http://schemas.openxmlformats.org/drawingml/2006/main"/>
          <a:lstStyle xmlns:a="http://schemas.openxmlformats.org/drawingml/2006/main">
            <a:lvl1pPr marL="0" indent="0">
              <a:buNone/>
              <a:defRPr/>
            </a:lvl1pPr>
            <a:lvl2pPr marL="457200" indent="0">
              <a:buNone/>
              <a:defRPr/>
            </a:lvl2pPr>
            <a:lvl3pPr marL="914400" indent="0">
              <a:buNone/>
              <a:defRPr/>
            </a:lvl3pPr>
            <a:lvl4pPr marL="1371600" indent="0">
              <a:buNone/>
              <a:defRPr/>
            </a:lvl4pPr>
            <a:lvl5pPr marL="1828800" indent="0">
              <a:buNone/>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3" name="Platshållare för datum 2">
            <a:extLst xmlns:a="http://schemas.openxmlformats.org/drawingml/2006/main">
              <a:ext uri="{FF2B5EF4-FFF2-40B4-BE49-F238E27FC236}">
                <a16:creationId xmlns:a16="http://schemas.microsoft.com/office/drawing/2014/main" id="{9E441D1D-F64B-D03C-6A3E-4332F53C56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D09DE8C-4E5D-4475-8CB4-883E995E8AE0}"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D6B063F1-EBFF-649E-5CFE-AC74796105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BDA80FCC-5A03-2568-468F-2FC65324A4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35.xml><?xml version="1.0" encoding="utf-8"?>
<p:sldLayout xmlns:p="http://schemas.openxmlformats.org/presentationml/2006/main" preserve="1" userDrawn="1">
  <p:cSld name="Headline only">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D3B2E332-9225-25D1-EB2B-62418C5D49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datum 2">
            <a:extLst xmlns:a="http://schemas.openxmlformats.org/drawingml/2006/main">
              <a:ext uri="{FF2B5EF4-FFF2-40B4-BE49-F238E27FC236}">
                <a16:creationId xmlns:a16="http://schemas.microsoft.com/office/drawing/2014/main" id="{2EF1EFA3-3FDF-1336-ED61-2DEDAA6F6B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C84D5EA-31D1-4963-8413-98501BA531D1}"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580BEAC8-B518-E8B6-324C-4CC99EAFBF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0936D8FE-4DB7-B3B6-8840-02A9309F68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36.xml><?xml version="1.0" encoding="utf-8"?>
<p:sldLayout xmlns:p="http://schemas.openxmlformats.org/presentationml/2006/main" preserve="1" userDrawn="1">
  <p:cSld name="Headline only, light blue lines">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D3B2E332-9225-25D1-EB2B-62418C5D49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datum 2">
            <a:extLst xmlns:a="http://schemas.openxmlformats.org/drawingml/2006/main">
              <a:ext uri="{FF2B5EF4-FFF2-40B4-BE49-F238E27FC236}">
                <a16:creationId xmlns:a16="http://schemas.microsoft.com/office/drawing/2014/main" id="{2EF1EFA3-3FDF-1336-ED61-2DEDAA6F6B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4F6302F-0934-48F3-8F5A-6545DEEB296C}"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580BEAC8-B518-E8B6-324C-4CC99EAFBF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0936D8FE-4DB7-B3B6-8840-02A9309F68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pic>
        <p:nvPicPr>
          <p:cNvPr id="6" name="Bild 5">
            <a:extLst xmlns:a="http://schemas.openxmlformats.org/drawingml/2006/main">
              <a:ext uri="{FF2B5EF4-FFF2-40B4-BE49-F238E27FC236}">
                <a16:creationId xmlns:a16="http://schemas.microsoft.com/office/drawing/2014/main" id="{3D604C78-3E15-4FF1-BE20-C2613ABFEFE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f978e3b81b24b14">
            <a:extLst>
              <a:ext uri="{96DAC541-7B7A-43D3-8B79-37D633B846F1}">
                <asvg:svgBlip xmlns:asvg="http://schemas.microsoft.com/office/drawing/2016/SVG/main" r:embed="R0e618c9e0f694e3a"/>
              </a:ext>
            </a:extLst>
          </a:blip>
          <a:srcRect xmlns:a="http://schemas.openxmlformats.org/drawingml/2006/main" l="0" t="0" r="70668" b="27986"/>
          <a:stretch xmlns:a="http://schemas.openxmlformats.org/drawingml/2006/main"/>
        </p:blipFill>
        <p:spPr>
          <a:xfrm xmlns:a="http://schemas.openxmlformats.org/drawingml/2006/main" rot="10800000">
            <a:off x="8615880" y="1919288"/>
            <a:ext cx="3576120" cy="4938712"/>
          </a:xfrm>
          <a:prstGeom xmlns:a="http://schemas.openxmlformats.org/drawingml/2006/main" prst="rect">
            <a:avLst/>
          </a:prstGeom>
        </p:spPr>
      </p:pic>
    </p:spTree>
  </p:cSld>
</p:sldLayout>
</file>

<file path=ppt/slideLayouts/slideLayout37.xml><?xml version="1.0" encoding="utf-8"?>
<p:sldLayout xmlns:p="http://schemas.openxmlformats.org/presentationml/2006/main" preserve="1" userDrawn="1">
  <p:cSld name="Headline only, sand lines">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D3B2E332-9225-25D1-EB2B-62418C5D49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datum 2">
            <a:extLst xmlns:a="http://schemas.openxmlformats.org/drawingml/2006/main">
              <a:ext uri="{FF2B5EF4-FFF2-40B4-BE49-F238E27FC236}">
                <a16:creationId xmlns:a16="http://schemas.microsoft.com/office/drawing/2014/main" id="{2EF1EFA3-3FDF-1336-ED61-2DEDAA6F6B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DA479CF-C439-4CB7-A317-BE14A813FA95}"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580BEAC8-B518-E8B6-324C-4CC99EAFBF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0936D8FE-4DB7-B3B6-8840-02A9309F68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pic>
        <p:nvPicPr>
          <p:cNvPr id="6" name="Bild 5">
            <a:extLst xmlns:a="http://schemas.openxmlformats.org/drawingml/2006/main">
              <a:ext uri="{FF2B5EF4-FFF2-40B4-BE49-F238E27FC236}">
                <a16:creationId xmlns:a16="http://schemas.microsoft.com/office/drawing/2014/main" id="{8AFC2500-52D1-4E7B-BF4F-C420DB65AD5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ece9b1312a041b1">
            <a:extLst>
              <a:ext uri="{96DAC541-7B7A-43D3-8B79-37D633B846F1}">
                <asvg:svgBlip xmlns:asvg="http://schemas.microsoft.com/office/drawing/2016/SVG/main" r:embed="R275634b72a79480f"/>
              </a:ext>
            </a:extLst>
          </a:blip>
          <a:srcRect xmlns:a="http://schemas.openxmlformats.org/drawingml/2006/main" l="0" t="0" r="70668" b="27986"/>
          <a:stretch xmlns:a="http://schemas.openxmlformats.org/drawingml/2006/main"/>
        </p:blipFill>
        <p:spPr>
          <a:xfrm xmlns:a="http://schemas.openxmlformats.org/drawingml/2006/main" rot="10800000">
            <a:off x="8615880" y="1919288"/>
            <a:ext cx="3576120" cy="4938712"/>
          </a:xfrm>
          <a:prstGeom xmlns:a="http://schemas.openxmlformats.org/drawingml/2006/main" prst="rect">
            <a:avLst/>
          </a:prstGeom>
        </p:spPr>
      </p:pic>
    </p:spTree>
  </p:cSld>
</p:sldLayout>
</file>

<file path=ppt/slideLayouts/slideLayout38.xml><?xml version="1.0" encoding="utf-8"?>
<p:sldLayout xmlns:p="http://schemas.openxmlformats.org/presentationml/2006/main" preserve="1" userDrawn="1">
  <p:cSld name="Headline only, light blue">
    <p:bg>
      <p:bgPr>
        <a:solidFill xmlns:a="http://schemas.openxmlformats.org/drawingml/2006/main">
          <a:schemeClr val="accent4"/>
        </a:solidFill>
      </p:bgPr>
    </p:bg>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D3B2E332-9225-25D1-EB2B-62418C5D49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datum 2">
            <a:extLst xmlns:a="http://schemas.openxmlformats.org/drawingml/2006/main">
              <a:ext uri="{FF2B5EF4-FFF2-40B4-BE49-F238E27FC236}">
                <a16:creationId xmlns:a16="http://schemas.microsoft.com/office/drawing/2014/main" id="{2EF1EFA3-3FDF-1336-ED61-2DEDAA6F6B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660DBA6-76EA-4A33-B12D-70B7891DC132}"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580BEAC8-B518-E8B6-324C-4CC99EAFBF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0936D8FE-4DB7-B3B6-8840-02A9309F68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pic>
        <p:nvPicPr>
          <p:cNvPr id="6" name="Bild 5">
            <a:extLst xmlns:a="http://schemas.openxmlformats.org/drawingml/2006/main">
              <a:ext uri="{FF2B5EF4-FFF2-40B4-BE49-F238E27FC236}">
                <a16:creationId xmlns:a16="http://schemas.microsoft.com/office/drawing/2014/main" id="{498BF340-1909-498F-8078-518139B5732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95cd1b32b3c4a01">
            <a:extLst>
              <a:ext uri="{96DAC541-7B7A-43D3-8B79-37D633B846F1}">
                <asvg:svgBlip xmlns:asvg="http://schemas.microsoft.com/office/drawing/2016/SVG/main" r:embed="R81c74a838de94fbb"/>
              </a:ext>
            </a:extLst>
          </a:blip>
          <a:srcRect xmlns:a="http://schemas.openxmlformats.org/drawingml/2006/main" l="0" t="0" r="70668" b="27986"/>
          <a:stretch xmlns:a="http://schemas.openxmlformats.org/drawingml/2006/main"/>
        </p:blipFill>
        <p:spPr>
          <a:xfrm xmlns:a="http://schemas.openxmlformats.org/drawingml/2006/main" rot="10800000">
            <a:off x="8615880" y="1919288"/>
            <a:ext cx="3576120" cy="4938712"/>
          </a:xfrm>
          <a:prstGeom xmlns:a="http://schemas.openxmlformats.org/drawingml/2006/main" prst="rect">
            <a:avLst/>
          </a:prstGeom>
        </p:spPr>
      </p:pic>
    </p:spTree>
  </p:cSld>
</p:sldLayout>
</file>

<file path=ppt/slideLayouts/slideLayout39.xml><?xml version="1.0" encoding="utf-8"?>
<p:sldLayout xmlns:p="http://schemas.openxmlformats.org/presentationml/2006/main" preserve="1" userDrawn="1">
  <p:cSld name="Headline only, san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D3B2E332-9225-25D1-EB2B-62418C5D49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Platshållare för datum 2">
            <a:extLst xmlns:a="http://schemas.openxmlformats.org/drawingml/2006/main">
              <a:ext uri="{FF2B5EF4-FFF2-40B4-BE49-F238E27FC236}">
                <a16:creationId xmlns:a16="http://schemas.microsoft.com/office/drawing/2014/main" id="{2EF1EFA3-3FDF-1336-ED61-2DEDAA6F6B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61195FE-CBC6-4DDB-8112-7E2D7EF2E46D}"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580BEAC8-B518-E8B6-324C-4CC99EAFBF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0936D8FE-4DB7-B3B6-8840-02A9309F68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pic>
        <p:nvPicPr>
          <p:cNvPr id="6" name="Bild 5">
            <a:extLst xmlns:a="http://schemas.openxmlformats.org/drawingml/2006/main">
              <a:ext uri="{FF2B5EF4-FFF2-40B4-BE49-F238E27FC236}">
                <a16:creationId xmlns:a16="http://schemas.microsoft.com/office/drawing/2014/main" id="{E00C9448-8102-4A7A-9ED4-B67EB869537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7992b47d1e7427d">
            <a:extLst>
              <a:ext uri="{96DAC541-7B7A-43D3-8B79-37D633B846F1}">
                <asvg:svgBlip xmlns:asvg="http://schemas.microsoft.com/office/drawing/2016/SVG/main" r:embed="R0d6a73314a6b43f6"/>
              </a:ext>
            </a:extLst>
          </a:blip>
          <a:srcRect xmlns:a="http://schemas.openxmlformats.org/drawingml/2006/main" l="0" t="0" r="70668" b="27986"/>
          <a:stretch xmlns:a="http://schemas.openxmlformats.org/drawingml/2006/main"/>
        </p:blipFill>
        <p:spPr>
          <a:xfrm xmlns:a="http://schemas.openxmlformats.org/drawingml/2006/main" rot="10800000">
            <a:off x="8615880" y="1919288"/>
            <a:ext cx="3576120" cy="4938712"/>
          </a:xfrm>
          <a:prstGeom xmlns:a="http://schemas.openxmlformats.org/drawingml/2006/main" prst="rect">
            <a:avLst/>
          </a:prstGeom>
        </p:spPr>
      </p:pic>
    </p:spTree>
  </p:cSld>
</p:sldLayout>
</file>

<file path=ppt/slideLayouts/slideLayout40.xml><?xml version="1.0" encoding="utf-8"?>
<p:sldLayout xmlns:p="http://schemas.openxmlformats.org/presentationml/2006/main" type="blank" preserve="1">
  <p:cSld name="Empty">
    <p:spTree>
      <p:nvGrpSpPr>
        <p:cNvPr id="1" name=""/>
        <p:cNvGrpSpPr/>
        <p:nvPr/>
      </p:nvGrpSpPr>
      <p:grpSpPr>
        <a:xfrm xmlns:a="http://schemas.openxmlformats.org/drawingml/2006/main"/>
      </p:grpSpPr>
      <p:sp>
        <p:nvSpPr>
          <p:cNvPr id="2" name="Platshållare för datum 1">
            <a:extLst xmlns:a="http://schemas.openxmlformats.org/drawingml/2006/main">
              <a:ext uri="{FF2B5EF4-FFF2-40B4-BE49-F238E27FC236}">
                <a16:creationId xmlns:a16="http://schemas.microsoft.com/office/drawing/2014/main" id="{CB35DBFB-5CDF-E32D-0562-6D92213809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8503A37-38B2-4E72-B338-6AD0A8C82251}" type="datetime1">
              <a:t>4/27/2026</a:t>
            </a:fld>
            <a:endParaRPr/>
          </a:p>
        </p:txBody>
      </p:sp>
      <p:sp>
        <p:nvSpPr>
          <p:cNvPr id="3" name="Platshållare för sidfot 2">
            <a:extLst xmlns:a="http://schemas.openxmlformats.org/drawingml/2006/main">
              <a:ext uri="{FF2B5EF4-FFF2-40B4-BE49-F238E27FC236}">
                <a16:creationId xmlns:a16="http://schemas.microsoft.com/office/drawing/2014/main" id="{9757DD51-31A9-0B97-878B-DC725BEF456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4" name="Platshållare för bildnummer 3">
            <a:extLst xmlns:a="http://schemas.openxmlformats.org/drawingml/2006/main">
              <a:ext uri="{FF2B5EF4-FFF2-40B4-BE49-F238E27FC236}">
                <a16:creationId xmlns:a16="http://schemas.microsoft.com/office/drawing/2014/main" id="{49810C51-F518-224E-FB91-8421FD7D68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41.xml><?xml version="1.0" encoding="utf-8"?>
<p:sldLayout xmlns:p="http://schemas.openxmlformats.org/presentationml/2006/main" type="obj" preserve="1">
  <p:cSld name="Headline and content, top">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8798893C-4CC2-2B2F-4FC8-5E0C5AE0DA9D}"/>
              </a:ext>
            </a:extLst>
          </p:cNvPr>
          <p:cNvSpPr>
            <a:spLocks xmlns:a="http://schemas.openxmlformats.org/drawingml/2006/main" noGrp="1"/>
          </p:cNvSpPr>
          <p:nvPr>
            <p:ph type="title" idx="0"/>
          </p:nvPr>
        </p:nvSpPr>
        <p:spPr>
          <a:xfrm xmlns:a="http://schemas.openxmlformats.org/drawingml/2006/main">
            <a:off x="1006764" y="326841"/>
            <a:ext cx="10583574" cy="591127"/>
          </a:xfrm>
        </p:spPr>
        <p:txBody>
          <a:bodyPr xmlns:a="http://schemas.openxmlformats.org/drawingml/2006/main" anchor="ctr"/>
          <a:lstStyle xmlns:a="http://schemas.openxmlformats.org/drawingml/2006/main">
            <a:lvl1pPr>
              <a:buNone/>
              <a:defRPr sz="3200"/>
            </a:lvl1pPr>
          </a:lstStyle>
          <a:p xmlns:a="http://schemas.openxmlformats.org/drawingml/2006/main">
            <a:r>
              <a:t>Click to edit Master title style</a:t>
            </a:r>
            <a:endParaRPr/>
          </a:p>
        </p:txBody>
      </p:sp>
      <p:sp>
        <p:nvSpPr>
          <p:cNvPr id="3" name="Platshållare för innehåll 2">
            <a:extLst xmlns:a="http://schemas.openxmlformats.org/drawingml/2006/main">
              <a:ext uri="{FF2B5EF4-FFF2-40B4-BE49-F238E27FC236}">
                <a16:creationId xmlns:a16="http://schemas.microsoft.com/office/drawing/2014/main" id="{25C9F0B7-F98C-CB91-2115-2967E7B1517C}"/>
              </a:ext>
            </a:extLst>
          </p:cNvPr>
          <p:cNvSpPr>
            <a:spLocks xmlns:a="http://schemas.openxmlformats.org/drawingml/2006/main" noGrp="1"/>
          </p:cNvSpPr>
          <p:nvPr>
            <p:ph idx="1"/>
          </p:nvPr>
        </p:nvSpPr>
        <p:spPr>
          <a:xfrm xmlns:a="http://schemas.openxmlformats.org/drawingml/2006/main">
            <a:off x="600075" y="1366838"/>
            <a:ext cx="10990263" cy="4959313"/>
          </a:xfr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Platshållare för datum 3">
            <a:extLst xmlns:a="http://schemas.openxmlformats.org/drawingml/2006/main">
              <a:ext uri="{FF2B5EF4-FFF2-40B4-BE49-F238E27FC236}">
                <a16:creationId xmlns:a16="http://schemas.microsoft.com/office/drawing/2014/main" id="{1EDDDBB2-E3A5-184D-9122-109D1DA687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87A98-C946-42F7-8256-69D0A72C8974}"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8877E5B5-9B3B-1F13-E51F-88E6C87DC4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A8432B03-1FFF-FE82-834F-9C4FBE4D6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
        <p:nvSpPr>
          <p:cNvPr id="8" name="Straight Connector 7">
            <a:extLst xmlns:a="http://schemas.openxmlformats.org/drawingml/2006/main">
              <a:ext uri="{FF2B5EF4-FFF2-40B4-BE49-F238E27FC236}">
                <a16:creationId xmlns:a16="http://schemas.microsoft.com/office/drawing/2014/main" id="{81B0F019-17C4-4FAD-89C4-36C5036E3336}"/>
              </a:ext>
            </a:extLst>
          </p:cNvPr>
          <p:cNvSpPr>
            <a:spLocks xmlns:a="http://schemas.openxmlformats.org/drawingml/2006/main" noGrp="1"/>
          </p:cNvSpPr>
          <p:nvPr/>
        </p:nvSpPr>
        <p:spPr>
          <a:xfrm xmlns:a="http://schemas.openxmlformats.org/drawingml/2006/main" flipV="1">
            <a:off x="1006764" y="917968"/>
            <a:ext cx="10583574" cy="12672"/>
          </a:xfrm>
          <a:prstGeom xmlns:a="http://schemas.openxmlformats.org/drawingml/2006/main" prst="line">
            <a:avLst/>
          </a:prstGeom>
          <a:ln xmlns:a="http://schemas.openxmlformats.org/drawingml/2006/main">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Straight Connector 11">
            <a:extLst xmlns:a="http://schemas.openxmlformats.org/drawingml/2006/main">
              <a:ext uri="{FF2B5EF4-FFF2-40B4-BE49-F238E27FC236}">
                <a16:creationId xmlns:a16="http://schemas.microsoft.com/office/drawing/2014/main" id="{D7F7327C-ABBC-45C0-8D9E-AF6ACB2BFC86}"/>
              </a:ext>
            </a:extLst>
          </p:cNvPr>
          <p:cNvSpPr>
            <a:spLocks xmlns:a="http://schemas.openxmlformats.org/drawingml/2006/main" noGrp="1"/>
          </p:cNvSpPr>
          <p:nvPr/>
        </p:nvSpPr>
        <p:spPr>
          <a:xfrm xmlns:a="http://schemas.openxmlformats.org/drawingml/2006/main">
            <a:off x="600075" y="6326151"/>
            <a:ext cx="10990263" cy="0"/>
          </a:xfrm>
          <a:prstGeom xmlns:a="http://schemas.openxmlformats.org/drawingml/2006/main" prst="line">
            <a:avLst/>
          </a:prstGeom>
          <a:ln xmlns:a="http://schemas.openxmlformats.org/drawingml/2006/main">
            <a:solidFill>
              <a:schemeClr val="bg1">
                <a:lumMod val="75000"/>
              </a:schemeClr>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2.xml><?xml version="1.0" encoding="utf-8"?>
<p:sldLayout xmlns:p="http://schemas.openxmlformats.org/presentationml/2006/main" preserve="1" userDrawn="1">
  <p:cSld name="Headline only, top">
    <p:spTree>
      <p:nvGrpSpPr>
        <p:cNvPr id="1" name=""/>
        <p:cNvGrpSpPr/>
        <p:nvPr/>
      </p:nvGrpSpPr>
      <p:grpSpPr>
        <a:xfrm xmlns:a="http://schemas.openxmlformats.org/drawingml/2006/main"/>
      </p:grpSpPr>
      <p:sp>
        <p:nvSpPr>
          <p:cNvPr id="2" name="Rubrik 1">
            <a:extLst xmlns:a="http://schemas.openxmlformats.org/drawingml/2006/main">
              <a:ext uri="{FF2B5EF4-FFF2-40B4-BE49-F238E27FC236}">
                <a16:creationId xmlns:a16="http://schemas.microsoft.com/office/drawing/2014/main" id="{8798893C-4CC2-2B2F-4FC8-5E0C5AE0DA9D}"/>
              </a:ext>
            </a:extLst>
          </p:cNvPr>
          <p:cNvSpPr>
            <a:spLocks xmlns:a="http://schemas.openxmlformats.org/drawingml/2006/main" noGrp="1"/>
          </p:cNvSpPr>
          <p:nvPr>
            <p:ph type="title" idx="0"/>
          </p:nvPr>
        </p:nvSpPr>
        <p:spPr>
          <a:xfrm xmlns:a="http://schemas.openxmlformats.org/drawingml/2006/main">
            <a:off x="1006764" y="326841"/>
            <a:ext cx="10583574" cy="591127"/>
          </a:xfrm>
        </p:spPr>
        <p:txBody>
          <a:bodyPr xmlns:a="http://schemas.openxmlformats.org/drawingml/2006/main" anchor="ctr"/>
          <a:lstStyle xmlns:a="http://schemas.openxmlformats.org/drawingml/2006/main">
            <a:lvl1pPr>
              <a:buNone/>
              <a:defRPr sz="3200"/>
            </a:lvl1pPr>
          </a:lstStyle>
          <a:p xmlns:a="http://schemas.openxmlformats.org/drawingml/2006/main">
            <a:r>
              <a:t>Click to edit Master title style</a:t>
            </a:r>
            <a:endParaRPr/>
          </a:p>
        </p:txBody>
      </p:sp>
      <p:sp>
        <p:nvSpPr>
          <p:cNvPr id="4" name="Platshållare för datum 3">
            <a:extLst xmlns:a="http://schemas.openxmlformats.org/drawingml/2006/main">
              <a:ext uri="{FF2B5EF4-FFF2-40B4-BE49-F238E27FC236}">
                <a16:creationId xmlns:a16="http://schemas.microsoft.com/office/drawing/2014/main" id="{1EDDDBB2-E3A5-184D-9122-109D1DA687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8EAC1D-B110-4EC8-8D1F-6FBBDF5257B7}"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8877E5B5-9B3B-1F13-E51F-88E6C87DC4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A8432B03-1FFF-FE82-834F-9C4FBE4D6A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Tree>
  </p:cSld>
</p:sldLayout>
</file>

<file path=ppt/slideLayouts/slideLayout43.xml><?xml version="1.0" encoding="utf-8"?>
<p:sldLayout xmlns:p="http://schemas.openxmlformats.org/presentationml/2006/main" showMasterSp="0" preserve="1" userDrawn="1">
  <p:cSld name="Logo">
    <p:bg>
      <p:bgPr>
        <a:solidFill xmlns:a="http://schemas.openxmlformats.org/drawingml/2006/main">
          <a:schemeClr val="accent1"/>
        </a:solidFill>
      </p:bgPr>
    </p:bg>
    <p:spTree>
      <p:nvGrpSpPr>
        <p:cNvPr id="1" name=""/>
        <p:cNvGrpSpPr/>
        <p:nvPr/>
      </p:nvGrpSpPr>
      <p:grpSpPr>
        <a:xfrm xmlns:a="http://schemas.openxmlformats.org/drawingml/2006/main"/>
      </p:grpSpPr>
      <p:pic>
        <p:nvPicPr>
          <p:cNvPr id="6" name="Bild 5">
            <a:extLst xmlns:a="http://schemas.openxmlformats.org/drawingml/2006/main">
              <a:ext uri="{FF2B5EF4-FFF2-40B4-BE49-F238E27FC236}">
                <a16:creationId xmlns:a16="http://schemas.microsoft.com/office/drawing/2014/main" id="{6321703E-5B4F-4992-A791-1295691F58E3}"/>
              </a:ext>
            </a:extLst>
          </p:cNvPr>
          <p:cNvPicPr>
            <a:picLocks xmlns:a="http://schemas.openxmlformats.org/drawingml/2006/main" noChangeAspect="1"/>
          </p:cNvPicPr>
          <p:nvPr/>
        </p:nvPicPr>
        <p:blipFill>
          <a:blip xmlns:r="http://schemas.openxmlformats.org/officeDocument/2006/relationships" xmlns:a="http://schemas.openxmlformats.org/drawingml/2006/main" r:embed="R9a446a29534e46e3">
            <a:extLst>
              <a:ext uri="{96DAC541-7B7A-43D3-8B79-37D633B846F1}">
                <asvg:svgBlip xmlns:asvg="http://schemas.microsoft.com/office/drawing/2016/SVG/main" r:embed="R86f3beff2aa34f72"/>
              </a:ext>
            </a:extLst>
          </a:blip>
          <a:stretch xmlns:a="http://schemas.openxmlformats.org/drawingml/2006/main">
            <a:fillRect l="0" t="0" r="0" b="0"/>
          </a:stretch>
        </p:blipFill>
        <p:spPr>
          <a:xfrm xmlns:a="http://schemas.openxmlformats.org/drawingml/2006/main">
            <a:off x="4804380" y="1703220"/>
            <a:ext cx="2583240" cy="2890766"/>
          </a:xfrm>
          <a:prstGeom xmlns:a="http://schemas.openxmlformats.org/drawingml/2006/main" prst="rect">
            <a:avLst/>
          </a:prstGeom>
        </p:spPr>
      </p:pic>
      <p:sp>
        <p:nvSpPr>
          <p:cNvPr id="7" name="Platshållare för datum 6">
            <a:extLst xmlns:a="http://schemas.openxmlformats.org/drawingml/2006/main">
              <a:ext uri="{FF2B5EF4-FFF2-40B4-BE49-F238E27FC236}">
                <a16:creationId xmlns:a16="http://schemas.microsoft.com/office/drawing/2014/main" id="{E7822B93-C60B-84AC-BEA5-4B6CD8FBD6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CB519618-699C-436D-8856-0972ABB80431}" type="datetime1">
              <a:t>4/27/2026</a:t>
            </a:fld>
            <a:endParaRPr/>
          </a:p>
        </p:txBody>
      </p:sp>
      <p:sp>
        <p:nvSpPr>
          <p:cNvPr id="8" name="Platshållare för sidfot 7">
            <a:extLst xmlns:a="http://schemas.openxmlformats.org/drawingml/2006/main">
              <a:ext uri="{FF2B5EF4-FFF2-40B4-BE49-F238E27FC236}">
                <a16:creationId xmlns:a16="http://schemas.microsoft.com/office/drawing/2014/main" id="{86CD18D2-CF8B-E9B4-ECC2-C81820148A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EES UETP - HVDC course 2025</a:t>
            </a:r>
            <a:endParaRPr/>
          </a:p>
        </p:txBody>
      </p:sp>
      <p:sp>
        <p:nvSpPr>
          <p:cNvPr id="9" name="Platshållare för bildnummer 8">
            <a:extLst xmlns:a="http://schemas.openxmlformats.org/drawingml/2006/main">
              <a:ext uri="{FF2B5EF4-FFF2-40B4-BE49-F238E27FC236}">
                <a16:creationId xmlns:a16="http://schemas.microsoft.com/office/drawing/2014/main" id="{652B8956-F2A5-52B7-8331-65942CA3C8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B716C8F4-20CD-364A-8A8E-DE130115B178}" type="slidenum">
              <a:t>‹#›</a:t>
            </a:fld>
            <a:endParaRPr/>
          </a:p>
        </p:txBody>
      </p:sp>
      <p:pic>
        <p:nvPicPr>
          <p:cNvPr id="2" name="Bild 1">
            <a:extLst xmlns:a="http://schemas.openxmlformats.org/drawingml/2006/main">
              <a:ext uri="{FF2B5EF4-FFF2-40B4-BE49-F238E27FC236}">
                <a16:creationId xmlns:a16="http://schemas.microsoft.com/office/drawing/2014/main" id="{E148F008-148B-4B90-97B0-E8ACE56FB06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cced4373a4f4cbc">
            <a:extLst>
              <a:ext uri="{96DAC541-7B7A-43D3-8B79-37D633B846F1}">
                <asvg:svgBlip xmlns:asvg="http://schemas.microsoft.com/office/drawing/2016/SVG/main" r:embed="R51735134f00f47ca"/>
              </a:ext>
            </a:extLst>
          </a:blip>
          <a:srcRect xmlns:a="http://schemas.openxmlformats.org/drawingml/2006/main" l="0" t="0" r="73936" b="32409"/>
          <a:stretch xmlns:a="http://schemas.openxmlformats.org/drawingml/2006/main"/>
        </p:blipFill>
        <p:spPr>
          <a:xfrm xmlns:a="http://schemas.openxmlformats.org/drawingml/2006/main">
            <a:off x="-1" y="1"/>
            <a:ext cx="3177767" cy="4635374"/>
          </a:xfrm>
          <a:prstGeom xmlns:a="http://schemas.openxmlformats.org/drawingml/2006/main" prst="rect">
            <a:avLst/>
          </a:prstGeom>
        </p:spPr>
      </p:pic>
      <p:pic>
        <p:nvPicPr>
          <p:cNvPr id="3" name="Bild 2">
            <a:extLst xmlns:a="http://schemas.openxmlformats.org/drawingml/2006/main">
              <a:ext uri="{FF2B5EF4-FFF2-40B4-BE49-F238E27FC236}">
                <a16:creationId xmlns:a16="http://schemas.microsoft.com/office/drawing/2014/main" id="{6AB5FA17-8E09-42FE-BE1A-0C0F77CA3ED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f2d74a3573a48e8">
            <a:extLst>
              <a:ext uri="{96DAC541-7B7A-43D3-8B79-37D633B846F1}">
                <asvg:svgBlip xmlns:asvg="http://schemas.microsoft.com/office/drawing/2016/SVG/main" r:embed="Rd9c0b23ee0134d12"/>
              </a:ext>
            </a:extLst>
          </a:blip>
          <a:srcRect xmlns:a="http://schemas.openxmlformats.org/drawingml/2006/main" l="0" t="72740" r="75198" b="-1"/>
          <a:stretch xmlns:a="http://schemas.openxmlformats.org/drawingml/2006/main"/>
        </p:blipFill>
        <p:spPr>
          <a:xfrm xmlns:a="http://schemas.openxmlformats.org/drawingml/2006/main" flipH="1">
            <a:off x="9166550" y="4988459"/>
            <a:ext cx="3023858" cy="1869540"/>
          </a:xfrm>
          <a:prstGeom xmlns:a="http://schemas.openxmlformats.org/drawingml/2006/main" prst="rect">
            <a:avLst/>
          </a:prstGeom>
        </p:spPr>
      </p:pic>
    </p:spTree>
  </p:cSld>
</p:sldLayout>
</file>

<file path=ppt/slideLayouts/slideLayout44.xml><?xml version="1.0" encoding="utf-8"?>
<p:sldLayout xmlns:p="http://schemas.openxmlformats.org/presentationml/2006/main" showMasterSp="0" preserve="1" userDrawn="1">
  <p:cSld name="Logo, navy blue">
    <p:bg>
      <p:bgPr>
        <a:solidFill xmlns:a="http://schemas.openxmlformats.org/drawingml/2006/main">
          <a:schemeClr val="tx2"/>
        </a:solidFill>
      </p:bgPr>
    </p:bg>
    <p:spTree>
      <p:nvGrpSpPr>
        <p:cNvPr id="1" name=""/>
        <p:cNvGrpSpPr/>
        <p:nvPr/>
      </p:nvGrpSpPr>
      <p:grpSpPr>
        <a:xfrm xmlns:a="http://schemas.openxmlformats.org/drawingml/2006/main"/>
      </p:grpSpPr>
      <p:pic>
        <p:nvPicPr>
          <p:cNvPr id="6" name="Bild 5">
            <a:extLst xmlns:a="http://schemas.openxmlformats.org/drawingml/2006/main">
              <a:ext uri="{FF2B5EF4-FFF2-40B4-BE49-F238E27FC236}">
                <a16:creationId xmlns:a16="http://schemas.microsoft.com/office/drawing/2014/main" id="{19EE1A7F-72D3-47BD-9E70-78738BABAF43}"/>
              </a:ext>
            </a:extLst>
          </p:cNvPr>
          <p:cNvPicPr>
            <a:picLocks xmlns:a="http://schemas.openxmlformats.org/drawingml/2006/main" noChangeAspect="1"/>
          </p:cNvPicPr>
          <p:nvPr/>
        </p:nvPicPr>
        <p:blipFill>
          <a:blip xmlns:r="http://schemas.openxmlformats.org/officeDocument/2006/relationships" xmlns:a="http://schemas.openxmlformats.org/drawingml/2006/main" r:embed="Rcbb8a738cf254db3">
            <a:extLst>
              <a:ext uri="{96DAC541-7B7A-43D3-8B79-37D633B846F1}">
                <asvg:svgBlip xmlns:asvg="http://schemas.microsoft.com/office/drawing/2016/SVG/main" r:embed="R72ae393d6fcc4d23"/>
              </a:ext>
            </a:extLst>
          </a:blip>
          <a:stretch xmlns:a="http://schemas.openxmlformats.org/drawingml/2006/main">
            <a:fillRect l="0" t="0" r="0" b="0"/>
          </a:stretch>
        </p:blipFill>
        <p:spPr>
          <a:xfrm xmlns:a="http://schemas.openxmlformats.org/drawingml/2006/main">
            <a:off x="4804380" y="1703220"/>
            <a:ext cx="2583240" cy="2890766"/>
          </a:xfrm>
          <a:prstGeom xmlns:a="http://schemas.openxmlformats.org/drawingml/2006/main" prst="rect">
            <a:avLst/>
          </a:prstGeom>
        </p:spPr>
      </p:pic>
      <p:sp>
        <p:nvSpPr>
          <p:cNvPr id="7" name="Platshållare för datum 6">
            <a:extLst xmlns:a="http://schemas.openxmlformats.org/drawingml/2006/main">
              <a:ext uri="{FF2B5EF4-FFF2-40B4-BE49-F238E27FC236}">
                <a16:creationId xmlns:a16="http://schemas.microsoft.com/office/drawing/2014/main" id="{E7822B93-C60B-84AC-BEA5-4B6CD8FBD6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3254B679-1F61-4901-B91A-CB4A6EABAE1D}" type="datetime1">
              <a:t>4/27/2026</a:t>
            </a:fld>
            <a:endParaRPr/>
          </a:p>
        </p:txBody>
      </p:sp>
      <p:sp>
        <p:nvSpPr>
          <p:cNvPr id="8" name="Platshållare för sidfot 7">
            <a:extLst xmlns:a="http://schemas.openxmlformats.org/drawingml/2006/main">
              <a:ext uri="{FF2B5EF4-FFF2-40B4-BE49-F238E27FC236}">
                <a16:creationId xmlns:a16="http://schemas.microsoft.com/office/drawing/2014/main" id="{86CD18D2-CF8B-E9B4-ECC2-C81820148A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EES UETP - HVDC course 2025</a:t>
            </a:r>
            <a:endParaRPr/>
          </a:p>
        </p:txBody>
      </p:sp>
      <p:sp>
        <p:nvSpPr>
          <p:cNvPr id="9" name="Platshållare för bildnummer 8">
            <a:extLst xmlns:a="http://schemas.openxmlformats.org/drawingml/2006/main">
              <a:ext uri="{FF2B5EF4-FFF2-40B4-BE49-F238E27FC236}">
                <a16:creationId xmlns:a16="http://schemas.microsoft.com/office/drawing/2014/main" id="{652B8956-F2A5-52B7-8331-65942CA3C8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B716C8F4-20CD-364A-8A8E-DE130115B178}" type="slidenum">
              <a:t>‹#›</a:t>
            </a:fld>
            <a:endParaRPr/>
          </a:p>
        </p:txBody>
      </p:sp>
      <p:pic>
        <p:nvPicPr>
          <p:cNvPr id="2" name="Bild 1">
            <a:extLst xmlns:a="http://schemas.openxmlformats.org/drawingml/2006/main">
              <a:ext uri="{FF2B5EF4-FFF2-40B4-BE49-F238E27FC236}">
                <a16:creationId xmlns:a16="http://schemas.microsoft.com/office/drawing/2014/main" id="{27332174-8C3A-496D-8367-0D92086B618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78e57c6cae2445b">
            <a:extLst>
              <a:ext uri="{96DAC541-7B7A-43D3-8B79-37D633B846F1}">
                <asvg:svgBlip xmlns:asvg="http://schemas.microsoft.com/office/drawing/2016/SVG/main" r:embed="R2ec0ada515de472e"/>
              </a:ext>
            </a:extLst>
          </a:blip>
          <a:srcRect xmlns:a="http://schemas.openxmlformats.org/drawingml/2006/main" l="0" t="0" r="73936" b="32409"/>
          <a:stretch xmlns:a="http://schemas.openxmlformats.org/drawingml/2006/main"/>
        </p:blipFill>
        <p:spPr>
          <a:xfrm xmlns:a="http://schemas.openxmlformats.org/drawingml/2006/main">
            <a:off x="-1" y="1"/>
            <a:ext cx="3177767" cy="4635374"/>
          </a:xfrm>
          <a:prstGeom xmlns:a="http://schemas.openxmlformats.org/drawingml/2006/main" prst="rect">
            <a:avLst/>
          </a:prstGeom>
        </p:spPr>
      </p:pic>
      <p:pic>
        <p:nvPicPr>
          <p:cNvPr id="3" name="Bild 2">
            <a:extLst xmlns:a="http://schemas.openxmlformats.org/drawingml/2006/main">
              <a:ext uri="{FF2B5EF4-FFF2-40B4-BE49-F238E27FC236}">
                <a16:creationId xmlns:a16="http://schemas.microsoft.com/office/drawing/2014/main" id="{F6C15639-9232-467F-9371-2C3CA7E6C64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a5f02d25bbb4302">
            <a:extLst>
              <a:ext uri="{96DAC541-7B7A-43D3-8B79-37D633B846F1}">
                <asvg:svgBlip xmlns:asvg="http://schemas.microsoft.com/office/drawing/2016/SVG/main" r:embed="R946c8ecd4a704a5e"/>
              </a:ext>
            </a:extLst>
          </a:blip>
          <a:srcRect xmlns:a="http://schemas.openxmlformats.org/drawingml/2006/main" l="0" t="72740" r="75198" b="-1"/>
          <a:stretch xmlns:a="http://schemas.openxmlformats.org/drawingml/2006/main"/>
        </p:blipFill>
        <p:spPr>
          <a:xfrm xmlns:a="http://schemas.openxmlformats.org/drawingml/2006/main" flipH="1">
            <a:off x="9166550" y="4988459"/>
            <a:ext cx="3023858" cy="1869540"/>
          </a:xfrm>
          <a:prstGeom xmlns:a="http://schemas.openxmlformats.org/drawingml/2006/main" prst="rect">
            <a:avLst/>
          </a:prstGeom>
        </p:spPr>
      </p:pic>
    </p:spTree>
  </p:cSld>
</p:sldLayout>
</file>

<file path=ppt/slideLayouts/slideLayout45.xml><?xml version="1.0" encoding="utf-8"?>
<p:sldLayout xmlns:p="http://schemas.openxmlformats.org/presentationml/2006/main" preserve="1" userDrawn="1">
  <p:cSld name="How to use template">
    <p:spTree>
      <p:nvGrpSpPr>
        <p:cNvPr id="1" name=""/>
        <p:cNvGrpSpPr/>
        <p:nvPr/>
      </p:nvGrpSpPr>
      <p:grpSpPr>
        <a:xfrm xmlns:a="http://schemas.openxmlformats.org/drawingml/2006/main"/>
      </p:grpSpPr>
      <p:pic>
        <p:nvPicPr>
          <p:cNvPr id="13" name="Bildobjekt 12">
            <a:extLst xmlns:a="http://schemas.openxmlformats.org/drawingml/2006/main">
              <a:ext uri="{FF2B5EF4-FFF2-40B4-BE49-F238E27FC236}">
                <a16:creationId xmlns:a16="http://schemas.microsoft.com/office/drawing/2014/main" id="{308F11AF-DDF0-4C59-9ED9-0C7F0443A396}"/>
              </a:ext>
            </a:extLst>
          </p:cNvPr>
          <p:cNvPicPr>
            <a:picLocks xmlns:a="http://schemas.openxmlformats.org/drawingml/2006/main" noChangeAspect="1"/>
          </p:cNvPicPr>
          <p:nvPr/>
        </p:nvPicPr>
        <p:blipFill>
          <a:blip xmlns:r="http://schemas.openxmlformats.org/officeDocument/2006/relationships" xmlns:a="http://schemas.openxmlformats.org/drawingml/2006/main" r:embed="R269dc6762356427c"/>
          <a:stretch xmlns:a="http://schemas.openxmlformats.org/drawingml/2006/main">
            <a:fillRect l="0" t="0" r="0" b="0"/>
          </a:stretch>
        </p:blipFill>
        <p:spPr>
          <a:xfrm xmlns:a="http://schemas.openxmlformats.org/drawingml/2006/main" rot="0" flipH="0" flipV="0">
            <a:off x="2347236" y="3604082"/>
            <a:ext cx="1806522" cy="1575199"/>
          </a:xfrm>
          <a:prstGeom xmlns:a="http://schemas.openxmlformats.org/drawingml/2006/main" prst="rect">
            <a:avLst/>
          </a:prstGeom>
        </p:spPr>
      </p:pic>
      <p:pic>
        <p:nvPicPr>
          <p:cNvPr id="15" name="Bildobjekt 14">
            <a:extLst xmlns:a="http://schemas.openxmlformats.org/drawingml/2006/main">
              <a:ext uri="{FF2B5EF4-FFF2-40B4-BE49-F238E27FC236}">
                <a16:creationId xmlns:a16="http://schemas.microsoft.com/office/drawing/2014/main" id="{D53F9584-5286-4B20-8E72-4BD9D088F0AB}"/>
              </a:ext>
            </a:extLst>
          </p:cNvPr>
          <p:cNvPicPr>
            <a:picLocks xmlns:a="http://schemas.openxmlformats.org/drawingml/2006/main" noChangeAspect="1"/>
          </p:cNvPicPr>
          <p:nvPr/>
        </p:nvPicPr>
        <p:blipFill>
          <a:blip xmlns:r="http://schemas.openxmlformats.org/officeDocument/2006/relationships" xmlns:a="http://schemas.openxmlformats.org/drawingml/2006/main" r:embed="R15d575b611d1408c"/>
          <a:stretch xmlns:a="http://schemas.openxmlformats.org/drawingml/2006/main">
            <a:fillRect l="0" t="0" r="0" b="0"/>
          </a:stretch>
        </p:blipFill>
        <p:spPr>
          <a:xfrm xmlns:a="http://schemas.openxmlformats.org/drawingml/2006/main" rot="0" flipH="0" flipV="0">
            <a:off x="2347236" y="2028884"/>
            <a:ext cx="1806522" cy="1575199"/>
          </a:xfrm>
          <a:prstGeom xmlns:a="http://schemas.openxmlformats.org/drawingml/2006/main" prst="rect">
            <a:avLst/>
          </a:prstGeom>
        </p:spPr>
      </p:pic>
      <p:sp>
        <p:nvSpPr>
          <p:cNvPr id="3" name="Platshållare för datum 2">
            <a:extLst xmlns:a="http://schemas.openxmlformats.org/drawingml/2006/main">
              <a:ext uri="{FF2B5EF4-FFF2-40B4-BE49-F238E27FC236}">
                <a16:creationId xmlns:a16="http://schemas.microsoft.com/office/drawing/2014/main" id="{3968F577-4190-D3A2-B5A8-E34ADF1ABC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AABDD9B-D20F-42BA-A370-A0BAEF68A3D4}"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2AD44966-3286-DD76-F24B-E5B897B19E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618B16DD-2293-3CEC-1E7B-F472FFA64C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
        <p:nvSpPr>
          <p:cNvPr id="7" name="textruta 6">
            <a:extLst xmlns:a="http://schemas.openxmlformats.org/drawingml/2006/main">
              <a:ext uri="{FF2B5EF4-FFF2-40B4-BE49-F238E27FC236}">
                <a16:creationId xmlns:a16="http://schemas.microsoft.com/office/drawing/2014/main" id="{90ED1EC6-276A-A06E-A517-156B8EACE0DE}"/>
              </a:ext>
            </a:extLst>
          </p:cNvPr>
          <p:cNvSpPr>
            <a:spLocks xmlns:a="http://schemas.openxmlformats.org/drawingml/2006/main" noGrp="1"/>
          </p:cNvSpPr>
          <p:nvPr/>
        </p:nvSpPr>
        <p:spPr>
          <a:xfrm xmlns:a="http://schemas.openxmlformats.org/drawingml/2006/main">
            <a:off x="600076" y="1046036"/>
            <a:ext cx="10991850" cy="79625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r>
              <a:rPr sz="3600" b="1">
                <a:solidFill>
                  <a:schemeClr val="tx2"/>
                </a:solidFill>
                <a:latin typeface="+mj-lt"/>
                <a:ea typeface="+mj-lt"/>
                <a:cs typeface="+mj-lt"/>
              </a:rPr>
              <a:t>How to use this template</a:t>
            </a:r>
          </a:p>
        </p:txBody>
      </p:sp>
      <p:sp>
        <p:nvSpPr>
          <p:cNvPr id="6" name="textruta 5">
            <a:extLst xmlns:a="http://schemas.openxmlformats.org/drawingml/2006/main">
              <a:ext uri="{FF2B5EF4-FFF2-40B4-BE49-F238E27FC236}">
                <a16:creationId xmlns:a16="http://schemas.microsoft.com/office/drawing/2014/main" id="{A169F84A-F3A8-EFE5-7C9A-F2537DED6605}"/>
              </a:ext>
            </a:extLst>
          </p:cNvPr>
          <p:cNvSpPr>
            <a:spLocks xmlns:a="http://schemas.openxmlformats.org/drawingml/2006/main" noGrp="1"/>
          </p:cNvSpPr>
          <p:nvPr/>
        </p:nvSpPr>
        <p:spPr>
          <a:xfrm xmlns:a="http://schemas.openxmlformats.org/drawingml/2006/main">
            <a:off x="716536" y="2472816"/>
            <a:ext cx="1469735" cy="72327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600"/>
              </a:spcAft>
              <a:buNone/>
            </a:pPr>
            <a:r>
              <a:rPr sz="1000" b="1">
                <a:solidFill>
                  <a:schemeClr val="tx2"/>
                </a:solidFill>
              </a:rPr>
              <a:t>Slide templates</a:t>
            </a:r>
          </a:p>
          <a:p xmlns:a="http://schemas.openxmlformats.org/drawingml/2006/main">
            <a:pPr>
              <a:spcAft>
                <a:spcPts val="600"/>
              </a:spcAft>
              <a:buNone/>
            </a:pPr>
            <a:r>
              <a:rPr sz="800"/>
              <a:t>Click on </a:t>
            </a:r>
            <a:r>
              <a:rPr sz="800" i="1"/>
              <a:t>New slide</a:t>
            </a:r>
            <a:r>
              <a:rPr sz="800"/>
              <a:t> to see the templates various template slide. Choose one to suite </a:t>
            </a:r>
            <a:br>
              <a:rPr sz="800"/>
            </a:br>
            <a:r>
              <a:rPr sz="800"/>
              <a:t>your content.</a:t>
            </a:r>
          </a:p>
        </p:txBody>
      </p:sp>
      <p:sp>
        <p:nvSpPr>
          <p:cNvPr id="8" name="textruta 7">
            <a:extLst xmlns:a="http://schemas.openxmlformats.org/drawingml/2006/main">
              <a:ext uri="{FF2B5EF4-FFF2-40B4-BE49-F238E27FC236}">
                <a16:creationId xmlns:a16="http://schemas.microsoft.com/office/drawing/2014/main" id="{768BCC39-F9DA-DF60-4025-17B6E0131556}"/>
              </a:ext>
            </a:extLst>
          </p:cNvPr>
          <p:cNvSpPr>
            <a:spLocks xmlns:a="http://schemas.openxmlformats.org/drawingml/2006/main" noGrp="1"/>
          </p:cNvSpPr>
          <p:nvPr/>
        </p:nvSpPr>
        <p:spPr>
          <a:xfrm xmlns:a="http://schemas.openxmlformats.org/drawingml/2006/main">
            <a:off x="716537" y="3685917"/>
            <a:ext cx="1469735" cy="69249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600"/>
              </a:spcAft>
              <a:buNone/>
            </a:pPr>
            <a:r>
              <a:rPr sz="800" b="1">
                <a:solidFill>
                  <a:schemeClr val="tx2"/>
                </a:solidFill>
              </a:rPr>
              <a:t>Layout</a:t>
            </a:r>
          </a:p>
          <a:p xmlns:a="http://schemas.openxmlformats.org/drawingml/2006/main">
            <a:pPr>
              <a:spcAft>
                <a:spcPts val="600"/>
              </a:spcAft>
              <a:buNone/>
            </a:pPr>
            <a:r>
              <a:rPr sz="800"/>
              <a:t>If you’d like to change slide template on an existing slide, click on </a:t>
            </a:r>
            <a:r>
              <a:rPr sz="800" i="1"/>
              <a:t>Layout</a:t>
            </a:r>
            <a:r>
              <a:rPr sz="800"/>
              <a:t> and select a new template. </a:t>
            </a:r>
          </a:p>
        </p:txBody>
      </p:sp>
      <p:sp>
        <p:nvSpPr>
          <p:cNvPr id="9" name="textruta 8">
            <a:extLst xmlns:a="http://schemas.openxmlformats.org/drawingml/2006/main">
              <a:ext uri="{FF2B5EF4-FFF2-40B4-BE49-F238E27FC236}">
                <a16:creationId xmlns:a16="http://schemas.microsoft.com/office/drawing/2014/main" id="{F266C024-6842-2553-28D2-931168DE2970}"/>
              </a:ext>
            </a:extLst>
          </p:cNvPr>
          <p:cNvSpPr>
            <a:spLocks xmlns:a="http://schemas.openxmlformats.org/drawingml/2006/main" noGrp="1"/>
          </p:cNvSpPr>
          <p:nvPr/>
        </p:nvSpPr>
        <p:spPr>
          <a:xfrm xmlns:a="http://schemas.openxmlformats.org/drawingml/2006/main">
            <a:off x="716536" y="4881301"/>
            <a:ext cx="1469735" cy="56938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600"/>
              </a:spcAft>
              <a:buNone/>
            </a:pPr>
            <a:r>
              <a:rPr sz="800" b="1">
                <a:solidFill>
                  <a:schemeClr val="tx2"/>
                </a:solidFill>
              </a:rPr>
              <a:t>Reset</a:t>
            </a:r>
          </a:p>
          <a:p xmlns:a="http://schemas.openxmlformats.org/drawingml/2006/main">
            <a:pPr>
              <a:spcAft>
                <a:spcPts val="600"/>
              </a:spcAft>
              <a:buNone/>
            </a:pPr>
            <a:r>
              <a:rPr sz="800"/>
              <a:t>Reset a slide to the slide templates design by </a:t>
            </a:r>
            <a:br>
              <a:rPr sz="800"/>
            </a:br>
            <a:r>
              <a:rPr sz="800"/>
              <a:t>clicking on </a:t>
            </a:r>
            <a:r>
              <a:rPr sz="800" i="1"/>
              <a:t>Reset</a:t>
            </a:r>
            <a:r>
              <a:rPr sz="800"/>
              <a:t>. </a:t>
            </a:r>
          </a:p>
        </p:txBody>
      </p:sp>
      <p:sp>
        <p:nvSpPr>
          <p:cNvPr id="10" name="textruta 9">
            <a:extLst xmlns:a="http://schemas.openxmlformats.org/drawingml/2006/main">
              <a:ext uri="{FF2B5EF4-FFF2-40B4-BE49-F238E27FC236}">
                <a16:creationId xmlns:a16="http://schemas.microsoft.com/office/drawing/2014/main" id="{C49C5967-B80A-E7A8-432B-804EA96184DA}"/>
              </a:ext>
            </a:extLst>
          </p:cNvPr>
          <p:cNvSpPr>
            <a:spLocks xmlns:a="http://schemas.openxmlformats.org/drawingml/2006/main" noGrp="1"/>
          </p:cNvSpPr>
          <p:nvPr/>
        </p:nvSpPr>
        <p:spPr>
          <a:xfrm xmlns:a="http://schemas.openxmlformats.org/drawingml/2006/main">
            <a:off x="4586575" y="2066955"/>
            <a:ext cx="1361445" cy="109260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600"/>
              </a:spcAft>
              <a:buNone/>
            </a:pPr>
            <a:r>
              <a:rPr sz="1000" b="1">
                <a:solidFill>
                  <a:schemeClr val="tx2"/>
                </a:solidFill>
              </a:rPr>
              <a:t>Colors</a:t>
            </a:r>
          </a:p>
          <a:p xmlns:a="http://schemas.openxmlformats.org/drawingml/2006/main">
            <a:pPr>
              <a:spcAft>
                <a:spcPts val="600"/>
              </a:spcAft>
              <a:buNone/>
            </a:pPr>
            <a:r>
              <a:rPr sz="800"/>
              <a:t>This template is programmed with the KTH color palette. The correct colors are the in top row under </a:t>
            </a:r>
            <a:r>
              <a:rPr sz="800" i="1"/>
              <a:t>Theme Colors</a:t>
            </a:r>
            <a:r>
              <a:rPr sz="800"/>
              <a:t> and all colors under </a:t>
            </a:r>
            <a:r>
              <a:rPr sz="800" i="1"/>
              <a:t>Custom Colors</a:t>
            </a:r>
            <a:r>
              <a:rPr sz="800"/>
              <a:t>. Only use the correct colors.</a:t>
            </a:r>
          </a:p>
        </p:txBody>
      </p:sp>
      <p:sp>
        <p:nvSpPr>
          <p:cNvPr id="17" name="textruta 16">
            <a:extLst xmlns:a="http://schemas.openxmlformats.org/drawingml/2006/main">
              <a:ext uri="{FF2B5EF4-FFF2-40B4-BE49-F238E27FC236}">
                <a16:creationId xmlns:a16="http://schemas.microsoft.com/office/drawing/2014/main" id="{5077E03A-6420-92EB-FBAB-1A11484F6E1E}"/>
              </a:ext>
            </a:extLst>
          </p:cNvPr>
          <p:cNvSpPr>
            <a:spLocks xmlns:a="http://schemas.openxmlformats.org/drawingml/2006/main" noGrp="1"/>
          </p:cNvSpPr>
          <p:nvPr/>
        </p:nvSpPr>
        <p:spPr>
          <a:xfrm xmlns:a="http://schemas.openxmlformats.org/drawingml/2006/main">
            <a:off x="6938221" y="2303726"/>
            <a:ext cx="598588" cy="307777"/>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500">
                <a:solidFill>
                  <a:srgbClr val="F9535C"/>
                </a:solidFill>
              </a:rPr>
              <a:t>Do </a:t>
            </a:r>
            <a:r>
              <a:rPr sz="500" u="sng">
                <a:solidFill>
                  <a:srgbClr val="F9535C"/>
                </a:solidFill>
              </a:rPr>
              <a:t>NOT</a:t>
            </a:r>
            <a:r>
              <a:rPr sz="500">
                <a:solidFill>
                  <a:srgbClr val="F9535C"/>
                </a:solidFill>
              </a:rPr>
              <a:t> use the colors PowerPoint auto generates. They are not on brand. </a:t>
            </a:r>
          </a:p>
        </p:txBody>
      </p:sp>
      <p:sp>
        <p:nvSpPr>
          <p:cNvPr id="21" name="textruta 20">
            <a:extLst xmlns:a="http://schemas.openxmlformats.org/drawingml/2006/main">
              <a:ext uri="{FF2B5EF4-FFF2-40B4-BE49-F238E27FC236}">
                <a16:creationId xmlns:a16="http://schemas.microsoft.com/office/drawing/2014/main" id="{8926CA3B-DA70-E9B7-6DA6-A695DCFB4726}"/>
              </a:ext>
            </a:extLst>
          </p:cNvPr>
          <p:cNvSpPr>
            <a:spLocks xmlns:a="http://schemas.openxmlformats.org/drawingml/2006/main" noGrp="1"/>
          </p:cNvSpPr>
          <p:nvPr/>
        </p:nvSpPr>
        <p:spPr>
          <a:xfrm xmlns:a="http://schemas.openxmlformats.org/drawingml/2006/main">
            <a:off x="8095279" y="2061013"/>
            <a:ext cx="1588210" cy="2185214"/>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600"/>
              </a:spcAft>
              <a:buNone/>
            </a:pPr>
            <a:r>
              <a:rPr sz="1000" b="1">
                <a:solidFill>
                  <a:schemeClr val="tx2"/>
                </a:solidFill>
              </a:rPr>
              <a:t>Change the image crop</a:t>
            </a:r>
          </a:p>
          <a:p xmlns:a="http://schemas.openxmlformats.org/drawingml/2006/main">
            <a:pPr>
              <a:spcAft>
                <a:spcPts val="600"/>
              </a:spcAft>
              <a:buNone/>
            </a:pPr>
            <a:r>
              <a:rPr sz="800"/>
              <a:t>When an image is placed in an image place holder, PowerPoint automatically crops the image to fit the placeholder. To alter what part of the image is shown:</a:t>
            </a:r>
          </a:p>
          <a:p xmlns:a="http://schemas.openxmlformats.org/drawingml/2006/main">
            <a:pPr marL="120600" indent="-120600">
              <a:spcAft>
                <a:spcPts val="600"/>
              </a:spcAft>
              <a:buClr>
                <a:schemeClr val="accent1"/>
              </a:buClr>
              <a:buFont typeface="+mj-lt"/>
              <a:buAutoNum type="arabicPeriod"/>
            </a:pPr>
            <a:r>
              <a:rPr sz="800"/>
              <a:t>Select the image and go to </a:t>
            </a:r>
            <a:br>
              <a:rPr sz="800"/>
            </a:br>
            <a:r>
              <a:rPr sz="800"/>
              <a:t>the </a:t>
            </a:r>
            <a:r>
              <a:rPr sz="800" i="1"/>
              <a:t>Picture Format </a:t>
            </a:r>
            <a:r>
              <a:rPr sz="800"/>
              <a:t>tab. </a:t>
            </a:r>
          </a:p>
          <a:p xmlns:a="http://schemas.openxmlformats.org/drawingml/2006/main">
            <a:pPr marL="120600" indent="-120600">
              <a:spcAft>
                <a:spcPts val="600"/>
              </a:spcAft>
              <a:buClr>
                <a:schemeClr val="accent1"/>
              </a:buClr>
              <a:buFont typeface="+mj-lt"/>
              <a:buAutoNum type="arabicPeriod"/>
            </a:pPr>
            <a:r>
              <a:rPr sz="800"/>
              <a:t>Choose </a:t>
            </a:r>
            <a:r>
              <a:rPr sz="800" i="1"/>
              <a:t>Crop</a:t>
            </a:r>
            <a:r>
              <a:rPr sz="800"/>
              <a:t>. Now, the entire image is visible, the cropped out parts are darker. </a:t>
            </a:r>
          </a:p>
          <a:p xmlns:a="http://schemas.openxmlformats.org/drawingml/2006/main">
            <a:pPr marL="120600" indent="-120600">
              <a:spcAft>
                <a:spcPts val="600"/>
              </a:spcAft>
              <a:buClr>
                <a:schemeClr val="accent1"/>
              </a:buClr>
              <a:buFont typeface="+mj-lt"/>
              <a:buAutoNum type="arabicPeriod"/>
            </a:pPr>
            <a:r>
              <a:rPr sz="800"/>
              <a:t>Now you can move the image around within the placeholder and/or zoom in by pulling the corners of the image. </a:t>
            </a:r>
          </a:p>
        </p:txBody>
      </p:sp>
      <p:sp>
        <p:nvSpPr>
          <p:cNvPr id="23" name="textruta 22">
            <a:extLst xmlns:a="http://schemas.openxmlformats.org/drawingml/2006/main">
              <a:ext uri="{FF2B5EF4-FFF2-40B4-BE49-F238E27FC236}">
                <a16:creationId xmlns:a16="http://schemas.microsoft.com/office/drawing/2014/main" id="{4FF18537-A6AC-E08C-1D06-F4EFDB0287B8}"/>
              </a:ext>
            </a:extLst>
          </p:cNvPr>
          <p:cNvSpPr>
            <a:spLocks xmlns:a="http://schemas.openxmlformats.org/drawingml/2006/main" noGrp="1"/>
          </p:cNvSpPr>
          <p:nvPr/>
        </p:nvSpPr>
        <p:spPr>
          <a:xfrm xmlns:a="http://schemas.openxmlformats.org/drawingml/2006/main">
            <a:off x="10058400" y="2061013"/>
            <a:ext cx="1486590" cy="1692771"/>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600"/>
              </a:spcAft>
              <a:buNone/>
            </a:pPr>
            <a:r>
              <a:rPr sz="1000" b="1">
                <a:solidFill>
                  <a:schemeClr val="tx2"/>
                </a:solidFill>
              </a:rPr>
              <a:t>Edit image background</a:t>
            </a:r>
          </a:p>
          <a:p xmlns:a="http://schemas.openxmlformats.org/drawingml/2006/main">
            <a:pPr marL="120600" indent="-120600">
              <a:spcAft>
                <a:spcPts val="600"/>
              </a:spcAft>
              <a:buClr>
                <a:schemeClr val="accent1"/>
              </a:buClr>
              <a:buAutoNum type="arabicPeriod"/>
            </a:pPr>
            <a:r>
              <a:rPr sz="800"/>
              <a:t>Select </a:t>
            </a:r>
            <a:r>
              <a:rPr sz="800" i="1"/>
              <a:t>Design</a:t>
            </a:r>
            <a:r>
              <a:rPr sz="800"/>
              <a:t> &gt; </a:t>
            </a:r>
            <a:r>
              <a:rPr sz="800" i="1"/>
              <a:t>Format Background</a:t>
            </a:r>
            <a:r>
              <a:rPr sz="800"/>
              <a:t>.</a:t>
            </a:r>
          </a:p>
          <a:p xmlns:a="http://schemas.openxmlformats.org/drawingml/2006/main">
            <a:pPr marL="120600" indent="-120600">
              <a:spcAft>
                <a:spcPts val="600"/>
              </a:spcAft>
              <a:buClr>
                <a:schemeClr val="accent1"/>
              </a:buClr>
              <a:buAutoNum type="arabicPeriod"/>
            </a:pPr>
            <a:r>
              <a:rPr sz="800"/>
              <a:t>In the </a:t>
            </a:r>
            <a:r>
              <a:rPr sz="800" i="1"/>
              <a:t>Format Background pane</a:t>
            </a:r>
            <a:r>
              <a:rPr sz="800"/>
              <a:t>, select </a:t>
            </a:r>
            <a:r>
              <a:rPr sz="800" i="1"/>
              <a:t>Picture or texture fill</a:t>
            </a:r>
            <a:r>
              <a:rPr sz="800"/>
              <a:t>.</a:t>
            </a:r>
          </a:p>
          <a:p xmlns:a="http://schemas.openxmlformats.org/drawingml/2006/main">
            <a:pPr marL="120600" indent="-120600">
              <a:spcAft>
                <a:spcPts val="600"/>
              </a:spcAft>
              <a:buClr>
                <a:schemeClr val="accent1"/>
              </a:buClr>
              <a:buAutoNum type="arabicPeriod"/>
            </a:pPr>
            <a:r>
              <a:rPr sz="800"/>
              <a:t>Select </a:t>
            </a:r>
            <a:r>
              <a:rPr sz="800" i="1"/>
              <a:t>File</a:t>
            </a:r>
            <a:r>
              <a:rPr sz="800"/>
              <a:t>.</a:t>
            </a:r>
          </a:p>
          <a:p xmlns:a="http://schemas.openxmlformats.org/drawingml/2006/main">
            <a:pPr marL="120600" indent="-120600">
              <a:spcAft>
                <a:spcPts val="600"/>
              </a:spcAft>
              <a:buClr>
                <a:schemeClr val="accent1"/>
              </a:buClr>
              <a:buAutoNum type="arabicPeriod"/>
            </a:pPr>
            <a:r>
              <a:rPr sz="800"/>
              <a:t>In the </a:t>
            </a:r>
            <a:r>
              <a:rPr sz="800" i="1"/>
              <a:t>Insert Picture</a:t>
            </a:r>
            <a:r>
              <a:rPr sz="800"/>
              <a:t> dialog box, choose the picture </a:t>
            </a:r>
            <a:br>
              <a:rPr sz="800"/>
            </a:br>
            <a:r>
              <a:rPr sz="800"/>
              <a:t>you want to use and then select </a:t>
            </a:r>
            <a:r>
              <a:rPr sz="800" i="1"/>
              <a:t>Insert</a:t>
            </a:r>
            <a:r>
              <a:rPr sz="800"/>
              <a:t>.</a:t>
            </a:r>
          </a:p>
        </p:txBody>
      </p:sp>
      <p:sp>
        <p:nvSpPr>
          <p:cNvPr id="24" name="textruta 23">
            <a:extLst xmlns:a="http://schemas.openxmlformats.org/drawingml/2006/main">
              <a:ext uri="{FF2B5EF4-FFF2-40B4-BE49-F238E27FC236}">
                <a16:creationId xmlns:a16="http://schemas.microsoft.com/office/drawing/2014/main" id="{49208D86-4998-5146-37DE-48F0F8DCB7BC}"/>
              </a:ext>
            </a:extLst>
          </p:cNvPr>
          <p:cNvSpPr>
            <a:spLocks xmlns:a="http://schemas.openxmlformats.org/drawingml/2006/main" noGrp="1"/>
          </p:cNvSpPr>
          <p:nvPr/>
        </p:nvSpPr>
        <p:spPr>
          <a:xfrm xmlns:a="http://schemas.openxmlformats.org/drawingml/2006/main">
            <a:off x="4586575" y="4075714"/>
            <a:ext cx="1295401" cy="15696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600"/>
              </a:spcAft>
              <a:buNone/>
            </a:pPr>
            <a:r>
              <a:rPr sz="1000" b="1">
                <a:solidFill>
                  <a:schemeClr val="tx2"/>
                </a:solidFill>
              </a:rPr>
              <a:t>Header and footer</a:t>
            </a:r>
          </a:p>
          <a:p xmlns:a="http://schemas.openxmlformats.org/drawingml/2006/main">
            <a:pPr>
              <a:spcAft>
                <a:spcPts val="600"/>
              </a:spcAft>
              <a:buNone/>
            </a:pPr>
            <a:r>
              <a:rPr sz="800"/>
              <a:t>Insert header/footer, </a:t>
            </a:r>
            <a:br>
              <a:rPr sz="800"/>
            </a:br>
            <a:r>
              <a:rPr sz="800"/>
              <a:t>date and page numbers:</a:t>
            </a:r>
          </a:p>
          <a:p xmlns:a="http://schemas.openxmlformats.org/drawingml/2006/main">
            <a:pPr marL="120600" indent="-120600">
              <a:spcAft>
                <a:spcPts val="600"/>
              </a:spcAft>
              <a:buClr>
                <a:schemeClr val="accent1"/>
              </a:buClr>
              <a:buFont typeface="+mj-lt"/>
              <a:buAutoNum type="arabicPeriod"/>
            </a:pPr>
            <a:r>
              <a:rPr sz="800"/>
              <a:t>On the </a:t>
            </a:r>
            <a:r>
              <a:rPr sz="800" i="1"/>
              <a:t>Insert</a:t>
            </a:r>
            <a:r>
              <a:rPr sz="800"/>
              <a:t> tab, </a:t>
            </a:r>
            <a:br>
              <a:rPr sz="800"/>
            </a:br>
            <a:r>
              <a:rPr sz="800"/>
              <a:t>click </a:t>
            </a:r>
            <a:r>
              <a:rPr sz="800" i="1"/>
              <a:t>Header &amp; Footer</a:t>
            </a:r>
            <a:r>
              <a:rPr sz="800"/>
              <a:t>.</a:t>
            </a:r>
          </a:p>
          <a:p xmlns:a="http://schemas.openxmlformats.org/drawingml/2006/main">
            <a:pPr marL="120600" indent="-120600">
              <a:spcAft>
                <a:spcPts val="600"/>
              </a:spcAft>
              <a:buClr>
                <a:schemeClr val="accent1"/>
              </a:buClr>
              <a:buFont typeface="+mj-lt"/>
              <a:buAutoNum type="arabicPeriod"/>
            </a:pPr>
            <a:r>
              <a:rPr sz="800"/>
              <a:t>In the Header and Footer box, on the Slide tab, select the information you want.</a:t>
            </a:r>
          </a:p>
          <a:p xmlns:a="http://schemas.openxmlformats.org/drawingml/2006/main">
            <a:pPr marL="120600" indent="-120600">
              <a:spcAft>
                <a:spcPts val="600"/>
              </a:spcAft>
              <a:buClr>
                <a:schemeClr val="accent1"/>
              </a:buClr>
              <a:buFont typeface="+mj-lt"/>
              <a:buAutoNum type="arabicPeriod"/>
            </a:pPr>
            <a:r>
              <a:rPr sz="800"/>
              <a:t>Click </a:t>
            </a:r>
            <a:r>
              <a:rPr sz="800" i="1"/>
              <a:t>Apply to All</a:t>
            </a:r>
            <a:r>
              <a:rPr sz="800"/>
              <a:t>.</a:t>
            </a:r>
          </a:p>
        </p:txBody>
      </p:sp>
      <p:pic>
        <p:nvPicPr>
          <p:cNvPr id="32" name="Bildobjekt 31">
            <a:extLst xmlns:a="http://schemas.openxmlformats.org/drawingml/2006/main">
              <a:ext uri="{FF2B5EF4-FFF2-40B4-BE49-F238E27FC236}">
                <a16:creationId xmlns:a16="http://schemas.microsoft.com/office/drawing/2014/main" id="{0C31E1A6-F3E7-491B-B1B5-EB9F43ECA747}"/>
              </a:ext>
            </a:extLst>
          </p:cNvPr>
          <p:cNvPicPr>
            <a:picLocks xmlns:a="http://schemas.openxmlformats.org/drawingml/2006/main" noChangeAspect="1"/>
          </p:cNvPicPr>
          <p:nvPr/>
        </p:nvPicPr>
        <p:blipFill>
          <a:blip xmlns:r="http://schemas.openxmlformats.org/officeDocument/2006/relationships" xmlns:a="http://schemas.openxmlformats.org/drawingml/2006/main" r:embed="R3004ace0058343eb"/>
          <a:stretch xmlns:a="http://schemas.openxmlformats.org/drawingml/2006/main">
            <a:fillRect l="0" t="0" r="0" b="0"/>
          </a:stretch>
        </p:blipFill>
        <p:spPr>
          <a:xfrm xmlns:a="http://schemas.openxmlformats.org/drawingml/2006/main">
            <a:off x="8066200" y="4318565"/>
            <a:ext cx="1493231" cy="1981989"/>
          </a:xfrm>
          <a:prstGeom xmlns:a="http://schemas.openxmlformats.org/drawingml/2006/main" prst="rect">
            <a:avLst/>
          </a:prstGeom>
        </p:spPr>
      </p:pic>
      <p:pic>
        <p:nvPicPr>
          <p:cNvPr id="34" name="Picture 4">
            <a:extLst xmlns:a="http://schemas.openxmlformats.org/drawingml/2006/main">
              <a:ext uri="{FF2B5EF4-FFF2-40B4-BE49-F238E27FC236}">
                <a16:creationId xmlns:a16="http://schemas.microsoft.com/office/drawing/2014/main" id="{3DDDE39C-AF7A-4548-817C-9D1D2F0E137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ae4eb394db4a20"/>
          <a:srcRect xmlns:a="http://schemas.openxmlformats.org/drawingml/2006/main" l="0" t="0" r="0" b="0"/>
          <a:stretch xmlns:a="http://schemas.openxmlformats.org/drawingml/2006/main"/>
        </p:blipFill>
        <p:spPr>
          <a:xfrm xmlns:a="http://schemas.openxmlformats.org/drawingml/2006/main">
            <a:off x="721644" y="2028884"/>
            <a:ext cx="208587" cy="334335"/>
          </a:xfrm>
          <a:prstGeom xmlns:a="http://schemas.openxmlformats.org/drawingml/2006/main" prst="rect">
            <a:avLst/>
          </a:prstGeom>
        </p:spPr>
      </p:pic>
      <p:pic>
        <p:nvPicPr>
          <p:cNvPr id="35" name="Picture 4">
            <a:extLst xmlns:a="http://schemas.openxmlformats.org/drawingml/2006/main">
              <a:ext uri="{FF2B5EF4-FFF2-40B4-BE49-F238E27FC236}">
                <a16:creationId xmlns:a16="http://schemas.microsoft.com/office/drawing/2014/main" id="{8C3407A4-4428-4825-BB8E-3CF2850AC19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526382612d34cea"/>
          <a:srcRect xmlns:a="http://schemas.openxmlformats.org/drawingml/2006/main" l="0" t="0" r="0" b="0"/>
          <a:stretch xmlns:a="http://schemas.openxmlformats.org/drawingml/2006/main"/>
        </p:blipFill>
        <p:spPr>
          <a:xfrm xmlns:a="http://schemas.openxmlformats.org/drawingml/2006/main">
            <a:off x="716536" y="3527233"/>
            <a:ext cx="328130" cy="105310"/>
          </a:xfrm>
          <a:prstGeom xmlns:a="http://schemas.openxmlformats.org/drawingml/2006/main" prst="rect">
            <a:avLst/>
          </a:prstGeom>
        </p:spPr>
      </p:pic>
      <p:pic>
        <p:nvPicPr>
          <p:cNvPr id="36" name="Picture 4">
            <a:extLst xmlns:a="http://schemas.openxmlformats.org/drawingml/2006/main">
              <a:ext uri="{FF2B5EF4-FFF2-40B4-BE49-F238E27FC236}">
                <a16:creationId xmlns:a16="http://schemas.microsoft.com/office/drawing/2014/main" id="{FB1AF76C-752A-4DD7-ACEA-2056658DD10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7d8047979d542b0"/>
          <a:srcRect xmlns:a="http://schemas.openxmlformats.org/drawingml/2006/main" l="0" t="0" r="0" b="0"/>
          <a:stretch xmlns:a="http://schemas.openxmlformats.org/drawingml/2006/main"/>
        </p:blipFill>
        <p:spPr>
          <a:xfrm xmlns:a="http://schemas.openxmlformats.org/drawingml/2006/main">
            <a:off x="716536" y="4708556"/>
            <a:ext cx="256300" cy="105310"/>
          </a:xfrm>
          <a:prstGeom xmlns:a="http://schemas.openxmlformats.org/drawingml/2006/main" prst="rect">
            <a:avLst/>
          </a:prstGeom>
        </p:spPr>
      </p:pic>
      <p:pic>
        <p:nvPicPr>
          <p:cNvPr id="1032" name="Picture 8">
            <a:extLst xmlns:a="http://schemas.openxmlformats.org/drawingml/2006/main">
              <a:ext uri="{FF2B5EF4-FFF2-40B4-BE49-F238E27FC236}">
                <a16:creationId xmlns:a16="http://schemas.microsoft.com/office/drawing/2014/main" id="{5225022B-149C-4BC9-B56A-D8BB8E7449EB}"/>
              </a:ext>
            </a:extLst>
          </p:cNvPr>
          <p:cNvPicPr>
            <a:picLocks xmlns:a="http://schemas.openxmlformats.org/drawingml/2006/main" noChangeAspect="1"/>
          </p:cNvPicPr>
          <p:nvPr/>
        </p:nvPicPr>
        <p:blipFill>
          <a:blip xmlns:r="http://schemas.openxmlformats.org/officeDocument/2006/relationships" xmlns:a="http://schemas.openxmlformats.org/drawingml/2006/main" r:embed="R1c35af1a9a4a4a72"/>
          <a:srcRect xmlns:a="http://schemas.openxmlformats.org/drawingml/2006/main" l="0" t="0" r="0" b="0"/>
          <a:stretch xmlns:a="http://schemas.openxmlformats.org/drawingml/2006/main">
            <a:fillRect l="0" t="0" r="0" b="0"/>
          </a:stretch>
        </p:blipFill>
        <p:spPr>
          <a:xfrm xmlns:a="http://schemas.openxmlformats.org/drawingml/2006/main">
            <a:off x="6062042" y="4075714"/>
            <a:ext cx="1493231" cy="1103568"/>
          </a:xfrm>
          <a:prstGeom xmlns:a="http://schemas.openxmlformats.org/drawingml/2006/main" prst="rect">
            <a:avLst/>
          </a:prstGeom>
        </p:spPr>
      </p:pic>
      <p:pic>
        <p:nvPicPr>
          <p:cNvPr id="1030" name="Picture 6">
            <a:extLst xmlns:a="http://schemas.openxmlformats.org/drawingml/2006/main">
              <a:ext uri="{FF2B5EF4-FFF2-40B4-BE49-F238E27FC236}">
                <a16:creationId xmlns:a16="http://schemas.microsoft.com/office/drawing/2014/main" id="{54DF73BE-56B5-4708-BE61-7EBAD96514F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00bb1d56630453d"/>
          <a:srcRect xmlns:a="http://schemas.openxmlformats.org/drawingml/2006/main" l="36641" t="0" r="36664" b="0"/>
          <a:stretch xmlns:a="http://schemas.openxmlformats.org/drawingml/2006/main"/>
        </p:blipFill>
        <p:spPr>
          <a:xfrm xmlns:a="http://schemas.openxmlformats.org/drawingml/2006/main" rot="0" flipH="0" flipV="0">
            <a:off x="6063783" y="2031850"/>
            <a:ext cx="800155" cy="1688467"/>
          </a:xfrm>
          <a:prstGeom xmlns:a="http://schemas.openxmlformats.org/drawingml/2006/main" prst="rect">
            <a:avLst/>
          </a:prstGeom>
        </p:spPr>
      </p:pic>
      <p:sp>
        <p:nvSpPr>
          <p:cNvPr id="1123" name="Rektangel 1122">
            <a:extLst xmlns:a="http://schemas.openxmlformats.org/drawingml/2006/main">
              <a:ext uri="{FF2B5EF4-FFF2-40B4-BE49-F238E27FC236}">
                <a16:creationId xmlns:a16="http://schemas.microsoft.com/office/drawing/2014/main" id="{1ED61660-0DB3-CEA4-C27E-195D3290C063}"/>
              </a:ext>
            </a:extLst>
          </p:cNvPr>
          <p:cNvSpPr>
            <a:spLocks xmlns:a="http://schemas.openxmlformats.org/drawingml/2006/main" noGrp="1"/>
          </p:cNvSpPr>
          <p:nvPr/>
        </p:nvSpPr>
        <p:spPr>
          <a:xfrm xmlns:a="http://schemas.openxmlformats.org/drawingml/2006/main" rot="0" flipH="0" flipV="0">
            <a:off x="6077746" y="2812705"/>
            <a:ext cx="774906" cy="327511"/>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24" name="Rektangel 1123">
            <a:extLst xmlns:a="http://schemas.openxmlformats.org/drawingml/2006/main">
              <a:ext uri="{FF2B5EF4-FFF2-40B4-BE49-F238E27FC236}">
                <a16:creationId xmlns:a16="http://schemas.microsoft.com/office/drawing/2014/main" id="{97E61731-FF1C-C73E-9B81-82B5C53D7931}"/>
              </a:ext>
            </a:extLst>
          </p:cNvPr>
          <p:cNvSpPr>
            <a:spLocks xmlns:a="http://schemas.openxmlformats.org/drawingml/2006/main" noGrp="1"/>
          </p:cNvSpPr>
          <p:nvPr/>
        </p:nvSpPr>
        <p:spPr>
          <a:xfrm xmlns:a="http://schemas.openxmlformats.org/drawingml/2006/main" rot="0" flipH="0" flipV="0">
            <a:off x="6236088" y="2179097"/>
            <a:ext cx="612331" cy="436908"/>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ektangel 18">
            <a:extLst xmlns:a="http://schemas.openxmlformats.org/drawingml/2006/main">
              <a:ext uri="{FF2B5EF4-FFF2-40B4-BE49-F238E27FC236}">
                <a16:creationId xmlns:a16="http://schemas.microsoft.com/office/drawing/2014/main" id="{71A7971D-8FD8-6FAF-FBCA-543DAC638849}"/>
              </a:ext>
            </a:extLst>
          </p:cNvPr>
          <p:cNvSpPr>
            <a:spLocks xmlns:a="http://schemas.openxmlformats.org/drawingml/2006/main" noGrp="1"/>
          </p:cNvSpPr>
          <p:nvPr/>
        </p:nvSpPr>
        <p:spPr>
          <a:xfrm xmlns:a="http://schemas.openxmlformats.org/drawingml/2006/main" rot="0" flipH="0" flipV="0">
            <a:off x="6318538" y="2190240"/>
            <a:ext cx="56124" cy="56124"/>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ektangel 19">
            <a:extLst xmlns:a="http://schemas.openxmlformats.org/drawingml/2006/main">
              <a:ext uri="{FF2B5EF4-FFF2-40B4-BE49-F238E27FC236}">
                <a16:creationId xmlns:a16="http://schemas.microsoft.com/office/drawing/2014/main" id="{C9DDD11C-85E2-44BE-6A91-D72279994B26}"/>
              </a:ext>
            </a:extLst>
          </p:cNvPr>
          <p:cNvSpPr>
            <a:spLocks xmlns:a="http://schemas.openxmlformats.org/drawingml/2006/main" noGrp="1"/>
          </p:cNvSpPr>
          <p:nvPr/>
        </p:nvSpPr>
        <p:spPr>
          <a:xfrm xmlns:a="http://schemas.openxmlformats.org/drawingml/2006/main" rot="0" flipH="0" flipV="0">
            <a:off x="6396537" y="2190240"/>
            <a:ext cx="56124" cy="56124"/>
          </a:xfrm>
          <a:prstGeom xmlns:a="http://schemas.openxmlformats.org/drawingml/2006/main" prst="rect">
            <a:avLst/>
          </a:prstGeom>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Rektangel 21">
            <a:extLst xmlns:a="http://schemas.openxmlformats.org/drawingml/2006/main">
              <a:ext uri="{FF2B5EF4-FFF2-40B4-BE49-F238E27FC236}">
                <a16:creationId xmlns:a16="http://schemas.microsoft.com/office/drawing/2014/main" id="{A5F72BB2-8D37-F99C-624D-D6B83AEDB706}"/>
              </a:ext>
            </a:extLst>
          </p:cNvPr>
          <p:cNvSpPr>
            <a:spLocks xmlns:a="http://schemas.openxmlformats.org/drawingml/2006/main" noGrp="1"/>
          </p:cNvSpPr>
          <p:nvPr/>
        </p:nvSpPr>
        <p:spPr>
          <a:xfrm xmlns:a="http://schemas.openxmlformats.org/drawingml/2006/main" rot="0" flipH="0" flipV="0">
            <a:off x="6474536" y="2190240"/>
            <a:ext cx="56124" cy="56124"/>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Rektangel 24">
            <a:extLst xmlns:a="http://schemas.openxmlformats.org/drawingml/2006/main">
              <a:ext uri="{FF2B5EF4-FFF2-40B4-BE49-F238E27FC236}">
                <a16:creationId xmlns:a16="http://schemas.microsoft.com/office/drawing/2014/main" id="{84DFF5F4-D1BE-880D-87D8-99BD8D5986B4}"/>
              </a:ext>
            </a:extLst>
          </p:cNvPr>
          <p:cNvSpPr>
            <a:spLocks xmlns:a="http://schemas.openxmlformats.org/drawingml/2006/main" noGrp="1"/>
          </p:cNvSpPr>
          <p:nvPr/>
        </p:nvSpPr>
        <p:spPr>
          <a:xfrm xmlns:a="http://schemas.openxmlformats.org/drawingml/2006/main" rot="0" flipH="0" flipV="0">
            <a:off x="6552536" y="2190240"/>
            <a:ext cx="56124" cy="56124"/>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Rektangel 25">
            <a:extLst xmlns:a="http://schemas.openxmlformats.org/drawingml/2006/main">
              <a:ext uri="{FF2B5EF4-FFF2-40B4-BE49-F238E27FC236}">
                <a16:creationId xmlns:a16="http://schemas.microsoft.com/office/drawing/2014/main" id="{57799422-9E37-147F-C5EF-BD69600A0259}"/>
              </a:ext>
            </a:extLst>
          </p:cNvPr>
          <p:cNvSpPr>
            <a:spLocks xmlns:a="http://schemas.openxmlformats.org/drawingml/2006/main" noGrp="1"/>
          </p:cNvSpPr>
          <p:nvPr/>
        </p:nvSpPr>
        <p:spPr>
          <a:xfrm xmlns:a="http://schemas.openxmlformats.org/drawingml/2006/main" rot="0" flipH="0" flipV="0">
            <a:off x="6630535" y="2190240"/>
            <a:ext cx="56124" cy="56124"/>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Rektangel 26">
            <a:extLst xmlns:a="http://schemas.openxmlformats.org/drawingml/2006/main">
              <a:ext uri="{FF2B5EF4-FFF2-40B4-BE49-F238E27FC236}">
                <a16:creationId xmlns:a16="http://schemas.microsoft.com/office/drawing/2014/main" id="{CF0BD3BD-CA59-5181-6A7D-85BA481CF469}"/>
              </a:ext>
            </a:extLst>
          </p:cNvPr>
          <p:cNvSpPr>
            <a:spLocks xmlns:a="http://schemas.openxmlformats.org/drawingml/2006/main" noGrp="1"/>
          </p:cNvSpPr>
          <p:nvPr/>
        </p:nvSpPr>
        <p:spPr>
          <a:xfrm xmlns:a="http://schemas.openxmlformats.org/drawingml/2006/main" rot="0" flipH="0" flipV="0">
            <a:off x="6708535" y="2190240"/>
            <a:ext cx="56124" cy="56124"/>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Rektangel 27">
            <a:extLst xmlns:a="http://schemas.openxmlformats.org/drawingml/2006/main">
              <a:ext uri="{FF2B5EF4-FFF2-40B4-BE49-F238E27FC236}">
                <a16:creationId xmlns:a16="http://schemas.microsoft.com/office/drawing/2014/main" id="{AD483FB7-DFED-6269-FDB3-DA99BF8F1738}"/>
              </a:ext>
            </a:extLst>
          </p:cNvPr>
          <p:cNvSpPr>
            <a:spLocks xmlns:a="http://schemas.openxmlformats.org/drawingml/2006/main" noGrp="1"/>
          </p:cNvSpPr>
          <p:nvPr/>
        </p:nvSpPr>
        <p:spPr>
          <a:xfrm xmlns:a="http://schemas.openxmlformats.org/drawingml/2006/main" rot="0" flipH="0" flipV="0">
            <a:off x="6786534" y="2190240"/>
            <a:ext cx="56124" cy="56124"/>
          </a:xfrm>
          <a:prstGeom xmlns:a="http://schemas.openxmlformats.org/drawingml/2006/main" prst="rect">
            <a:avLst/>
          </a:pr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Rektangel 30">
            <a:extLst xmlns:a="http://schemas.openxmlformats.org/drawingml/2006/main">
              <a:ext uri="{FF2B5EF4-FFF2-40B4-BE49-F238E27FC236}">
                <a16:creationId xmlns:a16="http://schemas.microsoft.com/office/drawing/2014/main" id="{53C50CD2-78C6-259C-97BD-526C014CEC81}"/>
              </a:ext>
            </a:extLst>
          </p:cNvPr>
          <p:cNvSpPr>
            <a:spLocks xmlns:a="http://schemas.openxmlformats.org/drawingml/2006/main" noGrp="1"/>
          </p:cNvSpPr>
          <p:nvPr/>
        </p:nvSpPr>
        <p:spPr>
          <a:xfrm xmlns:a="http://schemas.openxmlformats.org/drawingml/2006/main" rot="0" flipH="0" flipV="0">
            <a:off x="6318538" y="2311573"/>
            <a:ext cx="56124" cy="58697"/>
          </a:xfrm>
          <a:prstGeom xmlns:a="http://schemas.openxmlformats.org/drawingml/2006/main" prst="rect">
            <a:avLst/>
          </a:prstGeom>
          <a:solidFill xmlns:a="http://schemas.openxmlformats.org/drawingml/2006/main">
            <a:schemeClr val="tx2">
              <a:lumMod val="10000"/>
              <a:lumOff val="9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Rektangel 46">
            <a:extLst xmlns:a="http://schemas.openxmlformats.org/drawingml/2006/main">
              <a:ext uri="{FF2B5EF4-FFF2-40B4-BE49-F238E27FC236}">
                <a16:creationId xmlns:a16="http://schemas.microsoft.com/office/drawing/2014/main" id="{8C1EA23D-35AA-C628-1834-7EC9974FAFA4}"/>
              </a:ext>
            </a:extLst>
          </p:cNvPr>
          <p:cNvSpPr>
            <a:spLocks xmlns:a="http://schemas.openxmlformats.org/drawingml/2006/main" noGrp="1"/>
          </p:cNvSpPr>
          <p:nvPr/>
        </p:nvSpPr>
        <p:spPr>
          <a:xfrm xmlns:a="http://schemas.openxmlformats.org/drawingml/2006/main" rot="0" flipH="0" flipV="0">
            <a:off x="6318538" y="2370537"/>
            <a:ext cx="56124" cy="58697"/>
          </a:xfrm>
          <a:prstGeom xmlns:a="http://schemas.openxmlformats.org/drawingml/2006/main" prst="rect">
            <a:avLst/>
          </a:prstGeom>
          <a:solidFill xmlns:a="http://schemas.openxmlformats.org/drawingml/2006/main">
            <a:schemeClr val="tx2">
              <a:lumMod val="25000"/>
              <a:lumOff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Rektangel 54">
            <a:extLst xmlns:a="http://schemas.openxmlformats.org/drawingml/2006/main">
              <a:ext uri="{FF2B5EF4-FFF2-40B4-BE49-F238E27FC236}">
                <a16:creationId xmlns:a16="http://schemas.microsoft.com/office/drawing/2014/main" id="{583F96BE-E130-3FDD-576F-874BDC4A6C90}"/>
              </a:ext>
            </a:extLst>
          </p:cNvPr>
          <p:cNvSpPr>
            <a:spLocks xmlns:a="http://schemas.openxmlformats.org/drawingml/2006/main" noGrp="1"/>
          </p:cNvSpPr>
          <p:nvPr/>
        </p:nvSpPr>
        <p:spPr>
          <a:xfrm xmlns:a="http://schemas.openxmlformats.org/drawingml/2006/main" rot="0" flipH="0" flipV="0">
            <a:off x="6318538" y="2429502"/>
            <a:ext cx="56124" cy="58697"/>
          </a:xfrm>
          <a:prstGeom xmlns:a="http://schemas.openxmlformats.org/drawingml/2006/main" prst="rect">
            <a:avLst/>
          </a:prstGeom>
          <a:solidFill xmlns:a="http://schemas.openxmlformats.org/drawingml/2006/main">
            <a:schemeClr val="tx2">
              <a:lumMod val="50000"/>
              <a:lumOff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Rektangel 62">
            <a:extLst xmlns:a="http://schemas.openxmlformats.org/drawingml/2006/main">
              <a:ext uri="{FF2B5EF4-FFF2-40B4-BE49-F238E27FC236}">
                <a16:creationId xmlns:a16="http://schemas.microsoft.com/office/drawing/2014/main" id="{33F1335E-E254-7491-5F15-30754BBD151E}"/>
              </a:ext>
            </a:extLst>
          </p:cNvPr>
          <p:cNvSpPr>
            <a:spLocks xmlns:a="http://schemas.openxmlformats.org/drawingml/2006/main" noGrp="1"/>
          </p:cNvSpPr>
          <p:nvPr/>
        </p:nvSpPr>
        <p:spPr>
          <a:xfrm xmlns:a="http://schemas.openxmlformats.org/drawingml/2006/main" rot="0" flipH="0" flipV="0">
            <a:off x="6318538" y="2488467"/>
            <a:ext cx="56124" cy="58697"/>
          </a:xfrm>
          <a:prstGeom xmlns:a="http://schemas.openxmlformats.org/drawingml/2006/main" prst="rect">
            <a:avLst/>
          </a:prstGeom>
          <a:solidFill xmlns:a="http://schemas.openxmlformats.org/drawingml/2006/main">
            <a:schemeClr val="tx2">
              <a:lumMod val="75000"/>
              <a:lumOff val="2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33" name="Rektangel 1032">
            <a:extLst xmlns:a="http://schemas.openxmlformats.org/drawingml/2006/main">
              <a:ext uri="{FF2B5EF4-FFF2-40B4-BE49-F238E27FC236}">
                <a16:creationId xmlns:a16="http://schemas.microsoft.com/office/drawing/2014/main" id="{B691ED7D-5446-C50C-8BC0-D7AB6D614765}"/>
              </a:ext>
            </a:extLst>
          </p:cNvPr>
          <p:cNvSpPr>
            <a:spLocks xmlns:a="http://schemas.openxmlformats.org/drawingml/2006/main" noGrp="1"/>
          </p:cNvSpPr>
          <p:nvPr/>
        </p:nvSpPr>
        <p:spPr>
          <a:xfrm xmlns:a="http://schemas.openxmlformats.org/drawingml/2006/main" rot="0" flipH="0" flipV="0">
            <a:off x="6318538" y="2547432"/>
            <a:ext cx="56124" cy="58697"/>
          </a:xfrm>
          <a:prstGeom xmlns:a="http://schemas.openxmlformats.org/drawingml/2006/main" prst="rect">
            <a:avLst/>
          </a:prstGeom>
          <a:solidFill xmlns:a="http://schemas.openxmlformats.org/drawingml/2006/main">
            <a:schemeClr val="tx2">
              <a:lumMod val="90000"/>
              <a:lumOff val="1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2" name="Rektangel 1041">
            <a:extLst xmlns:a="http://schemas.openxmlformats.org/drawingml/2006/main">
              <a:ext uri="{FF2B5EF4-FFF2-40B4-BE49-F238E27FC236}">
                <a16:creationId xmlns:a16="http://schemas.microsoft.com/office/drawing/2014/main" id="{7F5FD652-25CD-24B4-271B-3CFC6E465C27}"/>
              </a:ext>
            </a:extLst>
          </p:cNvPr>
          <p:cNvSpPr>
            <a:spLocks xmlns:a="http://schemas.openxmlformats.org/drawingml/2006/main" noGrp="1"/>
          </p:cNvSpPr>
          <p:nvPr/>
        </p:nvSpPr>
        <p:spPr>
          <a:xfrm xmlns:a="http://schemas.openxmlformats.org/drawingml/2006/main" rot="0" flipH="0" flipV="0">
            <a:off x="6396537" y="2311573"/>
            <a:ext cx="56124" cy="58697"/>
          </a:xfrm>
          <a:prstGeom xmlns:a="http://schemas.openxmlformats.org/drawingml/2006/main" prst="rect">
            <a:avLst/>
          </a:prstGeom>
          <a:solidFill xmlns:a="http://schemas.openxmlformats.org/drawingml/2006/main">
            <a:schemeClr val="accent1">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3" name="Rektangel 1042">
            <a:extLst xmlns:a="http://schemas.openxmlformats.org/drawingml/2006/main">
              <a:ext uri="{FF2B5EF4-FFF2-40B4-BE49-F238E27FC236}">
                <a16:creationId xmlns:a16="http://schemas.microsoft.com/office/drawing/2014/main" id="{46276B80-6A92-8513-3337-2E24980A3660}"/>
              </a:ext>
            </a:extLst>
          </p:cNvPr>
          <p:cNvSpPr>
            <a:spLocks xmlns:a="http://schemas.openxmlformats.org/drawingml/2006/main" noGrp="1"/>
          </p:cNvSpPr>
          <p:nvPr/>
        </p:nvSpPr>
        <p:spPr>
          <a:xfrm xmlns:a="http://schemas.openxmlformats.org/drawingml/2006/main" rot="0" flipH="0" flipV="0">
            <a:off x="6396537" y="2370537"/>
            <a:ext cx="56124" cy="58697"/>
          </a:xfrm>
          <a:prstGeom xmlns:a="http://schemas.openxmlformats.org/drawingml/2006/main" prst="rect">
            <a:avLst/>
          </a:prstGeom>
          <a:solidFill xmlns:a="http://schemas.openxmlformats.org/drawingml/2006/main">
            <a:schemeClr val="accent1">
              <a:lumMod val="40000"/>
              <a:lumOff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4" name="Rektangel 1043">
            <a:extLst xmlns:a="http://schemas.openxmlformats.org/drawingml/2006/main">
              <a:ext uri="{FF2B5EF4-FFF2-40B4-BE49-F238E27FC236}">
                <a16:creationId xmlns:a16="http://schemas.microsoft.com/office/drawing/2014/main" id="{DF08EB8B-05A1-5D1E-3453-E35F156EA44C}"/>
              </a:ext>
            </a:extLst>
          </p:cNvPr>
          <p:cNvSpPr>
            <a:spLocks xmlns:a="http://schemas.openxmlformats.org/drawingml/2006/main" noGrp="1"/>
          </p:cNvSpPr>
          <p:nvPr/>
        </p:nvSpPr>
        <p:spPr>
          <a:xfrm xmlns:a="http://schemas.openxmlformats.org/drawingml/2006/main" rot="0" flipH="0" flipV="0">
            <a:off x="6396537" y="2429502"/>
            <a:ext cx="56124" cy="58697"/>
          </a:xfrm>
          <a:prstGeom xmlns:a="http://schemas.openxmlformats.org/drawingml/2006/main" prst="rect">
            <a:avLst/>
          </a:prstGeom>
          <a:solidFill xmlns:a="http://schemas.openxmlformats.org/drawingml/2006/main">
            <a:schemeClr val="accent1">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5" name="Rektangel 1044">
            <a:extLst xmlns:a="http://schemas.openxmlformats.org/drawingml/2006/main">
              <a:ext uri="{FF2B5EF4-FFF2-40B4-BE49-F238E27FC236}">
                <a16:creationId xmlns:a16="http://schemas.microsoft.com/office/drawing/2014/main" id="{73BCDEB0-F256-9D9A-1735-36C73E5A4254}"/>
              </a:ext>
            </a:extLst>
          </p:cNvPr>
          <p:cNvSpPr>
            <a:spLocks xmlns:a="http://schemas.openxmlformats.org/drawingml/2006/main" noGrp="1"/>
          </p:cNvSpPr>
          <p:nvPr/>
        </p:nvSpPr>
        <p:spPr>
          <a:xfrm xmlns:a="http://schemas.openxmlformats.org/drawingml/2006/main" rot="0" flipH="0" flipV="0">
            <a:off x="6396537" y="2488467"/>
            <a:ext cx="56124" cy="58697"/>
          </a:xfrm>
          <a:prstGeom xmlns:a="http://schemas.openxmlformats.org/drawingml/2006/main" prst="rect">
            <a:avLst/>
          </a:prstGeom>
          <a:solidFill xmlns:a="http://schemas.openxmlformats.org/drawingml/2006/main">
            <a:schemeClr val="accent1">
              <a:lumMod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6" name="Rektangel 1045">
            <a:extLst xmlns:a="http://schemas.openxmlformats.org/drawingml/2006/main">
              <a:ext uri="{FF2B5EF4-FFF2-40B4-BE49-F238E27FC236}">
                <a16:creationId xmlns:a16="http://schemas.microsoft.com/office/drawing/2014/main" id="{8FB9E9DD-EB3E-746C-2937-90EBE84B3B2A}"/>
              </a:ext>
            </a:extLst>
          </p:cNvPr>
          <p:cNvSpPr>
            <a:spLocks xmlns:a="http://schemas.openxmlformats.org/drawingml/2006/main" noGrp="1"/>
          </p:cNvSpPr>
          <p:nvPr/>
        </p:nvSpPr>
        <p:spPr>
          <a:xfrm xmlns:a="http://schemas.openxmlformats.org/drawingml/2006/main" rot="0" flipH="0" flipV="0">
            <a:off x="6396537" y="2547432"/>
            <a:ext cx="56124" cy="58697"/>
          </a:xfrm>
          <a:prstGeom xmlns:a="http://schemas.openxmlformats.org/drawingml/2006/main" prst="rect">
            <a:avLst/>
          </a:prstGeom>
          <a:solidFill xmlns:a="http://schemas.openxmlformats.org/drawingml/2006/main">
            <a:schemeClr val="accent1">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7" name="Rektangel 1046">
            <a:extLst xmlns:a="http://schemas.openxmlformats.org/drawingml/2006/main">
              <a:ext uri="{FF2B5EF4-FFF2-40B4-BE49-F238E27FC236}">
                <a16:creationId xmlns:a16="http://schemas.microsoft.com/office/drawing/2014/main" id="{BF36CC62-D665-E681-0504-9607980B29D1}"/>
              </a:ext>
            </a:extLst>
          </p:cNvPr>
          <p:cNvSpPr>
            <a:spLocks xmlns:a="http://schemas.openxmlformats.org/drawingml/2006/main" noGrp="1"/>
          </p:cNvSpPr>
          <p:nvPr/>
        </p:nvSpPr>
        <p:spPr>
          <a:xfrm xmlns:a="http://schemas.openxmlformats.org/drawingml/2006/main" rot="0" flipH="0" flipV="0">
            <a:off x="6474536" y="2311573"/>
            <a:ext cx="56124" cy="58697"/>
          </a:xfrm>
          <a:prstGeom xmlns:a="http://schemas.openxmlformats.org/drawingml/2006/main" prst="rect">
            <a:avLst/>
          </a:prstGeom>
          <a:solidFill xmlns:a="http://schemas.openxmlformats.org/drawingml/2006/main">
            <a:schemeClr val="accent2">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8" name="Rektangel 1047">
            <a:extLst xmlns:a="http://schemas.openxmlformats.org/drawingml/2006/main">
              <a:ext uri="{FF2B5EF4-FFF2-40B4-BE49-F238E27FC236}">
                <a16:creationId xmlns:a16="http://schemas.microsoft.com/office/drawing/2014/main" id="{2ED8E59C-4621-6900-D5FB-392B5F63EB15}"/>
              </a:ext>
            </a:extLst>
          </p:cNvPr>
          <p:cNvSpPr>
            <a:spLocks xmlns:a="http://schemas.openxmlformats.org/drawingml/2006/main" noGrp="1"/>
          </p:cNvSpPr>
          <p:nvPr/>
        </p:nvSpPr>
        <p:spPr>
          <a:xfrm xmlns:a="http://schemas.openxmlformats.org/drawingml/2006/main" rot="0" flipH="0" flipV="0">
            <a:off x="6474536" y="2370537"/>
            <a:ext cx="56124" cy="58697"/>
          </a:xfrm>
          <a:prstGeom xmlns:a="http://schemas.openxmlformats.org/drawingml/2006/main" prst="rect">
            <a:avLst/>
          </a:prstGeom>
          <a:solidFill xmlns:a="http://schemas.openxmlformats.org/drawingml/2006/main">
            <a:schemeClr val="accent2">
              <a:lumMod val="40000"/>
              <a:lumOff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9" name="Rektangel 1048">
            <a:extLst xmlns:a="http://schemas.openxmlformats.org/drawingml/2006/main">
              <a:ext uri="{FF2B5EF4-FFF2-40B4-BE49-F238E27FC236}">
                <a16:creationId xmlns:a16="http://schemas.microsoft.com/office/drawing/2014/main" id="{1D1DFB72-8F94-C092-AB42-28E3BBF12D65}"/>
              </a:ext>
            </a:extLst>
          </p:cNvPr>
          <p:cNvSpPr>
            <a:spLocks xmlns:a="http://schemas.openxmlformats.org/drawingml/2006/main" noGrp="1"/>
          </p:cNvSpPr>
          <p:nvPr/>
        </p:nvSpPr>
        <p:spPr>
          <a:xfrm xmlns:a="http://schemas.openxmlformats.org/drawingml/2006/main" rot="0" flipH="0" flipV="0">
            <a:off x="6474536" y="2429502"/>
            <a:ext cx="56124" cy="58697"/>
          </a:xfrm>
          <a:prstGeom xmlns:a="http://schemas.openxmlformats.org/drawingml/2006/main" prst="rect">
            <a:avLst/>
          </a:prstGeom>
          <a:solidFill xmlns:a="http://schemas.openxmlformats.org/drawingml/2006/main">
            <a:schemeClr val="accent2">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0" name="Rektangel 1049">
            <a:extLst xmlns:a="http://schemas.openxmlformats.org/drawingml/2006/main">
              <a:ext uri="{FF2B5EF4-FFF2-40B4-BE49-F238E27FC236}">
                <a16:creationId xmlns:a16="http://schemas.microsoft.com/office/drawing/2014/main" id="{9B388C52-8786-0F82-B433-3A79F1A4541A}"/>
              </a:ext>
            </a:extLst>
          </p:cNvPr>
          <p:cNvSpPr>
            <a:spLocks xmlns:a="http://schemas.openxmlformats.org/drawingml/2006/main" noGrp="1"/>
          </p:cNvSpPr>
          <p:nvPr/>
        </p:nvSpPr>
        <p:spPr>
          <a:xfrm xmlns:a="http://schemas.openxmlformats.org/drawingml/2006/main" rot="0" flipH="0" flipV="0">
            <a:off x="6474536" y="2488467"/>
            <a:ext cx="56124" cy="58697"/>
          </a:xfrm>
          <a:prstGeom xmlns:a="http://schemas.openxmlformats.org/drawingml/2006/main" prst="rect">
            <a:avLst/>
          </a:prstGeom>
          <a:solidFill xmlns:a="http://schemas.openxmlformats.org/drawingml/2006/main">
            <a:schemeClr val="accent2">
              <a:lumMod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1" name="Rektangel 1050">
            <a:extLst xmlns:a="http://schemas.openxmlformats.org/drawingml/2006/main">
              <a:ext uri="{FF2B5EF4-FFF2-40B4-BE49-F238E27FC236}">
                <a16:creationId xmlns:a16="http://schemas.microsoft.com/office/drawing/2014/main" id="{D4A998FA-E595-5120-1049-A3CC1C33E72E}"/>
              </a:ext>
            </a:extLst>
          </p:cNvPr>
          <p:cNvSpPr>
            <a:spLocks xmlns:a="http://schemas.openxmlformats.org/drawingml/2006/main" noGrp="1"/>
          </p:cNvSpPr>
          <p:nvPr/>
        </p:nvSpPr>
        <p:spPr>
          <a:xfrm xmlns:a="http://schemas.openxmlformats.org/drawingml/2006/main" rot="0" flipH="0" flipV="0">
            <a:off x="6474536" y="2547432"/>
            <a:ext cx="56124" cy="58697"/>
          </a:xfrm>
          <a:prstGeom xmlns:a="http://schemas.openxmlformats.org/drawingml/2006/main" prst="rect">
            <a:avLst/>
          </a:prstGeom>
          <a:solidFill xmlns:a="http://schemas.openxmlformats.org/drawingml/2006/main">
            <a:schemeClr val="accent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2" name="Rektangel 1051">
            <a:extLst xmlns:a="http://schemas.openxmlformats.org/drawingml/2006/main">
              <a:ext uri="{FF2B5EF4-FFF2-40B4-BE49-F238E27FC236}">
                <a16:creationId xmlns:a16="http://schemas.microsoft.com/office/drawing/2014/main" id="{C8E27C97-6977-891F-B3C0-4CDE580AF57D}"/>
              </a:ext>
            </a:extLst>
          </p:cNvPr>
          <p:cNvSpPr>
            <a:spLocks xmlns:a="http://schemas.openxmlformats.org/drawingml/2006/main" noGrp="1"/>
          </p:cNvSpPr>
          <p:nvPr/>
        </p:nvSpPr>
        <p:spPr>
          <a:xfrm xmlns:a="http://schemas.openxmlformats.org/drawingml/2006/main" rot="0" flipH="0" flipV="0">
            <a:off x="6552536" y="2311573"/>
            <a:ext cx="56124" cy="58697"/>
          </a:xfrm>
          <a:prstGeom xmlns:a="http://schemas.openxmlformats.org/drawingml/2006/main" prst="rect">
            <a:avLst/>
          </a:prstGeom>
          <a:solidFill xmlns:a="http://schemas.openxmlformats.org/drawingml/2006/main">
            <a:schemeClr val="accent3">
              <a:lumMod val="10000"/>
              <a:lumOff val="9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3" name="Rektangel 1052">
            <a:extLst xmlns:a="http://schemas.openxmlformats.org/drawingml/2006/main">
              <a:ext uri="{FF2B5EF4-FFF2-40B4-BE49-F238E27FC236}">
                <a16:creationId xmlns:a16="http://schemas.microsoft.com/office/drawing/2014/main" id="{19FB03B5-BA18-74B7-9DEB-889CA8566539}"/>
              </a:ext>
            </a:extLst>
          </p:cNvPr>
          <p:cNvSpPr>
            <a:spLocks xmlns:a="http://schemas.openxmlformats.org/drawingml/2006/main" noGrp="1"/>
          </p:cNvSpPr>
          <p:nvPr/>
        </p:nvSpPr>
        <p:spPr>
          <a:xfrm xmlns:a="http://schemas.openxmlformats.org/drawingml/2006/main" rot="0" flipH="0" flipV="0">
            <a:off x="6552536" y="2370537"/>
            <a:ext cx="56124" cy="58697"/>
          </a:xfrm>
          <a:prstGeom xmlns:a="http://schemas.openxmlformats.org/drawingml/2006/main" prst="rect">
            <a:avLst/>
          </a:prstGeom>
          <a:solidFill xmlns:a="http://schemas.openxmlformats.org/drawingml/2006/main">
            <a:schemeClr val="accent3">
              <a:lumMod val="25000"/>
              <a:lumOff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4" name="Rektangel 1053">
            <a:extLst xmlns:a="http://schemas.openxmlformats.org/drawingml/2006/main">
              <a:ext uri="{FF2B5EF4-FFF2-40B4-BE49-F238E27FC236}">
                <a16:creationId xmlns:a16="http://schemas.microsoft.com/office/drawing/2014/main" id="{57CEB0A0-35F5-997A-61EB-3E655B67D34B}"/>
              </a:ext>
            </a:extLst>
          </p:cNvPr>
          <p:cNvSpPr>
            <a:spLocks xmlns:a="http://schemas.openxmlformats.org/drawingml/2006/main" noGrp="1"/>
          </p:cNvSpPr>
          <p:nvPr/>
        </p:nvSpPr>
        <p:spPr>
          <a:xfrm xmlns:a="http://schemas.openxmlformats.org/drawingml/2006/main" rot="0" flipH="0" flipV="0">
            <a:off x="6552536" y="2429502"/>
            <a:ext cx="56124" cy="58697"/>
          </a:xfrm>
          <a:prstGeom xmlns:a="http://schemas.openxmlformats.org/drawingml/2006/main" prst="rect">
            <a:avLst/>
          </a:prstGeom>
          <a:solidFill xmlns:a="http://schemas.openxmlformats.org/drawingml/2006/main">
            <a:schemeClr val="accent3">
              <a:lumMod val="50000"/>
              <a:lumOff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5" name="Rektangel 1054">
            <a:extLst xmlns:a="http://schemas.openxmlformats.org/drawingml/2006/main">
              <a:ext uri="{FF2B5EF4-FFF2-40B4-BE49-F238E27FC236}">
                <a16:creationId xmlns:a16="http://schemas.microsoft.com/office/drawing/2014/main" id="{187C5504-CF38-10EF-6656-9D373F47022B}"/>
              </a:ext>
            </a:extLst>
          </p:cNvPr>
          <p:cNvSpPr>
            <a:spLocks xmlns:a="http://schemas.openxmlformats.org/drawingml/2006/main" noGrp="1"/>
          </p:cNvSpPr>
          <p:nvPr/>
        </p:nvSpPr>
        <p:spPr>
          <a:xfrm xmlns:a="http://schemas.openxmlformats.org/drawingml/2006/main" rot="0" flipH="0" flipV="0">
            <a:off x="6552536" y="2488467"/>
            <a:ext cx="56124" cy="58697"/>
          </a:xfrm>
          <a:prstGeom xmlns:a="http://schemas.openxmlformats.org/drawingml/2006/main" prst="rect">
            <a:avLst/>
          </a:prstGeom>
          <a:solidFill xmlns:a="http://schemas.openxmlformats.org/drawingml/2006/main">
            <a:schemeClr val="accent3">
              <a:lumMod val="75000"/>
              <a:lumOff val="2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6" name="Rektangel 1055">
            <a:extLst xmlns:a="http://schemas.openxmlformats.org/drawingml/2006/main">
              <a:ext uri="{FF2B5EF4-FFF2-40B4-BE49-F238E27FC236}">
                <a16:creationId xmlns:a16="http://schemas.microsoft.com/office/drawing/2014/main" id="{00ECB6FD-B078-6ED8-3BF0-E6FFFB4125FF}"/>
              </a:ext>
            </a:extLst>
          </p:cNvPr>
          <p:cNvSpPr>
            <a:spLocks xmlns:a="http://schemas.openxmlformats.org/drawingml/2006/main" noGrp="1"/>
          </p:cNvSpPr>
          <p:nvPr/>
        </p:nvSpPr>
        <p:spPr>
          <a:xfrm xmlns:a="http://schemas.openxmlformats.org/drawingml/2006/main" rot="0" flipH="0" flipV="0">
            <a:off x="6552536" y="2547432"/>
            <a:ext cx="56124" cy="58697"/>
          </a:xfrm>
          <a:prstGeom xmlns:a="http://schemas.openxmlformats.org/drawingml/2006/main" prst="rect">
            <a:avLst/>
          </a:prstGeom>
          <a:solidFill xmlns:a="http://schemas.openxmlformats.org/drawingml/2006/main">
            <a:schemeClr val="accent3">
              <a:lumMod val="90000"/>
              <a:lumOff val="1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7" name="Rektangel 1056">
            <a:extLst xmlns:a="http://schemas.openxmlformats.org/drawingml/2006/main">
              <a:ext uri="{FF2B5EF4-FFF2-40B4-BE49-F238E27FC236}">
                <a16:creationId xmlns:a16="http://schemas.microsoft.com/office/drawing/2014/main" id="{2A81D134-CDD5-3A11-68DD-9A7DA325C5E2}"/>
              </a:ext>
            </a:extLst>
          </p:cNvPr>
          <p:cNvSpPr>
            <a:spLocks xmlns:a="http://schemas.openxmlformats.org/drawingml/2006/main" noGrp="1"/>
          </p:cNvSpPr>
          <p:nvPr/>
        </p:nvSpPr>
        <p:spPr>
          <a:xfrm xmlns:a="http://schemas.openxmlformats.org/drawingml/2006/main" rot="0" flipH="0" flipV="0">
            <a:off x="6630585" y="2311573"/>
            <a:ext cx="56124" cy="58697"/>
          </a:xfrm>
          <a:prstGeom xmlns:a="http://schemas.openxmlformats.org/drawingml/2006/main" prst="rect">
            <a:avLst/>
          </a:prstGeom>
          <a:solidFill xmlns:a="http://schemas.openxmlformats.org/drawingml/2006/main">
            <a:schemeClr val="accent4">
              <a:lumMod val="9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8" name="Rektangel 1057">
            <a:extLst xmlns:a="http://schemas.openxmlformats.org/drawingml/2006/main">
              <a:ext uri="{FF2B5EF4-FFF2-40B4-BE49-F238E27FC236}">
                <a16:creationId xmlns:a16="http://schemas.microsoft.com/office/drawing/2014/main" id="{A3E6B7BF-B8DF-4895-BFF7-E48F3EA56C3C}"/>
              </a:ext>
            </a:extLst>
          </p:cNvPr>
          <p:cNvSpPr>
            <a:spLocks xmlns:a="http://schemas.openxmlformats.org/drawingml/2006/main" noGrp="1"/>
          </p:cNvSpPr>
          <p:nvPr/>
        </p:nvSpPr>
        <p:spPr>
          <a:xfrm xmlns:a="http://schemas.openxmlformats.org/drawingml/2006/main" rot="0" flipH="0" flipV="0">
            <a:off x="6630585" y="2370537"/>
            <a:ext cx="56124" cy="58697"/>
          </a:xfrm>
          <a:prstGeom xmlns:a="http://schemas.openxmlformats.org/drawingml/2006/main" prst="rect">
            <a:avLst/>
          </a:prstGeom>
          <a:solidFill xmlns:a="http://schemas.openxmlformats.org/drawingml/2006/main">
            <a:schemeClr val="accent4">
              <a:lumMod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9" name="Rektangel 1058">
            <a:extLst xmlns:a="http://schemas.openxmlformats.org/drawingml/2006/main">
              <a:ext uri="{FF2B5EF4-FFF2-40B4-BE49-F238E27FC236}">
                <a16:creationId xmlns:a16="http://schemas.microsoft.com/office/drawing/2014/main" id="{C9880F48-FE6A-D652-5F55-4BD96B03F4E4}"/>
              </a:ext>
            </a:extLst>
          </p:cNvPr>
          <p:cNvSpPr>
            <a:spLocks xmlns:a="http://schemas.openxmlformats.org/drawingml/2006/main" noGrp="1"/>
          </p:cNvSpPr>
          <p:nvPr/>
        </p:nvSpPr>
        <p:spPr>
          <a:xfrm xmlns:a="http://schemas.openxmlformats.org/drawingml/2006/main" rot="0" flipH="0" flipV="0">
            <a:off x="6630585" y="2429502"/>
            <a:ext cx="56124" cy="58697"/>
          </a:xfrm>
          <a:prstGeom xmlns:a="http://schemas.openxmlformats.org/drawingml/2006/main" prst="rect">
            <a:avLst/>
          </a:prstGeom>
          <a:solidFill xmlns:a="http://schemas.openxmlformats.org/drawingml/2006/main">
            <a:schemeClr val="accent4">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0" name="Rektangel 1059">
            <a:extLst xmlns:a="http://schemas.openxmlformats.org/drawingml/2006/main">
              <a:ext uri="{FF2B5EF4-FFF2-40B4-BE49-F238E27FC236}">
                <a16:creationId xmlns:a16="http://schemas.microsoft.com/office/drawing/2014/main" id="{3D6EF6E0-55EF-D427-7BD3-3F9C9599C746}"/>
              </a:ext>
            </a:extLst>
          </p:cNvPr>
          <p:cNvSpPr>
            <a:spLocks xmlns:a="http://schemas.openxmlformats.org/drawingml/2006/main" noGrp="1"/>
          </p:cNvSpPr>
          <p:nvPr/>
        </p:nvSpPr>
        <p:spPr>
          <a:xfrm xmlns:a="http://schemas.openxmlformats.org/drawingml/2006/main" rot="0" flipH="0" flipV="0">
            <a:off x="6630585" y="2488467"/>
            <a:ext cx="56124" cy="58697"/>
          </a:xfrm>
          <a:prstGeom xmlns:a="http://schemas.openxmlformats.org/drawingml/2006/main" prst="rect">
            <a:avLst/>
          </a:prstGeom>
          <a:solidFill xmlns:a="http://schemas.openxmlformats.org/drawingml/2006/main">
            <a:schemeClr val="accent4">
              <a:lumMod val="2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1" name="Rektangel 1060">
            <a:extLst xmlns:a="http://schemas.openxmlformats.org/drawingml/2006/main">
              <a:ext uri="{FF2B5EF4-FFF2-40B4-BE49-F238E27FC236}">
                <a16:creationId xmlns:a16="http://schemas.microsoft.com/office/drawing/2014/main" id="{BB5DD28F-1631-1EC1-63A2-5C34A28B0C19}"/>
              </a:ext>
            </a:extLst>
          </p:cNvPr>
          <p:cNvSpPr>
            <a:spLocks xmlns:a="http://schemas.openxmlformats.org/drawingml/2006/main" noGrp="1"/>
          </p:cNvSpPr>
          <p:nvPr/>
        </p:nvSpPr>
        <p:spPr>
          <a:xfrm xmlns:a="http://schemas.openxmlformats.org/drawingml/2006/main" rot="0" flipH="0" flipV="0">
            <a:off x="6630585" y="2547432"/>
            <a:ext cx="56124" cy="58697"/>
          </a:xfrm>
          <a:prstGeom xmlns:a="http://schemas.openxmlformats.org/drawingml/2006/main" prst="rect">
            <a:avLst/>
          </a:prstGeom>
          <a:solidFill xmlns:a="http://schemas.openxmlformats.org/drawingml/2006/main">
            <a:schemeClr val="accent4">
              <a:lumMod val="1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2" name="Rektangel 1061">
            <a:extLst xmlns:a="http://schemas.openxmlformats.org/drawingml/2006/main">
              <a:ext uri="{FF2B5EF4-FFF2-40B4-BE49-F238E27FC236}">
                <a16:creationId xmlns:a16="http://schemas.microsoft.com/office/drawing/2014/main" id="{C2846DE4-F371-1BF5-4167-59B95320B756}"/>
              </a:ext>
            </a:extLst>
          </p:cNvPr>
          <p:cNvSpPr>
            <a:spLocks xmlns:a="http://schemas.openxmlformats.org/drawingml/2006/main" noGrp="1"/>
          </p:cNvSpPr>
          <p:nvPr/>
        </p:nvSpPr>
        <p:spPr>
          <a:xfrm xmlns:a="http://schemas.openxmlformats.org/drawingml/2006/main" rot="0" flipH="0" flipV="0">
            <a:off x="6708127" y="2311573"/>
            <a:ext cx="56124" cy="58697"/>
          </a:xfrm>
          <a:prstGeom xmlns:a="http://schemas.openxmlformats.org/drawingml/2006/main" prst="rect">
            <a:avLst/>
          </a:prstGeom>
          <a:solidFill xmlns:a="http://schemas.openxmlformats.org/drawingml/2006/main">
            <a:schemeClr val="accent5">
              <a:lumMod val="9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3" name="Rektangel 1062">
            <a:extLst xmlns:a="http://schemas.openxmlformats.org/drawingml/2006/main">
              <a:ext uri="{FF2B5EF4-FFF2-40B4-BE49-F238E27FC236}">
                <a16:creationId xmlns:a16="http://schemas.microsoft.com/office/drawing/2014/main" id="{D1FCE270-22E9-6108-5292-0A2E890C7042}"/>
              </a:ext>
            </a:extLst>
          </p:cNvPr>
          <p:cNvSpPr>
            <a:spLocks xmlns:a="http://schemas.openxmlformats.org/drawingml/2006/main" noGrp="1"/>
          </p:cNvSpPr>
          <p:nvPr/>
        </p:nvSpPr>
        <p:spPr>
          <a:xfrm xmlns:a="http://schemas.openxmlformats.org/drawingml/2006/main" rot="0" flipH="0" flipV="0">
            <a:off x="6708127" y="2370537"/>
            <a:ext cx="56124" cy="58697"/>
          </a:xfrm>
          <a:prstGeom xmlns:a="http://schemas.openxmlformats.org/drawingml/2006/main" prst="rect">
            <a:avLst/>
          </a:prstGeom>
          <a:solidFill xmlns:a="http://schemas.openxmlformats.org/drawingml/2006/main">
            <a:schemeClr val="accent5">
              <a:lumMod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4" name="Rektangel 1063">
            <a:extLst xmlns:a="http://schemas.openxmlformats.org/drawingml/2006/main">
              <a:ext uri="{FF2B5EF4-FFF2-40B4-BE49-F238E27FC236}">
                <a16:creationId xmlns:a16="http://schemas.microsoft.com/office/drawing/2014/main" id="{E0AB0C3D-3E2C-BA8B-F8FF-D1BAE2FD78AB}"/>
              </a:ext>
            </a:extLst>
          </p:cNvPr>
          <p:cNvSpPr>
            <a:spLocks xmlns:a="http://schemas.openxmlformats.org/drawingml/2006/main" noGrp="1"/>
          </p:cNvSpPr>
          <p:nvPr/>
        </p:nvSpPr>
        <p:spPr>
          <a:xfrm xmlns:a="http://schemas.openxmlformats.org/drawingml/2006/main" rot="0" flipH="0" flipV="0">
            <a:off x="6708127" y="2429502"/>
            <a:ext cx="56124" cy="58697"/>
          </a:xfrm>
          <a:prstGeom xmlns:a="http://schemas.openxmlformats.org/drawingml/2006/main" prst="rect">
            <a:avLst/>
          </a:prstGeom>
          <a:solidFill xmlns:a="http://schemas.openxmlformats.org/drawingml/2006/main">
            <a:schemeClr val="accent5">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5" name="Rektangel 1064">
            <a:extLst xmlns:a="http://schemas.openxmlformats.org/drawingml/2006/main">
              <a:ext uri="{FF2B5EF4-FFF2-40B4-BE49-F238E27FC236}">
                <a16:creationId xmlns:a16="http://schemas.microsoft.com/office/drawing/2014/main" id="{A5B9B835-C0B3-CE1F-0F4F-E77B314EE265}"/>
              </a:ext>
            </a:extLst>
          </p:cNvPr>
          <p:cNvSpPr>
            <a:spLocks xmlns:a="http://schemas.openxmlformats.org/drawingml/2006/main" noGrp="1"/>
          </p:cNvSpPr>
          <p:nvPr/>
        </p:nvSpPr>
        <p:spPr>
          <a:xfrm xmlns:a="http://schemas.openxmlformats.org/drawingml/2006/main" rot="0" flipH="0" flipV="0">
            <a:off x="6708127" y="2488467"/>
            <a:ext cx="56124" cy="58697"/>
          </a:xfrm>
          <a:prstGeom xmlns:a="http://schemas.openxmlformats.org/drawingml/2006/main" prst="rect">
            <a:avLst/>
          </a:prstGeom>
          <a:solidFill xmlns:a="http://schemas.openxmlformats.org/drawingml/2006/main">
            <a:schemeClr val="accent5">
              <a:lumMod val="2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6" name="Rektangel 1065">
            <a:extLst xmlns:a="http://schemas.openxmlformats.org/drawingml/2006/main">
              <a:ext uri="{FF2B5EF4-FFF2-40B4-BE49-F238E27FC236}">
                <a16:creationId xmlns:a16="http://schemas.microsoft.com/office/drawing/2014/main" id="{B6F46CE6-CCAF-9D3F-1627-61487FF99D45}"/>
              </a:ext>
            </a:extLst>
          </p:cNvPr>
          <p:cNvSpPr>
            <a:spLocks xmlns:a="http://schemas.openxmlformats.org/drawingml/2006/main" noGrp="1"/>
          </p:cNvSpPr>
          <p:nvPr/>
        </p:nvSpPr>
        <p:spPr>
          <a:xfrm xmlns:a="http://schemas.openxmlformats.org/drawingml/2006/main" rot="0" flipH="0" flipV="0">
            <a:off x="6708127" y="2547432"/>
            <a:ext cx="56124" cy="58697"/>
          </a:xfrm>
          <a:prstGeom xmlns:a="http://schemas.openxmlformats.org/drawingml/2006/main" prst="rect">
            <a:avLst/>
          </a:prstGeom>
          <a:solidFill xmlns:a="http://schemas.openxmlformats.org/drawingml/2006/main">
            <a:schemeClr val="accent5">
              <a:lumMod val="1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7" name="Rektangel 1066">
            <a:extLst xmlns:a="http://schemas.openxmlformats.org/drawingml/2006/main">
              <a:ext uri="{FF2B5EF4-FFF2-40B4-BE49-F238E27FC236}">
                <a16:creationId xmlns:a16="http://schemas.microsoft.com/office/drawing/2014/main" id="{B0D96E62-E6D5-5382-108B-2D8B21B1C7C0}"/>
              </a:ext>
            </a:extLst>
          </p:cNvPr>
          <p:cNvSpPr>
            <a:spLocks xmlns:a="http://schemas.openxmlformats.org/drawingml/2006/main" noGrp="1"/>
          </p:cNvSpPr>
          <p:nvPr/>
        </p:nvSpPr>
        <p:spPr>
          <a:xfrm xmlns:a="http://schemas.openxmlformats.org/drawingml/2006/main" rot="0" flipH="0" flipV="0">
            <a:off x="6786708" y="2311573"/>
            <a:ext cx="56124" cy="58697"/>
          </a:xfrm>
          <a:prstGeom xmlns:a="http://schemas.openxmlformats.org/drawingml/2006/main" prst="rect">
            <a:avLst/>
          </a:prstGeom>
          <a:solidFill xmlns:a="http://schemas.openxmlformats.org/drawingml/2006/main">
            <a:schemeClr val="accent6">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8" name="Rektangel 1067">
            <a:extLst xmlns:a="http://schemas.openxmlformats.org/drawingml/2006/main">
              <a:ext uri="{FF2B5EF4-FFF2-40B4-BE49-F238E27FC236}">
                <a16:creationId xmlns:a16="http://schemas.microsoft.com/office/drawing/2014/main" id="{589AC037-F773-58BF-FA0E-B29A0BAE94D6}"/>
              </a:ext>
            </a:extLst>
          </p:cNvPr>
          <p:cNvSpPr>
            <a:spLocks xmlns:a="http://schemas.openxmlformats.org/drawingml/2006/main" noGrp="1"/>
          </p:cNvSpPr>
          <p:nvPr/>
        </p:nvSpPr>
        <p:spPr>
          <a:xfrm xmlns:a="http://schemas.openxmlformats.org/drawingml/2006/main" rot="0" flipH="0" flipV="0">
            <a:off x="6786708" y="2370537"/>
            <a:ext cx="56124" cy="58697"/>
          </a:xfrm>
          <a:prstGeom xmlns:a="http://schemas.openxmlformats.org/drawingml/2006/main" prst="rect">
            <a:avLst/>
          </a:prstGeom>
          <a:solidFill xmlns:a="http://schemas.openxmlformats.org/drawingml/2006/main">
            <a:schemeClr val="accent6">
              <a:lumMod val="40000"/>
              <a:lumOff val="6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9" name="Rektangel 1068">
            <a:extLst xmlns:a="http://schemas.openxmlformats.org/drawingml/2006/main">
              <a:ext uri="{FF2B5EF4-FFF2-40B4-BE49-F238E27FC236}">
                <a16:creationId xmlns:a16="http://schemas.microsoft.com/office/drawing/2014/main" id="{07045815-7B67-4A94-7C17-8D64E287040A}"/>
              </a:ext>
            </a:extLst>
          </p:cNvPr>
          <p:cNvSpPr>
            <a:spLocks xmlns:a="http://schemas.openxmlformats.org/drawingml/2006/main" noGrp="1"/>
          </p:cNvSpPr>
          <p:nvPr/>
        </p:nvSpPr>
        <p:spPr>
          <a:xfrm xmlns:a="http://schemas.openxmlformats.org/drawingml/2006/main" rot="0" flipH="0" flipV="0">
            <a:off x="6786708" y="2429502"/>
            <a:ext cx="56124" cy="58697"/>
          </a:xfrm>
          <a:prstGeom xmlns:a="http://schemas.openxmlformats.org/drawingml/2006/main" prst="rect">
            <a:avLst/>
          </a:prstGeom>
          <a:solidFill xmlns:a="http://schemas.openxmlformats.org/drawingml/2006/main">
            <a:schemeClr val="accent6">
              <a:lumMod val="60000"/>
              <a:lumOff val="4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70" name="Rektangel 1069">
            <a:extLst xmlns:a="http://schemas.openxmlformats.org/drawingml/2006/main">
              <a:ext uri="{FF2B5EF4-FFF2-40B4-BE49-F238E27FC236}">
                <a16:creationId xmlns:a16="http://schemas.microsoft.com/office/drawing/2014/main" id="{D85D7A99-C5CD-38F6-939F-A3EF9E12781C}"/>
              </a:ext>
            </a:extLst>
          </p:cNvPr>
          <p:cNvSpPr>
            <a:spLocks xmlns:a="http://schemas.openxmlformats.org/drawingml/2006/main" noGrp="1"/>
          </p:cNvSpPr>
          <p:nvPr/>
        </p:nvSpPr>
        <p:spPr>
          <a:xfrm xmlns:a="http://schemas.openxmlformats.org/drawingml/2006/main" rot="0" flipH="0" flipV="0">
            <a:off x="6786708" y="2488467"/>
            <a:ext cx="56124" cy="58697"/>
          </a:xfrm>
          <a:prstGeom xmlns:a="http://schemas.openxmlformats.org/drawingml/2006/main" prst="rect">
            <a:avLst/>
          </a:prstGeom>
          <a:solidFill xmlns:a="http://schemas.openxmlformats.org/drawingml/2006/main">
            <a:schemeClr val="accent6">
              <a:lumMod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71" name="Rektangel 1070">
            <a:extLst xmlns:a="http://schemas.openxmlformats.org/drawingml/2006/main">
              <a:ext uri="{FF2B5EF4-FFF2-40B4-BE49-F238E27FC236}">
                <a16:creationId xmlns:a16="http://schemas.microsoft.com/office/drawing/2014/main" id="{32FB7A58-1D8F-5665-AC4F-BA2FE1869B27}"/>
              </a:ext>
            </a:extLst>
          </p:cNvPr>
          <p:cNvSpPr>
            <a:spLocks xmlns:a="http://schemas.openxmlformats.org/drawingml/2006/main" noGrp="1"/>
          </p:cNvSpPr>
          <p:nvPr/>
        </p:nvSpPr>
        <p:spPr>
          <a:xfrm xmlns:a="http://schemas.openxmlformats.org/drawingml/2006/main" rot="0" flipH="0" flipV="0">
            <a:off x="6786708" y="2547432"/>
            <a:ext cx="56124" cy="58697"/>
          </a:xfrm>
          <a:prstGeom xmlns:a="http://schemas.openxmlformats.org/drawingml/2006/main" prst="rect">
            <a:avLst/>
          </a:prstGeom>
          <a:solidFill xmlns:a="http://schemas.openxmlformats.org/drawingml/2006/main">
            <a:schemeClr val="accent6">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77" name="Rektangel 1076">
            <a:extLst xmlns:a="http://schemas.openxmlformats.org/drawingml/2006/main">
              <a:ext uri="{FF2B5EF4-FFF2-40B4-BE49-F238E27FC236}">
                <a16:creationId xmlns:a16="http://schemas.microsoft.com/office/drawing/2014/main" id="{5F9AF638-6FAD-3C50-00FA-ADD872158CE5}"/>
              </a:ext>
            </a:extLst>
          </p:cNvPr>
          <p:cNvSpPr>
            <a:spLocks xmlns:a="http://schemas.openxmlformats.org/drawingml/2006/main" noGrp="1"/>
          </p:cNvSpPr>
          <p:nvPr/>
        </p:nvSpPr>
        <p:spPr>
          <a:xfrm xmlns:a="http://schemas.openxmlformats.org/drawingml/2006/main" rot="0" flipH="0" flipV="0">
            <a:off x="6241888" y="2190240"/>
            <a:ext cx="56124" cy="56124"/>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78" name="Rektangel 1077">
            <a:extLst xmlns:a="http://schemas.openxmlformats.org/drawingml/2006/main">
              <a:ext uri="{FF2B5EF4-FFF2-40B4-BE49-F238E27FC236}">
                <a16:creationId xmlns:a16="http://schemas.microsoft.com/office/drawing/2014/main" id="{C4749DD0-3DD2-A386-7BED-084BA84DBBE6}"/>
              </a:ext>
            </a:extLst>
          </p:cNvPr>
          <p:cNvSpPr>
            <a:spLocks xmlns:a="http://schemas.openxmlformats.org/drawingml/2006/main" noGrp="1"/>
          </p:cNvSpPr>
          <p:nvPr/>
        </p:nvSpPr>
        <p:spPr>
          <a:xfrm xmlns:a="http://schemas.openxmlformats.org/drawingml/2006/main" rot="0" flipH="0" flipV="0">
            <a:off x="6241888" y="2311573"/>
            <a:ext cx="56124" cy="58697"/>
          </a:xfrm>
          <a:prstGeom xmlns:a="http://schemas.openxmlformats.org/drawingml/2006/main" prst="rect">
            <a:avLst/>
          </a:prstGeom>
          <a:solidFill xmlns:a="http://schemas.openxmlformats.org/drawingml/2006/main">
            <a:schemeClr val="bg2">
              <a:lumMod val="9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79" name="Rektangel 1078">
            <a:extLst xmlns:a="http://schemas.openxmlformats.org/drawingml/2006/main">
              <a:ext uri="{FF2B5EF4-FFF2-40B4-BE49-F238E27FC236}">
                <a16:creationId xmlns:a16="http://schemas.microsoft.com/office/drawing/2014/main" id="{B4499066-323D-EE08-E5A2-F43B0807892C}"/>
              </a:ext>
            </a:extLst>
          </p:cNvPr>
          <p:cNvSpPr>
            <a:spLocks xmlns:a="http://schemas.openxmlformats.org/drawingml/2006/main" noGrp="1"/>
          </p:cNvSpPr>
          <p:nvPr/>
        </p:nvSpPr>
        <p:spPr>
          <a:xfrm xmlns:a="http://schemas.openxmlformats.org/drawingml/2006/main" rot="0" flipH="0" flipV="0">
            <a:off x="6241888" y="2370537"/>
            <a:ext cx="56124" cy="58697"/>
          </a:xfrm>
          <a:prstGeom xmlns:a="http://schemas.openxmlformats.org/drawingml/2006/main" prst="rect">
            <a:avLst/>
          </a:prstGeom>
          <a:solidFill xmlns:a="http://schemas.openxmlformats.org/drawingml/2006/main">
            <a:schemeClr val="bg2">
              <a:lumMod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0" name="Rektangel 1079">
            <a:extLst xmlns:a="http://schemas.openxmlformats.org/drawingml/2006/main">
              <a:ext uri="{FF2B5EF4-FFF2-40B4-BE49-F238E27FC236}">
                <a16:creationId xmlns:a16="http://schemas.microsoft.com/office/drawing/2014/main" id="{1BBF49EA-C637-CAB3-6569-11A2CFD31079}"/>
              </a:ext>
            </a:extLst>
          </p:cNvPr>
          <p:cNvSpPr>
            <a:spLocks xmlns:a="http://schemas.openxmlformats.org/drawingml/2006/main" noGrp="1"/>
          </p:cNvSpPr>
          <p:nvPr/>
        </p:nvSpPr>
        <p:spPr>
          <a:xfrm xmlns:a="http://schemas.openxmlformats.org/drawingml/2006/main" rot="0" flipH="0" flipV="0">
            <a:off x="6241888" y="2429502"/>
            <a:ext cx="56124" cy="58697"/>
          </a:xfrm>
          <a:prstGeom xmlns:a="http://schemas.openxmlformats.org/drawingml/2006/main" prst="rect">
            <a:avLst/>
          </a:prstGeom>
          <a:solidFill xmlns:a="http://schemas.openxmlformats.org/drawingml/2006/main">
            <a:schemeClr val="bg2">
              <a:lumMod val="5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1" name="Rektangel 1080">
            <a:extLst xmlns:a="http://schemas.openxmlformats.org/drawingml/2006/main">
              <a:ext uri="{FF2B5EF4-FFF2-40B4-BE49-F238E27FC236}">
                <a16:creationId xmlns:a16="http://schemas.microsoft.com/office/drawing/2014/main" id="{1F27D949-C326-6486-1CD4-2B8AF35ADE78}"/>
              </a:ext>
            </a:extLst>
          </p:cNvPr>
          <p:cNvSpPr>
            <a:spLocks xmlns:a="http://schemas.openxmlformats.org/drawingml/2006/main" noGrp="1"/>
          </p:cNvSpPr>
          <p:nvPr/>
        </p:nvSpPr>
        <p:spPr>
          <a:xfrm xmlns:a="http://schemas.openxmlformats.org/drawingml/2006/main" rot="0" flipH="0" flipV="0">
            <a:off x="6241888" y="2488467"/>
            <a:ext cx="56124" cy="58697"/>
          </a:xfrm>
          <a:prstGeom xmlns:a="http://schemas.openxmlformats.org/drawingml/2006/main" prst="rect">
            <a:avLst/>
          </a:prstGeom>
          <a:solidFill xmlns:a="http://schemas.openxmlformats.org/drawingml/2006/main">
            <a:schemeClr val="bg2">
              <a:lumMod val="2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2" name="Rektangel 1081">
            <a:extLst xmlns:a="http://schemas.openxmlformats.org/drawingml/2006/main">
              <a:ext uri="{FF2B5EF4-FFF2-40B4-BE49-F238E27FC236}">
                <a16:creationId xmlns:a16="http://schemas.microsoft.com/office/drawing/2014/main" id="{F216B4A1-3944-F8CE-8C9B-FA88B4D03E26}"/>
              </a:ext>
            </a:extLst>
          </p:cNvPr>
          <p:cNvSpPr>
            <a:spLocks xmlns:a="http://schemas.openxmlformats.org/drawingml/2006/main" noGrp="1"/>
          </p:cNvSpPr>
          <p:nvPr/>
        </p:nvSpPr>
        <p:spPr>
          <a:xfrm xmlns:a="http://schemas.openxmlformats.org/drawingml/2006/main" rot="0" flipH="0" flipV="0">
            <a:off x="6241888" y="2547432"/>
            <a:ext cx="56124" cy="58697"/>
          </a:xfrm>
          <a:prstGeom xmlns:a="http://schemas.openxmlformats.org/drawingml/2006/main" prst="rect">
            <a:avLst/>
          </a:prstGeom>
          <a:solidFill xmlns:a="http://schemas.openxmlformats.org/drawingml/2006/main">
            <a:schemeClr val="bg2">
              <a:lumMod val="1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3" name="Rektangel 1082">
            <a:extLst xmlns:a="http://schemas.openxmlformats.org/drawingml/2006/main">
              <a:ext uri="{FF2B5EF4-FFF2-40B4-BE49-F238E27FC236}">
                <a16:creationId xmlns:a16="http://schemas.microsoft.com/office/drawing/2014/main" id="{5F4ADBA2-1A1B-A4CA-F30B-B0C82CEC3557}"/>
              </a:ext>
            </a:extLst>
          </p:cNvPr>
          <p:cNvSpPr>
            <a:spLocks xmlns:a="http://schemas.openxmlformats.org/drawingml/2006/main" noGrp="1"/>
          </p:cNvSpPr>
          <p:nvPr/>
        </p:nvSpPr>
        <p:spPr>
          <a:xfrm xmlns:a="http://schemas.openxmlformats.org/drawingml/2006/main" rot="0" flipH="0" flipV="0">
            <a:off x="6083873" y="2822298"/>
            <a:ext cx="56124" cy="56124"/>
          </a:xfrm>
          <a:prstGeom xmlns:a="http://schemas.openxmlformats.org/drawingml/2006/main" prst="rect">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4" name="Rektangel 1083">
            <a:extLst xmlns:a="http://schemas.openxmlformats.org/drawingml/2006/main">
              <a:ext uri="{FF2B5EF4-FFF2-40B4-BE49-F238E27FC236}">
                <a16:creationId xmlns:a16="http://schemas.microsoft.com/office/drawing/2014/main" id="{374BD5DA-8482-21B6-9413-9B1A45CF76C1}"/>
              </a:ext>
            </a:extLst>
          </p:cNvPr>
          <p:cNvSpPr>
            <a:spLocks xmlns:a="http://schemas.openxmlformats.org/drawingml/2006/main" noGrp="1"/>
          </p:cNvSpPr>
          <p:nvPr/>
        </p:nvSpPr>
        <p:spPr>
          <a:xfrm xmlns:a="http://schemas.openxmlformats.org/drawingml/2006/main" rot="0" flipH="0" flipV="0">
            <a:off x="6083873" y="2900364"/>
            <a:ext cx="56124" cy="56124"/>
          </a:xfrm>
          <a:prstGeom xmlns:a="http://schemas.openxmlformats.org/drawingml/2006/main" prst="rect">
            <a:avLst/>
          </a:prstGeom>
          <a:solidFill xmlns:a="http://schemas.openxmlformats.org/drawingml/2006/main">
            <a:srgbClr val="0D4A2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5" name="Rektangel 1084">
            <a:extLst xmlns:a="http://schemas.openxmlformats.org/drawingml/2006/main">
              <a:ext uri="{FF2B5EF4-FFF2-40B4-BE49-F238E27FC236}">
                <a16:creationId xmlns:a16="http://schemas.microsoft.com/office/drawing/2014/main" id="{5F6020BD-6733-E876-2089-C3084AEA1A1C}"/>
              </a:ext>
            </a:extLst>
          </p:cNvPr>
          <p:cNvSpPr>
            <a:spLocks xmlns:a="http://schemas.openxmlformats.org/drawingml/2006/main" noGrp="1"/>
          </p:cNvSpPr>
          <p:nvPr/>
        </p:nvSpPr>
        <p:spPr>
          <a:xfrm xmlns:a="http://schemas.openxmlformats.org/drawingml/2006/main" rot="0" flipH="0" flipV="0">
            <a:off x="6083873" y="2978431"/>
            <a:ext cx="56124" cy="56124"/>
          </a:xfrm>
          <a:prstGeom xmlns:a="http://schemas.openxmlformats.org/drawingml/2006/main" prst="rect">
            <a:avLst/>
          </a:prstGeom>
          <a:solidFill xmlns:a="http://schemas.openxmlformats.org/drawingml/2006/main">
            <a:srgbClr val="4DA060"/>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6" name="Rektangel 1085">
            <a:extLst xmlns:a="http://schemas.openxmlformats.org/drawingml/2006/main">
              <a:ext uri="{FF2B5EF4-FFF2-40B4-BE49-F238E27FC236}">
                <a16:creationId xmlns:a16="http://schemas.microsoft.com/office/drawing/2014/main" id="{C4348C5F-5E10-920F-C2FB-889532E2F622}"/>
              </a:ext>
            </a:extLst>
          </p:cNvPr>
          <p:cNvSpPr>
            <a:spLocks xmlns:a="http://schemas.openxmlformats.org/drawingml/2006/main" noGrp="1"/>
          </p:cNvSpPr>
          <p:nvPr/>
        </p:nvSpPr>
        <p:spPr>
          <a:xfrm xmlns:a="http://schemas.openxmlformats.org/drawingml/2006/main" rot="0" flipH="0" flipV="0">
            <a:off x="6083873" y="3056498"/>
            <a:ext cx="56124" cy="56124"/>
          </a:xfrm>
          <a:prstGeom xmlns:a="http://schemas.openxmlformats.org/drawingml/2006/main" prst="rect">
            <a:avLst/>
          </a:prstGeom>
          <a:solidFill xmlns:a="http://schemas.openxmlformats.org/drawingml/2006/main">
            <a:srgbClr val="C7EBBA"/>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7" name="Rektangel 1086">
            <a:extLst xmlns:a="http://schemas.openxmlformats.org/drawingml/2006/main">
              <a:ext uri="{FF2B5EF4-FFF2-40B4-BE49-F238E27FC236}">
                <a16:creationId xmlns:a16="http://schemas.microsoft.com/office/drawing/2014/main" id="{D2D321FD-AE36-8DCA-8744-C0F46B88F58C}"/>
              </a:ext>
            </a:extLst>
          </p:cNvPr>
          <p:cNvSpPr>
            <a:spLocks xmlns:a="http://schemas.openxmlformats.org/drawingml/2006/main" noGrp="1"/>
          </p:cNvSpPr>
          <p:nvPr/>
        </p:nvSpPr>
        <p:spPr>
          <a:xfrm xmlns:a="http://schemas.openxmlformats.org/drawingml/2006/main" rot="0" flipH="0" flipV="0">
            <a:off x="6162097" y="2822298"/>
            <a:ext cx="56124" cy="56124"/>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8" name="Rektangel 1087">
            <a:extLst xmlns:a="http://schemas.openxmlformats.org/drawingml/2006/main">
              <a:ext uri="{FF2B5EF4-FFF2-40B4-BE49-F238E27FC236}">
                <a16:creationId xmlns:a16="http://schemas.microsoft.com/office/drawing/2014/main" id="{A93DF2FE-61D7-AA01-C339-B2ECCF6D103B}"/>
              </a:ext>
            </a:extLst>
          </p:cNvPr>
          <p:cNvSpPr>
            <a:spLocks xmlns:a="http://schemas.openxmlformats.org/drawingml/2006/main" noGrp="1"/>
          </p:cNvSpPr>
          <p:nvPr/>
        </p:nvSpPr>
        <p:spPr>
          <a:xfrm xmlns:a="http://schemas.openxmlformats.org/drawingml/2006/main" rot="0" flipH="0" flipV="0">
            <a:off x="6162097" y="2900364"/>
            <a:ext cx="56124" cy="56124"/>
          </a:xfrm>
          <a:prstGeom xmlns:a="http://schemas.openxmlformats.org/drawingml/2006/main" prst="rect">
            <a:avLst/>
          </a:prstGeom>
          <a:solidFill xmlns:a="http://schemas.openxmlformats.org/drawingml/2006/main">
            <a:srgbClr val="1C434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9" name="Rektangel 1088">
            <a:extLst xmlns:a="http://schemas.openxmlformats.org/drawingml/2006/main">
              <a:ext uri="{FF2B5EF4-FFF2-40B4-BE49-F238E27FC236}">
                <a16:creationId xmlns:a16="http://schemas.microsoft.com/office/drawing/2014/main" id="{89244240-2B76-F8CB-21C9-2B1FA90DD280}"/>
              </a:ext>
            </a:extLst>
          </p:cNvPr>
          <p:cNvSpPr>
            <a:spLocks xmlns:a="http://schemas.openxmlformats.org/drawingml/2006/main" noGrp="1"/>
          </p:cNvSpPr>
          <p:nvPr/>
        </p:nvSpPr>
        <p:spPr>
          <a:xfrm xmlns:a="http://schemas.openxmlformats.org/drawingml/2006/main" rot="0" flipH="0" flipV="0">
            <a:off x="6162097" y="2978431"/>
            <a:ext cx="56124" cy="56124"/>
          </a:xfrm>
          <a:prstGeom xmlns:a="http://schemas.openxmlformats.org/drawingml/2006/main" prst="rect">
            <a:avLst/>
          </a:prstGeom>
          <a:solidFill xmlns:a="http://schemas.openxmlformats.org/drawingml/2006/main">
            <a:srgbClr val="339C9C"/>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0" name="Rektangel 1089">
            <a:extLst xmlns:a="http://schemas.openxmlformats.org/drawingml/2006/main">
              <a:ext uri="{FF2B5EF4-FFF2-40B4-BE49-F238E27FC236}">
                <a16:creationId xmlns:a16="http://schemas.microsoft.com/office/drawing/2014/main" id="{33D9BE51-B8F2-F451-C1A3-3725C01F9D93}"/>
              </a:ext>
            </a:extLst>
          </p:cNvPr>
          <p:cNvSpPr>
            <a:spLocks xmlns:a="http://schemas.openxmlformats.org/drawingml/2006/main" noGrp="1"/>
          </p:cNvSpPr>
          <p:nvPr/>
        </p:nvSpPr>
        <p:spPr>
          <a:xfrm xmlns:a="http://schemas.openxmlformats.org/drawingml/2006/main" rot="0" flipH="0" flipV="0">
            <a:off x="6162097" y="3056498"/>
            <a:ext cx="56124" cy="56124"/>
          </a:xfrm>
          <a:prstGeom xmlns:a="http://schemas.openxmlformats.org/drawingml/2006/main" prst="rect">
            <a:avLst/>
          </a:prstGeom>
          <a:solidFill xmlns:a="http://schemas.openxmlformats.org/drawingml/2006/main">
            <a:srgbClr val="B2E0E0"/>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1" name="Rektangel 1090">
            <a:extLst xmlns:a="http://schemas.openxmlformats.org/drawingml/2006/main">
              <a:ext uri="{FF2B5EF4-FFF2-40B4-BE49-F238E27FC236}">
                <a16:creationId xmlns:a16="http://schemas.microsoft.com/office/drawing/2014/main" id="{ACA30911-7D60-921E-C70A-F693BE675834}"/>
              </a:ext>
            </a:extLst>
          </p:cNvPr>
          <p:cNvSpPr>
            <a:spLocks xmlns:a="http://schemas.openxmlformats.org/drawingml/2006/main" noGrp="1"/>
          </p:cNvSpPr>
          <p:nvPr/>
        </p:nvSpPr>
        <p:spPr>
          <a:xfrm xmlns:a="http://schemas.openxmlformats.org/drawingml/2006/main" rot="0" flipH="0" flipV="0">
            <a:off x="6240320" y="2822298"/>
            <a:ext cx="56124" cy="56124"/>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2" name="Rektangel 1091">
            <a:extLst xmlns:a="http://schemas.openxmlformats.org/drawingml/2006/main">
              <a:ext uri="{FF2B5EF4-FFF2-40B4-BE49-F238E27FC236}">
                <a16:creationId xmlns:a16="http://schemas.microsoft.com/office/drawing/2014/main" id="{7C3A2D5F-4466-B210-4CF0-4DBBC6BB3BA6}"/>
              </a:ext>
            </a:extLst>
          </p:cNvPr>
          <p:cNvSpPr>
            <a:spLocks xmlns:a="http://schemas.openxmlformats.org/drawingml/2006/main" noGrp="1"/>
          </p:cNvSpPr>
          <p:nvPr/>
        </p:nvSpPr>
        <p:spPr>
          <a:xfrm xmlns:a="http://schemas.openxmlformats.org/drawingml/2006/main" rot="0" flipH="0" flipV="0">
            <a:off x="6240320" y="2900364"/>
            <a:ext cx="56124" cy="56124"/>
          </a:xfrm>
          <a:prstGeom xmlns:a="http://schemas.openxmlformats.org/drawingml/2006/main" prst="rect">
            <a:avLst/>
          </a:prstGeom>
          <a:solidFill xmlns:a="http://schemas.openxmlformats.org/drawingml/2006/main">
            <a:srgbClr val="78001A"/>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3" name="Rektangel 1092">
            <a:extLst xmlns:a="http://schemas.openxmlformats.org/drawingml/2006/main">
              <a:ext uri="{FF2B5EF4-FFF2-40B4-BE49-F238E27FC236}">
                <a16:creationId xmlns:a16="http://schemas.microsoft.com/office/drawing/2014/main" id="{3DB1223D-C353-676D-5093-C19368A843EA}"/>
              </a:ext>
            </a:extLst>
          </p:cNvPr>
          <p:cNvSpPr>
            <a:spLocks xmlns:a="http://schemas.openxmlformats.org/drawingml/2006/main" noGrp="1"/>
          </p:cNvSpPr>
          <p:nvPr/>
        </p:nvSpPr>
        <p:spPr>
          <a:xfrm xmlns:a="http://schemas.openxmlformats.org/drawingml/2006/main" rot="0" flipH="0" flipV="0">
            <a:off x="6240320" y="2978431"/>
            <a:ext cx="56124" cy="56124"/>
          </a:xfrm>
          <a:prstGeom xmlns:a="http://schemas.openxmlformats.org/drawingml/2006/main" prst="rect">
            <a:avLst/>
          </a:prstGeom>
          <a:solidFill xmlns:a="http://schemas.openxmlformats.org/drawingml/2006/main">
            <a:srgbClr val="E86A5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4" name="Rektangel 1093">
            <a:extLst xmlns:a="http://schemas.openxmlformats.org/drawingml/2006/main">
              <a:ext uri="{FF2B5EF4-FFF2-40B4-BE49-F238E27FC236}">
                <a16:creationId xmlns:a16="http://schemas.microsoft.com/office/drawing/2014/main" id="{ECBE00DC-9A99-ED4F-7AB0-E71447F5BE95}"/>
              </a:ext>
            </a:extLst>
          </p:cNvPr>
          <p:cNvSpPr>
            <a:spLocks xmlns:a="http://schemas.openxmlformats.org/drawingml/2006/main" noGrp="1"/>
          </p:cNvSpPr>
          <p:nvPr/>
        </p:nvSpPr>
        <p:spPr>
          <a:xfrm xmlns:a="http://schemas.openxmlformats.org/drawingml/2006/main" rot="0" flipH="0" flipV="0">
            <a:off x="6240320" y="3056498"/>
            <a:ext cx="56124" cy="56124"/>
          </a:xfrm>
          <a:prstGeom xmlns:a="http://schemas.openxmlformats.org/drawingml/2006/main" prst="rect">
            <a:avLst/>
          </a:prstGeom>
          <a:solidFill xmlns:a="http://schemas.openxmlformats.org/drawingml/2006/main">
            <a:srgbClr val="FFCCC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5" name="Rektangel 1094">
            <a:extLst xmlns:a="http://schemas.openxmlformats.org/drawingml/2006/main">
              <a:ext uri="{FF2B5EF4-FFF2-40B4-BE49-F238E27FC236}">
                <a16:creationId xmlns:a16="http://schemas.microsoft.com/office/drawing/2014/main" id="{5BAC4B2F-5948-684F-53E5-17024EA24387}"/>
              </a:ext>
            </a:extLst>
          </p:cNvPr>
          <p:cNvSpPr>
            <a:spLocks xmlns:a="http://schemas.openxmlformats.org/drawingml/2006/main" noGrp="1"/>
          </p:cNvSpPr>
          <p:nvPr/>
        </p:nvSpPr>
        <p:spPr>
          <a:xfrm xmlns:a="http://schemas.openxmlformats.org/drawingml/2006/main" rot="0" flipH="0" flipV="0">
            <a:off x="6318543" y="2822298"/>
            <a:ext cx="56124" cy="56124"/>
          </a:xfrm>
          <a:prstGeom xmlns:a="http://schemas.openxmlformats.org/drawingml/2006/main" prst="rect">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6" name="Rektangel 1095">
            <a:extLst xmlns:a="http://schemas.openxmlformats.org/drawingml/2006/main">
              <a:ext uri="{FF2B5EF4-FFF2-40B4-BE49-F238E27FC236}">
                <a16:creationId xmlns:a16="http://schemas.microsoft.com/office/drawing/2014/main" id="{9DED6478-BDF3-512F-58F3-E36C2B3C3BAA}"/>
              </a:ext>
            </a:extLst>
          </p:cNvPr>
          <p:cNvSpPr>
            <a:spLocks xmlns:a="http://schemas.openxmlformats.org/drawingml/2006/main" noGrp="1"/>
          </p:cNvSpPr>
          <p:nvPr/>
        </p:nvSpPr>
        <p:spPr>
          <a:xfrm xmlns:a="http://schemas.openxmlformats.org/drawingml/2006/main" rot="0" flipH="0" flipV="0">
            <a:off x="6318543" y="2900364"/>
            <a:ext cx="56124" cy="56124"/>
          </a:xfrm>
          <a:prstGeom xmlns:a="http://schemas.openxmlformats.org/drawingml/2006/main" prst="rect">
            <a:avLst/>
          </a:prstGeom>
          <a:solidFill xmlns:a="http://schemas.openxmlformats.org/drawingml/2006/main">
            <a:srgbClr val="A65900"/>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7" name="Rektangel 1096">
            <a:extLst xmlns:a="http://schemas.openxmlformats.org/drawingml/2006/main">
              <a:ext uri="{FF2B5EF4-FFF2-40B4-BE49-F238E27FC236}">
                <a16:creationId xmlns:a16="http://schemas.microsoft.com/office/drawing/2014/main" id="{6D820422-D0D9-5ACE-DB5E-ACF44106A99E}"/>
              </a:ext>
            </a:extLst>
          </p:cNvPr>
          <p:cNvSpPr>
            <a:spLocks xmlns:a="http://schemas.openxmlformats.org/drawingml/2006/main" noGrp="1"/>
          </p:cNvSpPr>
          <p:nvPr/>
        </p:nvSpPr>
        <p:spPr>
          <a:xfrm xmlns:a="http://schemas.openxmlformats.org/drawingml/2006/main" rot="0" flipH="0" flipV="0">
            <a:off x="6318543" y="2978431"/>
            <a:ext cx="56124" cy="56124"/>
          </a:xfrm>
          <a:prstGeom xmlns:a="http://schemas.openxmlformats.org/drawingml/2006/main" prst="rect">
            <a:avLst/>
          </a:prstGeom>
          <a:solidFill xmlns:a="http://schemas.openxmlformats.org/drawingml/2006/main">
            <a:srgbClr val="FFBE00"/>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8" name="Rektangel 1097">
            <a:extLst xmlns:a="http://schemas.openxmlformats.org/drawingml/2006/main">
              <a:ext uri="{FF2B5EF4-FFF2-40B4-BE49-F238E27FC236}">
                <a16:creationId xmlns:a16="http://schemas.microsoft.com/office/drawing/2014/main" id="{8B60BAF5-04DE-84E4-664B-F75D369387BB}"/>
              </a:ext>
            </a:extLst>
          </p:cNvPr>
          <p:cNvSpPr>
            <a:spLocks xmlns:a="http://schemas.openxmlformats.org/drawingml/2006/main" noGrp="1"/>
          </p:cNvSpPr>
          <p:nvPr/>
        </p:nvSpPr>
        <p:spPr>
          <a:xfrm xmlns:a="http://schemas.openxmlformats.org/drawingml/2006/main" rot="0" flipH="0" flipV="0">
            <a:off x="6318543" y="3056498"/>
            <a:ext cx="56124" cy="56124"/>
          </a:xfrm>
          <a:prstGeom xmlns:a="http://schemas.openxmlformats.org/drawingml/2006/main" prst="rect">
            <a:avLst/>
          </a:prstGeom>
          <a:solidFill xmlns:a="http://schemas.openxmlformats.org/drawingml/2006/main">
            <a:srgbClr val="FFF0B0"/>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9" name="Rektangel 1098">
            <a:extLst xmlns:a="http://schemas.openxmlformats.org/drawingml/2006/main">
              <a:ext uri="{FF2B5EF4-FFF2-40B4-BE49-F238E27FC236}">
                <a16:creationId xmlns:a16="http://schemas.microsoft.com/office/drawing/2014/main" id="{2E36144B-8356-508C-530F-E4563E893F8E}"/>
              </a:ext>
            </a:extLst>
          </p:cNvPr>
          <p:cNvSpPr>
            <a:spLocks xmlns:a="http://schemas.openxmlformats.org/drawingml/2006/main" noGrp="1"/>
          </p:cNvSpPr>
          <p:nvPr/>
        </p:nvSpPr>
        <p:spPr>
          <a:xfrm xmlns:a="http://schemas.openxmlformats.org/drawingml/2006/main" rot="0" flipH="0" flipV="0">
            <a:off x="6396767" y="2822298"/>
            <a:ext cx="56124" cy="56124"/>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0" name="Rektangel 1099">
            <a:extLst xmlns:a="http://schemas.openxmlformats.org/drawingml/2006/main">
              <a:ext uri="{FF2B5EF4-FFF2-40B4-BE49-F238E27FC236}">
                <a16:creationId xmlns:a16="http://schemas.microsoft.com/office/drawing/2014/main" id="{4A6003A8-E644-C22A-594E-648C05A084B5}"/>
              </a:ext>
            </a:extLst>
          </p:cNvPr>
          <p:cNvSpPr>
            <a:spLocks xmlns:a="http://schemas.openxmlformats.org/drawingml/2006/main" noGrp="1"/>
          </p:cNvSpPr>
          <p:nvPr/>
        </p:nvSpPr>
        <p:spPr>
          <a:xfrm xmlns:a="http://schemas.openxmlformats.org/drawingml/2006/main" rot="0" flipH="0" flipV="0">
            <a:off x="6396767" y="2900364"/>
            <a:ext cx="56124" cy="56124"/>
          </a:xfrm>
          <a:prstGeom xmlns:a="http://schemas.openxmlformats.org/drawingml/2006/main" prst="rect">
            <a:avLst/>
          </a:prstGeom>
          <a:solidFill xmlns:a="http://schemas.openxmlformats.org/drawingml/2006/main">
            <a:srgbClr val="32323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1" name="Rektangel 1100">
            <a:extLst xmlns:a="http://schemas.openxmlformats.org/drawingml/2006/main">
              <a:ext uri="{FF2B5EF4-FFF2-40B4-BE49-F238E27FC236}">
                <a16:creationId xmlns:a16="http://schemas.microsoft.com/office/drawing/2014/main" id="{71252218-348E-C0A3-6703-29BD88D5A17F}"/>
              </a:ext>
            </a:extLst>
          </p:cNvPr>
          <p:cNvSpPr>
            <a:spLocks xmlns:a="http://schemas.openxmlformats.org/drawingml/2006/main" noGrp="1"/>
          </p:cNvSpPr>
          <p:nvPr/>
        </p:nvSpPr>
        <p:spPr>
          <a:xfrm xmlns:a="http://schemas.openxmlformats.org/drawingml/2006/main" rot="0" flipH="0" flipV="0">
            <a:off x="6396767" y="2978431"/>
            <a:ext cx="56124" cy="56124"/>
          </a:xfrm>
          <a:prstGeom xmlns:a="http://schemas.openxmlformats.org/drawingml/2006/main" prst="rect">
            <a:avLst/>
          </a:prstGeom>
          <a:solidFill xmlns:a="http://schemas.openxmlformats.org/drawingml/2006/main">
            <a:srgbClr val="A5A5A5"/>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2" name="Rektangel 1101">
            <a:extLst xmlns:a="http://schemas.openxmlformats.org/drawingml/2006/main">
              <a:ext uri="{FF2B5EF4-FFF2-40B4-BE49-F238E27FC236}">
                <a16:creationId xmlns:a16="http://schemas.microsoft.com/office/drawing/2014/main" id="{F40D39AB-38A0-8D9F-98CF-0849C6CB1A97}"/>
              </a:ext>
            </a:extLst>
          </p:cNvPr>
          <p:cNvSpPr>
            <a:spLocks xmlns:a="http://schemas.openxmlformats.org/drawingml/2006/main" noGrp="1"/>
          </p:cNvSpPr>
          <p:nvPr/>
        </p:nvSpPr>
        <p:spPr>
          <a:xfrm xmlns:a="http://schemas.openxmlformats.org/drawingml/2006/main" rot="0" flipH="0" flipV="0">
            <a:off x="6396767" y="3056498"/>
            <a:ext cx="56124" cy="56124"/>
          </a:xfrm>
          <a:prstGeom xmlns:a="http://schemas.openxmlformats.org/drawingml/2006/main" prst="rect">
            <a:avLst/>
          </a:prstGeom>
          <a:solidFill xmlns:a="http://schemas.openxmlformats.org/drawingml/2006/main">
            <a:srgbClr val="E6E6E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3" name="Rektangel 1102">
            <a:extLst xmlns:a="http://schemas.openxmlformats.org/drawingml/2006/main">
              <a:ext uri="{FF2B5EF4-FFF2-40B4-BE49-F238E27FC236}">
                <a16:creationId xmlns:a16="http://schemas.microsoft.com/office/drawing/2014/main" id="{B0EEB85D-E1B5-BB7E-06F5-B7F663E237EA}"/>
              </a:ext>
            </a:extLst>
          </p:cNvPr>
          <p:cNvSpPr>
            <a:spLocks xmlns:a="http://schemas.openxmlformats.org/drawingml/2006/main" noGrp="1"/>
          </p:cNvSpPr>
          <p:nvPr/>
        </p:nvSpPr>
        <p:spPr>
          <a:xfrm xmlns:a="http://schemas.openxmlformats.org/drawingml/2006/main" rot="0" flipH="0" flipV="0">
            <a:off x="6474990" y="2822298"/>
            <a:ext cx="56124" cy="56124"/>
          </a:xfrm>
          <a:prstGeom xmlns:a="http://schemas.openxmlformats.org/drawingml/2006/main" prst="rect">
            <a:avLst/>
          </a:prstGeom>
          <a:solidFill xmlns:a="http://schemas.openxmlformats.org/drawingml/2006/main">
            <a:schemeClr val="accent6"/>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4" name="Rektangel 1103">
            <a:extLst xmlns:a="http://schemas.openxmlformats.org/drawingml/2006/main">
              <a:ext uri="{FF2B5EF4-FFF2-40B4-BE49-F238E27FC236}">
                <a16:creationId xmlns:a16="http://schemas.microsoft.com/office/drawing/2014/main" id="{0C4BF3AC-6949-B173-1F6F-7ACF6CCCA68D}"/>
              </a:ext>
            </a:extLst>
          </p:cNvPr>
          <p:cNvSpPr>
            <a:spLocks xmlns:a="http://schemas.openxmlformats.org/drawingml/2006/main" noGrp="1"/>
          </p:cNvSpPr>
          <p:nvPr/>
        </p:nvSpPr>
        <p:spPr>
          <a:xfrm xmlns:a="http://schemas.openxmlformats.org/drawingml/2006/main" rot="0" flipH="0" flipV="0">
            <a:off x="6474990" y="2900364"/>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5" name="Rektangel 1104">
            <a:extLst xmlns:a="http://schemas.openxmlformats.org/drawingml/2006/main">
              <a:ext uri="{FF2B5EF4-FFF2-40B4-BE49-F238E27FC236}">
                <a16:creationId xmlns:a16="http://schemas.microsoft.com/office/drawing/2014/main" id="{5E724053-DDC1-BCE6-018B-3C13912CBCAA}"/>
              </a:ext>
            </a:extLst>
          </p:cNvPr>
          <p:cNvSpPr>
            <a:spLocks xmlns:a="http://schemas.openxmlformats.org/drawingml/2006/main" noGrp="1"/>
          </p:cNvSpPr>
          <p:nvPr/>
        </p:nvSpPr>
        <p:spPr>
          <a:xfrm xmlns:a="http://schemas.openxmlformats.org/drawingml/2006/main" rot="0" flipH="0" flipV="0">
            <a:off x="6474990" y="2978431"/>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7" name="Rektangel 1106">
            <a:extLst xmlns:a="http://schemas.openxmlformats.org/drawingml/2006/main">
              <a:ext uri="{FF2B5EF4-FFF2-40B4-BE49-F238E27FC236}">
                <a16:creationId xmlns:a16="http://schemas.microsoft.com/office/drawing/2014/main" id="{B89A7384-2EB1-E47E-4661-2C135E836BAB}"/>
              </a:ext>
            </a:extLst>
          </p:cNvPr>
          <p:cNvSpPr>
            <a:spLocks xmlns:a="http://schemas.openxmlformats.org/drawingml/2006/main" noGrp="1"/>
          </p:cNvSpPr>
          <p:nvPr/>
        </p:nvSpPr>
        <p:spPr>
          <a:xfrm xmlns:a="http://schemas.openxmlformats.org/drawingml/2006/main" rot="0" flipH="0" flipV="0">
            <a:off x="6553213" y="2822298"/>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8" name="Rektangel 1107">
            <a:extLst xmlns:a="http://schemas.openxmlformats.org/drawingml/2006/main">
              <a:ext uri="{FF2B5EF4-FFF2-40B4-BE49-F238E27FC236}">
                <a16:creationId xmlns:a16="http://schemas.microsoft.com/office/drawing/2014/main" id="{64053484-E065-730D-63D9-F3F09E971CEC}"/>
              </a:ext>
            </a:extLst>
          </p:cNvPr>
          <p:cNvSpPr>
            <a:spLocks xmlns:a="http://schemas.openxmlformats.org/drawingml/2006/main" noGrp="1"/>
          </p:cNvSpPr>
          <p:nvPr/>
        </p:nvSpPr>
        <p:spPr>
          <a:xfrm xmlns:a="http://schemas.openxmlformats.org/drawingml/2006/main" rot="0" flipH="0" flipV="0">
            <a:off x="6553213" y="2900364"/>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9" name="Rektangel 1108">
            <a:extLst xmlns:a="http://schemas.openxmlformats.org/drawingml/2006/main">
              <a:ext uri="{FF2B5EF4-FFF2-40B4-BE49-F238E27FC236}">
                <a16:creationId xmlns:a16="http://schemas.microsoft.com/office/drawing/2014/main" id="{E5345871-5F8B-2377-CAC8-6913E51EB927}"/>
              </a:ext>
            </a:extLst>
          </p:cNvPr>
          <p:cNvSpPr>
            <a:spLocks xmlns:a="http://schemas.openxmlformats.org/drawingml/2006/main" noGrp="1"/>
          </p:cNvSpPr>
          <p:nvPr/>
        </p:nvSpPr>
        <p:spPr>
          <a:xfrm xmlns:a="http://schemas.openxmlformats.org/drawingml/2006/main" rot="0" flipH="0" flipV="0">
            <a:off x="6553213" y="2978431"/>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1" name="Rektangel 1110">
            <a:extLst xmlns:a="http://schemas.openxmlformats.org/drawingml/2006/main">
              <a:ext uri="{FF2B5EF4-FFF2-40B4-BE49-F238E27FC236}">
                <a16:creationId xmlns:a16="http://schemas.microsoft.com/office/drawing/2014/main" id="{15038F50-63E9-76D9-070D-599071F6D0B1}"/>
              </a:ext>
            </a:extLst>
          </p:cNvPr>
          <p:cNvSpPr>
            <a:spLocks xmlns:a="http://schemas.openxmlformats.org/drawingml/2006/main" noGrp="1"/>
          </p:cNvSpPr>
          <p:nvPr/>
        </p:nvSpPr>
        <p:spPr>
          <a:xfrm xmlns:a="http://schemas.openxmlformats.org/drawingml/2006/main" rot="0" flipH="0" flipV="0">
            <a:off x="6631437" y="2822298"/>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2" name="Rektangel 1111">
            <a:extLst xmlns:a="http://schemas.openxmlformats.org/drawingml/2006/main">
              <a:ext uri="{FF2B5EF4-FFF2-40B4-BE49-F238E27FC236}">
                <a16:creationId xmlns:a16="http://schemas.microsoft.com/office/drawing/2014/main" id="{062851F2-FDB2-63C5-B741-C1CAD1FE3211}"/>
              </a:ext>
            </a:extLst>
          </p:cNvPr>
          <p:cNvSpPr>
            <a:spLocks xmlns:a="http://schemas.openxmlformats.org/drawingml/2006/main" noGrp="1"/>
          </p:cNvSpPr>
          <p:nvPr/>
        </p:nvSpPr>
        <p:spPr>
          <a:xfrm xmlns:a="http://schemas.openxmlformats.org/drawingml/2006/main" rot="0" flipH="0" flipV="0">
            <a:off x="6631437" y="2900364"/>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3" name="Rektangel 1112">
            <a:extLst xmlns:a="http://schemas.openxmlformats.org/drawingml/2006/main">
              <a:ext uri="{FF2B5EF4-FFF2-40B4-BE49-F238E27FC236}">
                <a16:creationId xmlns:a16="http://schemas.microsoft.com/office/drawing/2014/main" id="{DE4F3BAC-C90D-4B77-27FF-4CD535F909E2}"/>
              </a:ext>
            </a:extLst>
          </p:cNvPr>
          <p:cNvSpPr>
            <a:spLocks xmlns:a="http://schemas.openxmlformats.org/drawingml/2006/main" noGrp="1"/>
          </p:cNvSpPr>
          <p:nvPr/>
        </p:nvSpPr>
        <p:spPr>
          <a:xfrm xmlns:a="http://schemas.openxmlformats.org/drawingml/2006/main" rot="0" flipH="0" flipV="0">
            <a:off x="6631437" y="2978431"/>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5" name="Rektangel 1114">
            <a:extLst xmlns:a="http://schemas.openxmlformats.org/drawingml/2006/main">
              <a:ext uri="{FF2B5EF4-FFF2-40B4-BE49-F238E27FC236}">
                <a16:creationId xmlns:a16="http://schemas.microsoft.com/office/drawing/2014/main" id="{6625D88E-960F-4248-3CEB-C2E5020321B6}"/>
              </a:ext>
            </a:extLst>
          </p:cNvPr>
          <p:cNvSpPr>
            <a:spLocks xmlns:a="http://schemas.openxmlformats.org/drawingml/2006/main" noGrp="1"/>
          </p:cNvSpPr>
          <p:nvPr/>
        </p:nvSpPr>
        <p:spPr>
          <a:xfrm xmlns:a="http://schemas.openxmlformats.org/drawingml/2006/main" rot="0" flipH="0" flipV="0">
            <a:off x="6709660" y="2822298"/>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6" name="Rektangel 1115">
            <a:extLst xmlns:a="http://schemas.openxmlformats.org/drawingml/2006/main">
              <a:ext uri="{FF2B5EF4-FFF2-40B4-BE49-F238E27FC236}">
                <a16:creationId xmlns:a16="http://schemas.microsoft.com/office/drawing/2014/main" id="{C10CFB8F-8E16-B335-A926-3A4BAA2E78D5}"/>
              </a:ext>
            </a:extLst>
          </p:cNvPr>
          <p:cNvSpPr>
            <a:spLocks xmlns:a="http://schemas.openxmlformats.org/drawingml/2006/main" noGrp="1"/>
          </p:cNvSpPr>
          <p:nvPr/>
        </p:nvSpPr>
        <p:spPr>
          <a:xfrm xmlns:a="http://schemas.openxmlformats.org/drawingml/2006/main" rot="0" flipH="0" flipV="0">
            <a:off x="6709660" y="2900364"/>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7" name="Rektangel 1116">
            <a:extLst xmlns:a="http://schemas.openxmlformats.org/drawingml/2006/main">
              <a:ext uri="{FF2B5EF4-FFF2-40B4-BE49-F238E27FC236}">
                <a16:creationId xmlns:a16="http://schemas.microsoft.com/office/drawing/2014/main" id="{1BAFE015-800E-787E-0572-90F6C0823C14}"/>
              </a:ext>
            </a:extLst>
          </p:cNvPr>
          <p:cNvSpPr>
            <a:spLocks xmlns:a="http://schemas.openxmlformats.org/drawingml/2006/main" noGrp="1"/>
          </p:cNvSpPr>
          <p:nvPr/>
        </p:nvSpPr>
        <p:spPr>
          <a:xfrm xmlns:a="http://schemas.openxmlformats.org/drawingml/2006/main" rot="0" flipH="0" flipV="0">
            <a:off x="6709660" y="2978431"/>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9" name="Rektangel 1118">
            <a:extLst xmlns:a="http://schemas.openxmlformats.org/drawingml/2006/main">
              <a:ext uri="{FF2B5EF4-FFF2-40B4-BE49-F238E27FC236}">
                <a16:creationId xmlns:a16="http://schemas.microsoft.com/office/drawing/2014/main" id="{4A97B2EF-9E28-C94C-6879-E7C073C12C39}"/>
              </a:ext>
            </a:extLst>
          </p:cNvPr>
          <p:cNvSpPr>
            <a:spLocks xmlns:a="http://schemas.openxmlformats.org/drawingml/2006/main" noGrp="1"/>
          </p:cNvSpPr>
          <p:nvPr/>
        </p:nvSpPr>
        <p:spPr>
          <a:xfrm xmlns:a="http://schemas.openxmlformats.org/drawingml/2006/main" rot="0" flipH="0" flipV="0">
            <a:off x="6787884" y="2822298"/>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20" name="Rektangel 1119">
            <a:extLst xmlns:a="http://schemas.openxmlformats.org/drawingml/2006/main">
              <a:ext uri="{FF2B5EF4-FFF2-40B4-BE49-F238E27FC236}">
                <a16:creationId xmlns:a16="http://schemas.microsoft.com/office/drawing/2014/main" id="{0046F9B6-9CA1-5B09-D162-A1A23AA1E72E}"/>
              </a:ext>
            </a:extLst>
          </p:cNvPr>
          <p:cNvSpPr>
            <a:spLocks xmlns:a="http://schemas.openxmlformats.org/drawingml/2006/main" noGrp="1"/>
          </p:cNvSpPr>
          <p:nvPr/>
        </p:nvSpPr>
        <p:spPr>
          <a:xfrm xmlns:a="http://schemas.openxmlformats.org/drawingml/2006/main" rot="0" flipH="0" flipV="0">
            <a:off x="6787884" y="2900364"/>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21" name="Rektangel 1120">
            <a:extLst xmlns:a="http://schemas.openxmlformats.org/drawingml/2006/main">
              <a:ext uri="{FF2B5EF4-FFF2-40B4-BE49-F238E27FC236}">
                <a16:creationId xmlns:a16="http://schemas.microsoft.com/office/drawing/2014/main" id="{555E2503-2C99-3601-4234-B5374905D676}"/>
              </a:ext>
            </a:extLst>
          </p:cNvPr>
          <p:cNvSpPr>
            <a:spLocks xmlns:a="http://schemas.openxmlformats.org/drawingml/2006/main" noGrp="1"/>
          </p:cNvSpPr>
          <p:nvPr/>
        </p:nvSpPr>
        <p:spPr>
          <a:xfrm xmlns:a="http://schemas.openxmlformats.org/drawingml/2006/main" rot="0" flipH="0" flipV="0">
            <a:off x="6787884" y="2978431"/>
            <a:ext cx="56124" cy="56124"/>
          </a:xfrm>
          <a:prstGeom xmlns:a="http://schemas.openxmlformats.org/drawingml/2006/main" prst="rect">
            <a:avLst/>
          </a:prstGeom>
          <a:solidFill xmlns:a="http://schemas.openxmlformats.org/drawingml/2006/main">
            <a:schemeClr val="bg1"/>
          </a:solidFill>
          <a:ln xmlns:a="http://schemas.openxmlformats.org/drawingml/2006/main" w="6350">
            <a:solidFill>
              <a:schemeClr val="bg1">
                <a:lumMod val="95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ktangel med rundade hörn 10">
            <a:extLst xmlns:a="http://schemas.openxmlformats.org/drawingml/2006/main">
              <a:ext uri="{FF2B5EF4-FFF2-40B4-BE49-F238E27FC236}">
                <a16:creationId xmlns:a16="http://schemas.microsoft.com/office/drawing/2014/main" id="{636AEB1C-664E-B3BB-DB73-01E07A3BF846}"/>
              </a:ext>
            </a:extLst>
          </p:cNvPr>
          <p:cNvSpPr>
            <a:spLocks xmlns:a="http://schemas.openxmlformats.org/drawingml/2006/main" noGrp="1"/>
          </p:cNvSpPr>
          <p:nvPr/>
        </p:nvSpPr>
        <p:spPr>
          <a:xfrm xmlns:a="http://schemas.openxmlformats.org/drawingml/2006/main">
            <a:off x="6062449" y="2168771"/>
            <a:ext cx="800154" cy="97738"/>
          </a:xfrm>
          <a:prstGeom xmlns:a="http://schemas.openxmlformats.org/drawingml/2006/main" prst="roundRect">
            <a:avLst>
              <a:gd name="adj" fmla="val 0"/>
            </a:avLst>
          </a:prstGeom>
          <a:noFill xmlns:a="http://schemas.openxmlformats.org/drawingml/2006/main"/>
          <a:ln xmlns:a="http://schemas.openxmlformats.org/drawingml/2006/main" w="15875">
            <a:solidFill>
              <a:srgbClr val="2FBA7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26" name="Rektangel med rundade hörn 1125">
            <a:extLst xmlns:a="http://schemas.openxmlformats.org/drawingml/2006/main">
              <a:ext uri="{FF2B5EF4-FFF2-40B4-BE49-F238E27FC236}">
                <a16:creationId xmlns:a16="http://schemas.microsoft.com/office/drawing/2014/main" id="{F5D2D686-1879-1B11-9682-DCB8A43C167A}"/>
              </a:ext>
            </a:extLst>
          </p:cNvPr>
          <p:cNvSpPr>
            <a:spLocks xmlns:a="http://schemas.openxmlformats.org/drawingml/2006/main" noGrp="1"/>
          </p:cNvSpPr>
          <p:nvPr/>
        </p:nvSpPr>
        <p:spPr>
          <a:xfrm xmlns:a="http://schemas.openxmlformats.org/drawingml/2006/main">
            <a:off x="6062449" y="2800595"/>
            <a:ext cx="800154" cy="331200"/>
          </a:xfrm>
          <a:prstGeom xmlns:a="http://schemas.openxmlformats.org/drawingml/2006/main" prst="roundRect">
            <a:avLst>
              <a:gd name="adj" fmla="val 0"/>
            </a:avLst>
          </a:prstGeom>
          <a:noFill xmlns:a="http://schemas.openxmlformats.org/drawingml/2006/main"/>
          <a:ln xmlns:a="http://schemas.openxmlformats.org/drawingml/2006/main" w="15875">
            <a:solidFill>
              <a:srgbClr val="2FBA70"/>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Rektangel med rundade hörn 38">
            <a:extLst xmlns:a="http://schemas.openxmlformats.org/drawingml/2006/main">
              <a:ext uri="{FF2B5EF4-FFF2-40B4-BE49-F238E27FC236}">
                <a16:creationId xmlns:a16="http://schemas.microsoft.com/office/drawing/2014/main" id="{341D2BCA-FEB1-3F16-2075-DBBCEE121133}"/>
              </a:ext>
            </a:extLst>
          </p:cNvPr>
          <p:cNvSpPr>
            <a:spLocks xmlns:a="http://schemas.openxmlformats.org/drawingml/2006/main" noGrp="1"/>
          </p:cNvSpPr>
          <p:nvPr/>
        </p:nvSpPr>
        <p:spPr>
          <a:xfrm xmlns:a="http://schemas.openxmlformats.org/drawingml/2006/main" rot="0" flipH="0" flipV="0">
            <a:off x="6074571" y="3306851"/>
            <a:ext cx="781200" cy="90681"/>
          </a:xfrm>
          <a:prstGeom xmlns:a="http://schemas.openxmlformats.org/drawingml/2006/main" prst="roundRect">
            <a:avLst>
              <a:gd name="adj" fmla="val 2307"/>
            </a:avLst>
          </a:prstGeom>
          <a:solidFill xmlns:a="http://schemas.openxmlformats.org/drawingml/2006/main">
            <a:srgbClr val="F9535C">
              <a:alpha val="40000"/>
            </a:srgbClr>
          </a:solidFill>
          <a:ln xmlns:a="http://schemas.openxmlformats.org/drawingml/2006/main" w="15875">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Rak 39">
            <a:extLst xmlns:a="http://schemas.openxmlformats.org/drawingml/2006/main">
              <a:ext uri="{FF2B5EF4-FFF2-40B4-BE49-F238E27FC236}">
                <a16:creationId xmlns:a16="http://schemas.microsoft.com/office/drawing/2014/main" id="{CF9D9458-A558-4115-9EDA-C75AEFC9C56E}"/>
              </a:ext>
            </a:extLst>
          </p:cNvPr>
          <p:cNvSpPr>
            <a:spLocks xmlns:a="http://schemas.openxmlformats.org/drawingml/2006/main" noGrp="1"/>
          </p:cNvSpPr>
          <p:nvPr/>
        </p:nvSpPr>
        <p:spPr>
          <a:xfrm xmlns:a="http://schemas.openxmlformats.org/drawingml/2006/main" rot="0" flipH="0" flipV="0">
            <a:off x="6074571" y="3307728"/>
            <a:ext cx="781200" cy="89184"/>
          </a:xfrm>
          <a:prstGeom xmlns:a="http://schemas.openxmlformats.org/drawingml/2006/main" prst="line">
            <a:avLst/>
          </a:prstGeom>
          <a:ln xmlns:a="http://schemas.openxmlformats.org/drawingml/2006/main" w="25400">
            <a:solidFill>
              <a:srgbClr val="F9535C"/>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1" name="Rak 40">
            <a:extLst xmlns:a="http://schemas.openxmlformats.org/drawingml/2006/main">
              <a:ext uri="{FF2B5EF4-FFF2-40B4-BE49-F238E27FC236}">
                <a16:creationId xmlns:a16="http://schemas.microsoft.com/office/drawing/2014/main" id="{0EBE1087-AB8E-48B0-9FE2-E99CB64C6FA6}"/>
              </a:ext>
            </a:extLst>
          </p:cNvPr>
          <p:cNvSpPr>
            <a:spLocks xmlns:a="http://schemas.openxmlformats.org/drawingml/2006/main" noGrp="1"/>
          </p:cNvSpPr>
          <p:nvPr/>
        </p:nvSpPr>
        <p:spPr>
          <a:xfrm xmlns:a="http://schemas.openxmlformats.org/drawingml/2006/main" rot="0" flipH="1" flipV="0">
            <a:off x="6074571" y="3307728"/>
            <a:ext cx="781200" cy="89184"/>
          </a:xfrm>
          <a:prstGeom xmlns:a="http://schemas.openxmlformats.org/drawingml/2006/main" prst="line">
            <a:avLst/>
          </a:prstGeom>
          <a:ln xmlns:a="http://schemas.openxmlformats.org/drawingml/2006/main" w="25400">
            <a:solidFill>
              <a:srgbClr val="F9535C"/>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28" name="Rektangel med rundade hörn 1127">
            <a:extLst xmlns:a="http://schemas.openxmlformats.org/drawingml/2006/main">
              <a:ext uri="{FF2B5EF4-FFF2-40B4-BE49-F238E27FC236}">
                <a16:creationId xmlns:a16="http://schemas.microsoft.com/office/drawing/2014/main" id="{2B5BA7A3-F734-9E73-0F7B-B2A14C010F59}"/>
              </a:ext>
            </a:extLst>
          </p:cNvPr>
          <p:cNvSpPr>
            <a:spLocks xmlns:a="http://schemas.openxmlformats.org/drawingml/2006/main" noGrp="1"/>
          </p:cNvSpPr>
          <p:nvPr/>
        </p:nvSpPr>
        <p:spPr>
          <a:xfrm xmlns:a="http://schemas.openxmlformats.org/drawingml/2006/main" rot="0" flipH="0" flipV="0">
            <a:off x="6074571" y="2295574"/>
            <a:ext cx="781200" cy="324083"/>
          </a:xfrm>
          <a:prstGeom xmlns:a="http://schemas.openxmlformats.org/drawingml/2006/main" prst="roundRect">
            <a:avLst>
              <a:gd name="adj" fmla="val 2307"/>
            </a:avLst>
          </a:prstGeom>
          <a:solidFill xmlns:a="http://schemas.openxmlformats.org/drawingml/2006/main">
            <a:srgbClr val="F9535C">
              <a:alpha val="40000"/>
            </a:srgbClr>
          </a:solidFill>
          <a:ln xmlns:a="http://schemas.openxmlformats.org/drawingml/2006/main" w="15875">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29" name="Rak 1128">
            <a:extLst xmlns:a="http://schemas.openxmlformats.org/drawingml/2006/main">
              <a:ext uri="{FF2B5EF4-FFF2-40B4-BE49-F238E27FC236}">
                <a16:creationId xmlns:a16="http://schemas.microsoft.com/office/drawing/2014/main" id="{A621F416-B8B5-4EE1-92D7-B0409428F2B6}"/>
              </a:ext>
            </a:extLst>
          </p:cNvPr>
          <p:cNvSpPr>
            <a:spLocks xmlns:a="http://schemas.openxmlformats.org/drawingml/2006/main" noGrp="1"/>
          </p:cNvSpPr>
          <p:nvPr/>
        </p:nvSpPr>
        <p:spPr>
          <a:xfrm xmlns:a="http://schemas.openxmlformats.org/drawingml/2006/main" rot="0" flipH="0" flipV="0">
            <a:off x="6074571" y="2298706"/>
            <a:ext cx="781200" cy="318735"/>
          </a:xfrm>
          <a:prstGeom xmlns:a="http://schemas.openxmlformats.org/drawingml/2006/main" prst="line">
            <a:avLst/>
          </a:prstGeom>
          <a:ln xmlns:a="http://schemas.openxmlformats.org/drawingml/2006/main" w="25400">
            <a:solidFill>
              <a:srgbClr val="F9535C"/>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130" name="Rak 1129">
            <a:extLst xmlns:a="http://schemas.openxmlformats.org/drawingml/2006/main">
              <a:ext uri="{FF2B5EF4-FFF2-40B4-BE49-F238E27FC236}">
                <a16:creationId xmlns:a16="http://schemas.microsoft.com/office/drawing/2014/main" id="{AFA8D16C-B700-41A9-91A9-6893C33D8F35}"/>
              </a:ext>
            </a:extLst>
          </p:cNvPr>
          <p:cNvSpPr>
            <a:spLocks xmlns:a="http://schemas.openxmlformats.org/drawingml/2006/main" noGrp="1"/>
          </p:cNvSpPr>
          <p:nvPr/>
        </p:nvSpPr>
        <p:spPr>
          <a:xfrm xmlns:a="http://schemas.openxmlformats.org/drawingml/2006/main" rot="0" flipH="1" flipV="0">
            <a:off x="6074571" y="2298706"/>
            <a:ext cx="781200" cy="318735"/>
          </a:xfrm>
          <a:prstGeom xmlns:a="http://schemas.openxmlformats.org/drawingml/2006/main" prst="line">
            <a:avLst/>
          </a:prstGeom>
          <a:ln xmlns:a="http://schemas.openxmlformats.org/drawingml/2006/main" w="25400">
            <a:solidFill>
              <a:srgbClr val="F9535C"/>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6.xml><?xml version="1.0" encoding="utf-8"?>
<p:sldLayout xmlns:p="http://schemas.openxmlformats.org/presentationml/2006/main" preserve="1" userDrawn="1">
  <p:cSld name="Accessibility Office 2013/2016">
    <p:spTree>
      <p:nvGrpSpPr>
        <p:cNvPr id="1" name=""/>
        <p:cNvGrpSpPr/>
        <p:nvPr/>
      </p:nvGrpSpPr>
      <p:grpSpPr>
        <a:xfrm xmlns:a="http://schemas.openxmlformats.org/drawingml/2006/main"/>
      </p:grpSpPr>
      <p:sp>
        <p:nvSpPr>
          <p:cNvPr id="3" name="Platshållare för datum 2">
            <a:extLst xmlns:a="http://schemas.openxmlformats.org/drawingml/2006/main">
              <a:ext uri="{FF2B5EF4-FFF2-40B4-BE49-F238E27FC236}">
                <a16:creationId xmlns:a16="http://schemas.microsoft.com/office/drawing/2014/main" id="{3968F577-4190-D3A2-B5A8-E34ADF1ABC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D6DDDF8-2CF1-4886-9B88-712001D3C63A}"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2AD44966-3286-DD76-F24B-E5B897B19E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618B16DD-2293-3CEC-1E7B-F472FFA64C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
        <p:nvSpPr>
          <p:cNvPr id="7" name="textruta 6">
            <a:extLst xmlns:a="http://schemas.openxmlformats.org/drawingml/2006/main">
              <a:ext uri="{FF2B5EF4-FFF2-40B4-BE49-F238E27FC236}">
                <a16:creationId xmlns:a16="http://schemas.microsoft.com/office/drawing/2014/main" id="{90ED1EC6-276A-A06E-A517-156B8EACE0DE}"/>
              </a:ext>
            </a:extLst>
          </p:cNvPr>
          <p:cNvSpPr>
            <a:spLocks xmlns:a="http://schemas.openxmlformats.org/drawingml/2006/main" noGrp="1"/>
          </p:cNvSpPr>
          <p:nvPr/>
        </p:nvSpPr>
        <p:spPr>
          <a:xfrm xmlns:a="http://schemas.openxmlformats.org/drawingml/2006/main">
            <a:off x="600076" y="1008476"/>
            <a:ext cx="10991850" cy="11033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r>
              <a:rPr sz="4000" b="1">
                <a:solidFill>
                  <a:schemeClr val="tx2"/>
                </a:solidFill>
                <a:latin typeface="+mj-lt"/>
                <a:ea typeface="+mj-lt"/>
                <a:cs typeface="+mj-lt"/>
              </a:rPr>
              <a:t>Make your presentation accessible</a:t>
            </a:r>
          </a:p>
        </p:txBody>
      </p:sp>
      <p:sp>
        <p:nvSpPr>
          <p:cNvPr id="2" name="textruta 1">
            <a:extLst xmlns:a="http://schemas.openxmlformats.org/drawingml/2006/main">
              <a:ext uri="{FF2B5EF4-FFF2-40B4-BE49-F238E27FC236}">
                <a16:creationId xmlns:a16="http://schemas.microsoft.com/office/drawing/2014/main" id="{1A0056A6-C8C3-8E39-A19D-E42D44FC04A1}"/>
              </a:ext>
            </a:extLst>
          </p:cNvPr>
          <p:cNvSpPr>
            <a:spLocks xmlns:a="http://schemas.openxmlformats.org/drawingml/2006/main" noGrp="1"/>
          </p:cNvSpPr>
          <p:nvPr/>
        </p:nvSpPr>
        <p:spPr>
          <a:xfrm xmlns:a="http://schemas.openxmlformats.org/drawingml/2006/main">
            <a:off x="600075" y="1790514"/>
            <a:ext cx="1099026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600">
                <a:solidFill>
                  <a:schemeClr val="accent1"/>
                </a:solidFill>
                <a:latin typeface="+mn-lt"/>
                <a:ea typeface="+mn-lt"/>
                <a:cs typeface="+mn-lt"/>
              </a:rPr>
              <a:t>The template is set up to be as accessibility-friendly as possible, but there are two things you need to do yourself as you add content. </a:t>
            </a:r>
            <a:r>
              <a:rPr sz="1600" b="1">
                <a:solidFill>
                  <a:schemeClr val="accent1"/>
                </a:solidFill>
                <a:latin typeface="+mn-lt"/>
                <a:ea typeface="+mn-lt"/>
                <a:cs typeface="+mn-lt"/>
              </a:rPr>
              <a:t>The instructions below are for Office 2013/2016.</a:t>
            </a:r>
          </a:p>
        </p:txBody>
      </p:sp>
      <p:sp>
        <p:nvSpPr>
          <p:cNvPr id="11" name="textruta 10">
            <a:extLst xmlns:a="http://schemas.openxmlformats.org/drawingml/2006/main">
              <a:ext uri="{FF2B5EF4-FFF2-40B4-BE49-F238E27FC236}">
                <a16:creationId xmlns:a16="http://schemas.microsoft.com/office/drawing/2014/main" id="{D3950EA1-6BC3-FA92-A900-5D1873DA5B6D}"/>
              </a:ext>
            </a:extLst>
          </p:cNvPr>
          <p:cNvSpPr>
            <a:spLocks xmlns:a="http://schemas.openxmlformats.org/drawingml/2006/main" noGrp="1"/>
          </p:cNvSpPr>
          <p:nvPr/>
        </p:nvSpPr>
        <p:spPr>
          <a:xfrm xmlns:a="http://schemas.openxmlformats.org/drawingml/2006/main">
            <a:off x="600076" y="2616199"/>
            <a:ext cx="5314950"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600" b="1">
                <a:solidFill>
                  <a:schemeClr val="tx2"/>
                </a:solidFill>
                <a:latin typeface="+mj-lt"/>
                <a:ea typeface="+mj-lt"/>
                <a:cs typeface="+mj-lt"/>
              </a:rPr>
              <a:t>Add alternative text for images/figures</a:t>
            </a:r>
          </a:p>
        </p:txBody>
      </p:sp>
      <p:sp>
        <p:nvSpPr>
          <p:cNvPr id="12" name="textruta 11">
            <a:extLst xmlns:a="http://schemas.openxmlformats.org/drawingml/2006/main">
              <a:ext uri="{FF2B5EF4-FFF2-40B4-BE49-F238E27FC236}">
                <a16:creationId xmlns:a16="http://schemas.microsoft.com/office/drawing/2014/main" id="{F72A4E10-E85F-9067-684F-58257918714F}"/>
              </a:ext>
            </a:extLst>
          </p:cNvPr>
          <p:cNvSpPr>
            <a:spLocks xmlns:a="http://schemas.openxmlformats.org/drawingml/2006/main" noGrp="1"/>
          </p:cNvSpPr>
          <p:nvPr/>
        </p:nvSpPr>
        <p:spPr>
          <a:xfrm xmlns:a="http://schemas.openxmlformats.org/drawingml/2006/main">
            <a:off x="600076" y="3031066"/>
            <a:ext cx="5314950" cy="1513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spcAft>
                <a:spcPts val="1000"/>
              </a:spcAft>
              <a:buNone/>
            </a:pPr>
            <a:r>
              <a:rPr sz="1200"/>
              <a:t>Right-click on an image/figure and select the option "Format Picture." A tab will then open on the right side of the window. Choose the </a:t>
            </a:r>
            <a:r>
              <a:rPr sz="1200" i="1"/>
              <a:t>Size and Properties</a:t>
            </a:r>
            <a:r>
              <a:rPr sz="1200"/>
              <a:t> of the figure, then select </a:t>
            </a:r>
            <a:r>
              <a:rPr sz="1200" i="1"/>
              <a:t>Alternative Text</a:t>
            </a:r>
            <a:r>
              <a:rPr sz="1200"/>
              <a:t>. Describe your image/figure in 1-2 sentences that will be read aloud by screen readers for those with visual impairments.</a:t>
            </a:r>
          </a:p>
          <a:p xmlns:a="http://schemas.openxmlformats.org/drawingml/2006/main">
            <a:pPr marL="0" indent="0">
              <a:spcAft>
                <a:spcPts val="1000"/>
              </a:spcAft>
              <a:buNone/>
            </a:pPr>
            <a:r>
              <a:rPr sz="1200"/>
              <a:t>If the image/figure serves no informative purpose and you want to exclude it, you can simply leave the title and description empty.</a:t>
            </a:r>
          </a:p>
        </p:txBody>
      </p:sp>
      <p:sp>
        <p:nvSpPr>
          <p:cNvPr id="13" name="textruta 12">
            <a:extLst xmlns:a="http://schemas.openxmlformats.org/drawingml/2006/main">
              <a:ext uri="{FF2B5EF4-FFF2-40B4-BE49-F238E27FC236}">
                <a16:creationId xmlns:a16="http://schemas.microsoft.com/office/drawing/2014/main" id="{EE3FC087-E3DB-F3EF-9BDB-AB9263D72EEF}"/>
              </a:ext>
            </a:extLst>
          </p:cNvPr>
          <p:cNvSpPr>
            <a:spLocks xmlns:a="http://schemas.openxmlformats.org/drawingml/2006/main" noGrp="1"/>
          </p:cNvSpPr>
          <p:nvPr/>
        </p:nvSpPr>
        <p:spPr>
          <a:xfrm xmlns:a="http://schemas.openxmlformats.org/drawingml/2006/main">
            <a:off x="6276976" y="2616199"/>
            <a:ext cx="5314950"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600" b="1">
                <a:solidFill>
                  <a:schemeClr val="tx2"/>
                </a:solidFill>
                <a:latin typeface="+mj-lt"/>
                <a:ea typeface="+mj-lt"/>
                <a:cs typeface="+mj-lt"/>
              </a:rPr>
              <a:t>Set reading order</a:t>
            </a:r>
          </a:p>
        </p:txBody>
      </p:sp>
      <p:sp>
        <p:nvSpPr>
          <p:cNvPr id="14" name="textruta 13">
            <a:extLst xmlns:a="http://schemas.openxmlformats.org/drawingml/2006/main">
              <a:ext uri="{FF2B5EF4-FFF2-40B4-BE49-F238E27FC236}">
                <a16:creationId xmlns:a16="http://schemas.microsoft.com/office/drawing/2014/main" id="{A12E57D3-1BFC-4BED-5424-48C6609FCB60}"/>
              </a:ext>
            </a:extLst>
          </p:cNvPr>
          <p:cNvSpPr>
            <a:spLocks xmlns:a="http://schemas.openxmlformats.org/drawingml/2006/main" noGrp="1"/>
          </p:cNvSpPr>
          <p:nvPr/>
        </p:nvSpPr>
        <p:spPr>
          <a:xfrm xmlns:a="http://schemas.openxmlformats.org/drawingml/2006/main">
            <a:off x="6276976" y="3031066"/>
            <a:ext cx="5314950" cy="32162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600"/>
              </a:spcAft>
              <a:buNone/>
            </a:pPr>
            <a:r>
              <a:rPr sz="120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xmlns:a="http://schemas.openxmlformats.org/drawingml/2006/main">
            <a:pPr marL="0" indent="0">
              <a:spcAft>
                <a:spcPts val="600"/>
              </a:spcAft>
              <a:buNone/>
            </a:pPr>
            <a:r>
              <a:rPr sz="1200" b="1">
                <a:solidFill>
                  <a:schemeClr val="accent1"/>
                </a:solidFill>
                <a:latin typeface="+mj-lt"/>
                <a:ea typeface="+mj-lt"/>
                <a:cs typeface="+mj-lt"/>
              </a:rPr>
              <a:t>You can control the reading order by:</a:t>
            </a:r>
          </a:p>
          <a:p xmlns:a="http://schemas.openxmlformats.org/drawingml/2006/main">
            <a:pPr marL="228600" indent="-228600">
              <a:spcAft>
                <a:spcPts val="600"/>
              </a:spcAft>
              <a:buClr>
                <a:schemeClr val="accent1"/>
              </a:buClr>
              <a:buFont typeface="+mj-lt"/>
              <a:buAutoNum type="arabicPeriod"/>
            </a:pPr>
            <a:r>
              <a:rPr sz="1200"/>
              <a:t>Selecting an object in the file.</a:t>
            </a:r>
          </a:p>
          <a:p xmlns:a="http://schemas.openxmlformats.org/drawingml/2006/main">
            <a:pPr marL="228600" indent="-228600">
              <a:spcAft>
                <a:spcPts val="600"/>
              </a:spcAft>
              <a:buClr>
                <a:schemeClr val="accent1"/>
              </a:buClr>
              <a:buFont typeface="+mj-lt"/>
              <a:buAutoNum type="arabicPeriod"/>
            </a:pPr>
            <a:r>
              <a:rPr sz="1200"/>
              <a:t>Choosing the "Format" tab that appears on the right side of the ribbon.</a:t>
            </a:r>
          </a:p>
          <a:p xmlns:a="http://schemas.openxmlformats.org/drawingml/2006/main">
            <a:pPr marL="228600" indent="-228600">
              <a:spcAft>
                <a:spcPts val="600"/>
              </a:spcAft>
              <a:buClr>
                <a:schemeClr val="accent1"/>
              </a:buClr>
              <a:buFont typeface="+mj-lt"/>
              <a:buAutoNum type="arabicPeriod"/>
            </a:pPr>
            <a:r>
              <a:rPr sz="1200"/>
              <a:t>Selecting "Selection Pane" in the "Arrange" group.</a:t>
            </a:r>
          </a:p>
          <a:p xmlns:a="http://schemas.openxmlformats.org/drawingml/2006/main">
            <a:pPr marL="228600" indent="-228600">
              <a:spcAft>
                <a:spcPts val="600"/>
              </a:spcAft>
              <a:buClr>
                <a:schemeClr val="accent1"/>
              </a:buClr>
              <a:buFont typeface="+mj-lt"/>
              <a:buAutoNum type="arabicPeriod"/>
            </a:pPr>
            <a:r>
              <a:rPr sz="1200"/>
              <a:t>Selecting one or more objects in the list.</a:t>
            </a:r>
          </a:p>
          <a:p xmlns:a="http://schemas.openxmlformats.org/drawingml/2006/main">
            <a:pPr marL="228600" indent="-228600">
              <a:spcAft>
                <a:spcPts val="600"/>
              </a:spcAft>
              <a:buClr>
                <a:schemeClr val="accent1"/>
              </a:buClr>
              <a:buFont typeface="+mj-lt"/>
              <a:buAutoNum type="arabicPeriod"/>
            </a:pPr>
            <a:r>
              <a:rPr sz="1200"/>
              <a:t>Dragging the selection upward or downward, or clicking the "Up" button.</a:t>
            </a:r>
          </a:p>
          <a:p xmlns:a="http://schemas.openxmlformats.org/drawingml/2006/main">
            <a:pPr marL="228600" indent="-228600">
              <a:spcAft>
                <a:spcPts val="600"/>
              </a:spcAft>
              <a:buClr>
                <a:schemeClr val="accent1"/>
              </a:buClr>
              <a:buFont typeface="+mj-lt"/>
              <a:buAutoNum type="arabicPeriod"/>
            </a:pPr>
            <a:r>
              <a:rPr sz="1200"/>
              <a:t>Dragging the objects until they have the desired order. This will not affect the layout on the page, only the order in which they are read by screen readers.</a:t>
            </a:r>
          </a:p>
        </p:txBody>
      </p:sp>
    </p:spTree>
  </p:cSld>
</p:sldLayout>
</file>

<file path=ppt/slideLayouts/slideLayout47.xml><?xml version="1.0" encoding="utf-8"?>
<p:sldLayout xmlns:p="http://schemas.openxmlformats.org/presentationml/2006/main" preserve="1" userDrawn="1">
  <p:cSld name="Accessibility Office 365/2019">
    <p:spTree>
      <p:nvGrpSpPr>
        <p:cNvPr id="1" name=""/>
        <p:cNvGrpSpPr/>
        <p:nvPr/>
      </p:nvGrpSpPr>
      <p:grpSpPr>
        <a:xfrm xmlns:a="http://schemas.openxmlformats.org/drawingml/2006/main"/>
      </p:grpSpPr>
      <p:sp>
        <p:nvSpPr>
          <p:cNvPr id="3" name="Platshållare för datum 2">
            <a:extLst xmlns:a="http://schemas.openxmlformats.org/drawingml/2006/main">
              <a:ext uri="{FF2B5EF4-FFF2-40B4-BE49-F238E27FC236}">
                <a16:creationId xmlns:a16="http://schemas.microsoft.com/office/drawing/2014/main" id="{3968F577-4190-D3A2-B5A8-E34ADF1ABC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11B6135-1370-4A4B-8FFB-471E334772FE}" type="datetime1">
              <a:t>4/27/2026</a:t>
            </a:fld>
            <a:endParaRPr/>
          </a:p>
        </p:txBody>
      </p:sp>
      <p:sp>
        <p:nvSpPr>
          <p:cNvPr id="4" name="Platshållare för sidfot 3">
            <a:extLst xmlns:a="http://schemas.openxmlformats.org/drawingml/2006/main">
              <a:ext uri="{FF2B5EF4-FFF2-40B4-BE49-F238E27FC236}">
                <a16:creationId xmlns:a16="http://schemas.microsoft.com/office/drawing/2014/main" id="{2AD44966-3286-DD76-F24B-E5B897B19E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EES UETP - HVDC course 2025</a:t>
            </a:r>
            <a:endParaRPr/>
          </a:p>
        </p:txBody>
      </p:sp>
      <p:sp>
        <p:nvSpPr>
          <p:cNvPr id="5" name="Platshållare för bildnummer 4">
            <a:extLst xmlns:a="http://schemas.openxmlformats.org/drawingml/2006/main">
              <a:ext uri="{FF2B5EF4-FFF2-40B4-BE49-F238E27FC236}">
                <a16:creationId xmlns:a16="http://schemas.microsoft.com/office/drawing/2014/main" id="{618B16DD-2293-3CEC-1E7B-F472FFA64C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a:t>
            </a:fld>
            <a:endParaRPr/>
          </a:p>
        </p:txBody>
      </p:sp>
      <p:sp>
        <p:nvSpPr>
          <p:cNvPr id="11" name="textruta 10">
            <a:extLst xmlns:a="http://schemas.openxmlformats.org/drawingml/2006/main">
              <a:ext uri="{FF2B5EF4-FFF2-40B4-BE49-F238E27FC236}">
                <a16:creationId xmlns:a16="http://schemas.microsoft.com/office/drawing/2014/main" id="{D3950EA1-6BC3-FA92-A900-5D1873DA5B6D}"/>
              </a:ext>
            </a:extLst>
          </p:cNvPr>
          <p:cNvSpPr>
            <a:spLocks xmlns:a="http://schemas.openxmlformats.org/drawingml/2006/main" noGrp="1"/>
          </p:cNvSpPr>
          <p:nvPr/>
        </p:nvSpPr>
        <p:spPr>
          <a:xfrm xmlns:a="http://schemas.openxmlformats.org/drawingml/2006/main">
            <a:off x="600076" y="2616199"/>
            <a:ext cx="5314950"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600" b="1">
                <a:solidFill>
                  <a:schemeClr val="tx2"/>
                </a:solidFill>
                <a:latin typeface="+mj-lt"/>
                <a:ea typeface="+mj-lt"/>
                <a:cs typeface="+mj-lt"/>
              </a:rPr>
              <a:t>Add alternative text for images/figures</a:t>
            </a:r>
          </a:p>
        </p:txBody>
      </p:sp>
      <p:sp>
        <p:nvSpPr>
          <p:cNvPr id="12" name="textruta 11">
            <a:extLst xmlns:a="http://schemas.openxmlformats.org/drawingml/2006/main">
              <a:ext uri="{FF2B5EF4-FFF2-40B4-BE49-F238E27FC236}">
                <a16:creationId xmlns:a16="http://schemas.microsoft.com/office/drawing/2014/main" id="{F72A4E10-E85F-9067-684F-58257918714F}"/>
              </a:ext>
            </a:extLst>
          </p:cNvPr>
          <p:cNvSpPr>
            <a:spLocks xmlns:a="http://schemas.openxmlformats.org/drawingml/2006/main" noGrp="1"/>
          </p:cNvSpPr>
          <p:nvPr/>
        </p:nvSpPr>
        <p:spPr>
          <a:xfrm xmlns:a="http://schemas.openxmlformats.org/drawingml/2006/main">
            <a:off x="600076" y="3031066"/>
            <a:ext cx="5314950" cy="1513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spcAft>
                <a:spcPts val="1000"/>
              </a:spcAft>
              <a:buNone/>
            </a:pPr>
            <a:r>
              <a:rPr sz="1200"/>
              <a:t>Right-click on an image/figure and select the option "Format Picture." A tab will then open on the right side of the window. Choose the </a:t>
            </a:r>
            <a:r>
              <a:rPr sz="1200" i="1"/>
              <a:t>Size and Properties</a:t>
            </a:r>
            <a:r>
              <a:rPr sz="1200"/>
              <a:t> of the figure, then select </a:t>
            </a:r>
            <a:r>
              <a:rPr sz="1200" i="1"/>
              <a:t>Alternative Text</a:t>
            </a:r>
            <a:r>
              <a:rPr sz="1200"/>
              <a:t>. Describe your image/figure in 1-2 sentences that will be read aloud by screen readers for those with visual impairments.</a:t>
            </a:r>
          </a:p>
          <a:p xmlns:a="http://schemas.openxmlformats.org/drawingml/2006/main">
            <a:pPr marL="0" indent="0">
              <a:spcAft>
                <a:spcPts val="1000"/>
              </a:spcAft>
              <a:buNone/>
            </a:pPr>
            <a:r>
              <a:rPr sz="1200"/>
              <a:t>If the image/figure serves no informative purpose and you want to exclude it, you can simply leave the title and description empty.</a:t>
            </a:r>
          </a:p>
        </p:txBody>
      </p:sp>
      <p:sp>
        <p:nvSpPr>
          <p:cNvPr id="13" name="textruta 12">
            <a:extLst xmlns:a="http://schemas.openxmlformats.org/drawingml/2006/main">
              <a:ext uri="{FF2B5EF4-FFF2-40B4-BE49-F238E27FC236}">
                <a16:creationId xmlns:a16="http://schemas.microsoft.com/office/drawing/2014/main" id="{EE3FC087-E3DB-F3EF-9BDB-AB9263D72EEF}"/>
              </a:ext>
            </a:extLst>
          </p:cNvPr>
          <p:cNvSpPr>
            <a:spLocks xmlns:a="http://schemas.openxmlformats.org/drawingml/2006/main" noGrp="1"/>
          </p:cNvSpPr>
          <p:nvPr/>
        </p:nvSpPr>
        <p:spPr>
          <a:xfrm xmlns:a="http://schemas.openxmlformats.org/drawingml/2006/main">
            <a:off x="6276976" y="2616199"/>
            <a:ext cx="5314950"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600" b="1">
                <a:solidFill>
                  <a:schemeClr val="tx2"/>
                </a:solidFill>
                <a:latin typeface="+mj-lt"/>
                <a:ea typeface="+mj-lt"/>
                <a:cs typeface="+mj-lt"/>
              </a:rPr>
              <a:t>Set reading order</a:t>
            </a:r>
          </a:p>
        </p:txBody>
      </p:sp>
      <p:sp>
        <p:nvSpPr>
          <p:cNvPr id="14" name="textruta 13">
            <a:extLst xmlns:a="http://schemas.openxmlformats.org/drawingml/2006/main">
              <a:ext uri="{FF2B5EF4-FFF2-40B4-BE49-F238E27FC236}">
                <a16:creationId xmlns:a16="http://schemas.microsoft.com/office/drawing/2014/main" id="{A12E57D3-1BFC-4BED-5424-48C6609FCB60}"/>
              </a:ext>
            </a:extLst>
          </p:cNvPr>
          <p:cNvSpPr>
            <a:spLocks xmlns:a="http://schemas.openxmlformats.org/drawingml/2006/main" noGrp="1"/>
          </p:cNvSpPr>
          <p:nvPr/>
        </p:nvSpPr>
        <p:spPr>
          <a:xfrm xmlns:a="http://schemas.openxmlformats.org/drawingml/2006/main">
            <a:off x="6276976" y="3031066"/>
            <a:ext cx="5314950" cy="224676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spcAft>
                <a:spcPts val="600"/>
              </a:spcAft>
              <a:buNone/>
            </a:pPr>
            <a:r>
              <a:rPr sz="120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xmlns:a="http://schemas.openxmlformats.org/drawingml/2006/main">
            <a:pPr marL="0" indent="0">
              <a:spcAft>
                <a:spcPts val="600"/>
              </a:spcAft>
              <a:buNone/>
            </a:pPr>
            <a:r>
              <a:rPr sz="1200" b="1">
                <a:solidFill>
                  <a:schemeClr val="accent1"/>
                </a:solidFill>
              </a:rPr>
              <a:t>You can control the reading order by:</a:t>
            </a:r>
          </a:p>
          <a:p xmlns:a="http://schemas.openxmlformats.org/drawingml/2006/main">
            <a:pPr marL="228600" indent="-228600">
              <a:spcAft>
                <a:spcPts val="600"/>
              </a:spcAft>
              <a:buClr>
                <a:schemeClr val="accent1"/>
              </a:buClr>
              <a:buFont typeface="+mj-lt"/>
              <a:buAutoNum type="arabicPeriod"/>
            </a:pPr>
            <a:r>
              <a:rPr sz="1200"/>
              <a:t>On the </a:t>
            </a:r>
            <a:r>
              <a:rPr sz="1200" i="1"/>
              <a:t>Home</a:t>
            </a:r>
            <a:r>
              <a:rPr sz="1200"/>
              <a:t> tab, select </a:t>
            </a:r>
            <a:r>
              <a:rPr sz="1200" i="1"/>
              <a:t>Arrange</a:t>
            </a:r>
          </a:p>
          <a:p xmlns:a="http://schemas.openxmlformats.org/drawingml/2006/main">
            <a:pPr marL="228600" indent="-228600">
              <a:spcAft>
                <a:spcPts val="600"/>
              </a:spcAft>
              <a:buClr>
                <a:schemeClr val="accent1"/>
              </a:buClr>
              <a:buFont typeface="+mj-lt"/>
              <a:buAutoNum type="arabicPeriod"/>
            </a:pPr>
            <a:r>
              <a:rPr sz="1200"/>
              <a:t>From the </a:t>
            </a:r>
            <a:r>
              <a:rPr sz="1200" i="1"/>
              <a:t>Arrange </a:t>
            </a:r>
            <a:r>
              <a:rPr sz="1200"/>
              <a:t>menu, choose "Selection Pane.“</a:t>
            </a:r>
          </a:p>
          <a:p xmlns:a="http://schemas.openxmlformats.org/drawingml/2006/main">
            <a:pPr marL="228600" indent="-228600">
              <a:spcAft>
                <a:spcPts val="600"/>
              </a:spcAft>
              <a:buClr>
                <a:schemeClr val="accent1"/>
              </a:buClr>
              <a:buFont typeface="+mj-lt"/>
              <a:buAutoNum type="arabicPeriod"/>
            </a:pPr>
            <a:r>
              <a:rPr sz="1200"/>
              <a:t>A tab will open on the right side of the window. Drag the objects until they have the desired order. This will not affect the layout on the page, only the order in which they are read by screen readers.</a:t>
            </a:r>
          </a:p>
        </p:txBody>
      </p:sp>
      <p:sp>
        <p:nvSpPr>
          <p:cNvPr id="6" name="textruta 5">
            <a:extLst xmlns:a="http://schemas.openxmlformats.org/drawingml/2006/main">
              <a:ext uri="{FF2B5EF4-FFF2-40B4-BE49-F238E27FC236}">
                <a16:creationId xmlns:a16="http://schemas.microsoft.com/office/drawing/2014/main" id="{60BCB9D5-FB2E-F01B-B2C5-5BFB4C55D46E}"/>
              </a:ext>
            </a:extLst>
          </p:cNvPr>
          <p:cNvSpPr>
            <a:spLocks xmlns:a="http://schemas.openxmlformats.org/drawingml/2006/main" noGrp="1"/>
          </p:cNvSpPr>
          <p:nvPr/>
        </p:nvSpPr>
        <p:spPr>
          <a:xfrm xmlns:a="http://schemas.openxmlformats.org/drawingml/2006/main">
            <a:off x="600076" y="1008476"/>
            <a:ext cx="10991850" cy="110331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r>
              <a:rPr sz="4000" b="1">
                <a:solidFill>
                  <a:schemeClr val="tx2"/>
                </a:solidFill>
                <a:latin typeface="+mj-lt"/>
                <a:ea typeface="+mj-lt"/>
                <a:cs typeface="+mj-lt"/>
              </a:rPr>
              <a:t>Make your presentation accessible</a:t>
            </a:r>
          </a:p>
        </p:txBody>
      </p:sp>
      <p:sp>
        <p:nvSpPr>
          <p:cNvPr id="8" name="textruta 7">
            <a:extLst xmlns:a="http://schemas.openxmlformats.org/drawingml/2006/main">
              <a:ext uri="{FF2B5EF4-FFF2-40B4-BE49-F238E27FC236}">
                <a16:creationId xmlns:a16="http://schemas.microsoft.com/office/drawing/2014/main" id="{83F6329C-964B-2CDD-13A7-0D9A1FF8FB4F}"/>
              </a:ext>
            </a:extLst>
          </p:cNvPr>
          <p:cNvSpPr>
            <a:spLocks xmlns:a="http://schemas.openxmlformats.org/drawingml/2006/main" noGrp="1"/>
          </p:cNvSpPr>
          <p:nvPr/>
        </p:nvSpPr>
        <p:spPr>
          <a:xfrm xmlns:a="http://schemas.openxmlformats.org/drawingml/2006/main">
            <a:off x="600075" y="1790514"/>
            <a:ext cx="10990263"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600">
                <a:solidFill>
                  <a:schemeClr val="accent1"/>
                </a:solidFill>
                <a:latin typeface="+mn-lt"/>
                <a:ea typeface="+mn-lt"/>
                <a:cs typeface="+mn-lt"/>
              </a:rPr>
              <a:t>The template is set up to be as accessibility-friendly as possible, but there are two things you need to do yourself as you add content. </a:t>
            </a:r>
            <a:r>
              <a:rPr sz="1600" b="1">
                <a:solidFill>
                  <a:schemeClr val="accent1"/>
                </a:solidFill>
                <a:latin typeface="+mn-lt"/>
                <a:ea typeface="+mn-lt"/>
                <a:cs typeface="+mn-lt"/>
              </a:rPr>
              <a:t>The instructions below are for Office 365 or Office 2019.</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9c98f844edad46c1" /><Relationship Type="http://schemas.openxmlformats.org/officeDocument/2006/relationships/image" Target="/ppt/media/image.svg" Id="R4df74893cbd0406c" /><Relationship Type="http://schemas.openxmlformats.org/officeDocument/2006/relationships/theme" Target="/ppt/slideMasters/theme/theme2.xml" Id="R61bcf1815de241a5" /><Relationship Type="http://schemas.openxmlformats.org/officeDocument/2006/relationships/slideLayout" Target="/ppt/slideLayouts/slideLayout1.xml" Id="R63939edf28f74592" /><Relationship Type="http://schemas.openxmlformats.org/officeDocument/2006/relationships/slideLayout" Target="/ppt/slideLayouts/slideLayout2.xml" Id="R7af0e116ae134349" /><Relationship Type="http://schemas.openxmlformats.org/officeDocument/2006/relationships/slideLayout" Target="/ppt/slideLayouts/slideLayout3.xml" Id="Rddfb1c443d9e4b82" /><Relationship Type="http://schemas.openxmlformats.org/officeDocument/2006/relationships/slideLayout" Target="/ppt/slideLayouts/slideLayout4.xml" Id="R9139f29789944bc8" /><Relationship Type="http://schemas.openxmlformats.org/officeDocument/2006/relationships/slideLayout" Target="/ppt/slideLayouts/slideLayout5.xml" Id="Re3420ac7101445cf" /><Relationship Type="http://schemas.openxmlformats.org/officeDocument/2006/relationships/slideLayout" Target="/ppt/slideLayouts/slideLayout6.xml" Id="R6b41aaa6a3054fd9" /><Relationship Type="http://schemas.openxmlformats.org/officeDocument/2006/relationships/slideLayout" Target="/ppt/slideLayouts/slideLayout7.xml" Id="Ra3e36ea6929a4b37" /><Relationship Type="http://schemas.openxmlformats.org/officeDocument/2006/relationships/slideLayout" Target="/ppt/slideLayouts/slideLayout8.xml" Id="Rf3432dbf956c4067" /><Relationship Type="http://schemas.openxmlformats.org/officeDocument/2006/relationships/slideLayout" Target="/ppt/slideLayouts/slideLayout9.xml" Id="R6f37b0ac8bea4fed" /><Relationship Type="http://schemas.openxmlformats.org/officeDocument/2006/relationships/slideLayout" Target="/ppt/slideLayouts/slideLayout10.xml" Id="Reaa457354c5c4bbc" /><Relationship Type="http://schemas.openxmlformats.org/officeDocument/2006/relationships/slideLayout" Target="/ppt/slideLayouts/slideLayout11.xml" Id="Rb783d41a854d444c" /><Relationship Type="http://schemas.openxmlformats.org/officeDocument/2006/relationships/slideLayout" Target="/ppt/slideLayouts/slideLayout12.xml" Id="R4426ad19c07e4a3b" /><Relationship Type="http://schemas.openxmlformats.org/officeDocument/2006/relationships/slideLayout" Target="/ppt/slideLayouts/slideLayout13.xml" Id="R311c3e75c3ac4827" /><Relationship Type="http://schemas.openxmlformats.org/officeDocument/2006/relationships/slideLayout" Target="/ppt/slideLayouts/slideLayout14.xml" Id="R88551b5b06fa453e" /><Relationship Type="http://schemas.openxmlformats.org/officeDocument/2006/relationships/slideLayout" Target="/ppt/slideLayouts/slideLayout15.xml" Id="Rc1c29a4f5ac94891" /><Relationship Type="http://schemas.openxmlformats.org/officeDocument/2006/relationships/slideLayout" Target="/ppt/slideLayouts/slideLayout16.xml" Id="R70f3b236817546d8" /><Relationship Type="http://schemas.openxmlformats.org/officeDocument/2006/relationships/slideLayout" Target="/ppt/slideLayouts/slideLayout17.xml" Id="Rb82db82beb7c4f73" /><Relationship Type="http://schemas.openxmlformats.org/officeDocument/2006/relationships/slideLayout" Target="/ppt/slideLayouts/slideLayout18.xml" Id="R4ea83e95c7ec4293" /><Relationship Type="http://schemas.openxmlformats.org/officeDocument/2006/relationships/slideLayout" Target="/ppt/slideLayouts/slideLayout19.xml" Id="Rf9cd3209541c4a84" /><Relationship Type="http://schemas.openxmlformats.org/officeDocument/2006/relationships/slideLayout" Target="/ppt/slideLayouts/slideLayout20.xml" Id="R099d9cea3a334d5f" /><Relationship Type="http://schemas.openxmlformats.org/officeDocument/2006/relationships/slideLayout" Target="/ppt/slideLayouts/slideLayout21.xml" Id="Rceb28fbfc4f840d8" /><Relationship Type="http://schemas.openxmlformats.org/officeDocument/2006/relationships/slideLayout" Target="/ppt/slideLayouts/slideLayout22.xml" Id="Rfbc1a79167f44e0f" /><Relationship Type="http://schemas.openxmlformats.org/officeDocument/2006/relationships/slideLayout" Target="/ppt/slideLayouts/slideLayout23.xml" Id="Rb9342c164a0f4f28" /><Relationship Type="http://schemas.openxmlformats.org/officeDocument/2006/relationships/slideLayout" Target="/ppt/slideLayouts/slideLayout24.xml" Id="R2e168e145b8d472b" /><Relationship Type="http://schemas.openxmlformats.org/officeDocument/2006/relationships/slideLayout" Target="/ppt/slideLayouts/slideLayout25.xml" Id="R9f39b681afd64919" /><Relationship Type="http://schemas.openxmlformats.org/officeDocument/2006/relationships/slideLayout" Target="/ppt/slideLayouts/slideLayout26.xml" Id="R6b6dcc67f4684a6f" /><Relationship Type="http://schemas.openxmlformats.org/officeDocument/2006/relationships/slideLayout" Target="/ppt/slideLayouts/slideLayout27.xml" Id="Rd1d95a33ef264f67" /><Relationship Type="http://schemas.openxmlformats.org/officeDocument/2006/relationships/slideLayout" Target="/ppt/slideLayouts/slideLayout28.xml" Id="R676cf333c8394a15" /><Relationship Type="http://schemas.openxmlformats.org/officeDocument/2006/relationships/slideLayout" Target="/ppt/slideLayouts/slideLayout29.xml" Id="R8130dac3433c441f" /><Relationship Type="http://schemas.openxmlformats.org/officeDocument/2006/relationships/slideLayout" Target="/ppt/slideLayouts/slideLayout30.xml" Id="R4b1b70bbe7c04ebf" /><Relationship Type="http://schemas.openxmlformats.org/officeDocument/2006/relationships/slideLayout" Target="/ppt/slideLayouts/slideLayout31.xml" Id="R6dcf3bd305274b5f" /><Relationship Type="http://schemas.openxmlformats.org/officeDocument/2006/relationships/slideLayout" Target="/ppt/slideLayouts/slideLayout32.xml" Id="Re551d55d1d6346be" /><Relationship Type="http://schemas.openxmlformats.org/officeDocument/2006/relationships/slideLayout" Target="/ppt/slideLayouts/slideLayout33.xml" Id="Rffaad60102554888" /><Relationship Type="http://schemas.openxmlformats.org/officeDocument/2006/relationships/slideLayout" Target="/ppt/slideLayouts/slideLayout34.xml" Id="Rdd7abfba760e4063" /><Relationship Type="http://schemas.openxmlformats.org/officeDocument/2006/relationships/slideLayout" Target="/ppt/slideLayouts/slideLayout35.xml" Id="Re56da6749d9049e2" /><Relationship Type="http://schemas.openxmlformats.org/officeDocument/2006/relationships/slideLayout" Target="/ppt/slideLayouts/slideLayout36.xml" Id="Re384c52e736845ff" /><Relationship Type="http://schemas.openxmlformats.org/officeDocument/2006/relationships/slideLayout" Target="/ppt/slideLayouts/slideLayout37.xml" Id="R26b414b5bcb6413b" /><Relationship Type="http://schemas.openxmlformats.org/officeDocument/2006/relationships/slideLayout" Target="/ppt/slideLayouts/slideLayout38.xml" Id="R771823272c834a34" /><Relationship Type="http://schemas.openxmlformats.org/officeDocument/2006/relationships/slideLayout" Target="/ppt/slideLayouts/slideLayout39.xml" Id="Rada9a8703e2e4fb4" /><Relationship Type="http://schemas.openxmlformats.org/officeDocument/2006/relationships/slideLayout" Target="/ppt/slideLayouts/slideLayout40.xml" Id="R6dbe941a51bb46e4" /><Relationship Type="http://schemas.openxmlformats.org/officeDocument/2006/relationships/slideLayout" Target="/ppt/slideLayouts/slideLayout41.xml" Id="R9c1d201f50504ee6" /><Relationship Type="http://schemas.openxmlformats.org/officeDocument/2006/relationships/slideLayout" Target="/ppt/slideLayouts/slideLayout42.xml" Id="R9ec8c3cb73ee4c38" /><Relationship Type="http://schemas.openxmlformats.org/officeDocument/2006/relationships/slideLayout" Target="/ppt/slideLayouts/slideLayout43.xml" Id="R4825d970f54d40d5" /><Relationship Type="http://schemas.openxmlformats.org/officeDocument/2006/relationships/slideLayout" Target="/ppt/slideLayouts/slideLayout44.xml" Id="R4d18067c9edf44af" /><Relationship Type="http://schemas.openxmlformats.org/officeDocument/2006/relationships/slideLayout" Target="/ppt/slideLayouts/slideLayout45.xml" Id="Re79a9ce44a10420b" /><Relationship Type="http://schemas.openxmlformats.org/officeDocument/2006/relationships/slideLayout" Target="/ppt/slideLayouts/slideLayout46.xml" Id="R663a6bff29314a88" /><Relationship Type="http://schemas.openxmlformats.org/officeDocument/2006/relationships/slideLayout" Target="/ppt/slideLayouts/slideLayout47.xml" Id="Ra7c699c3ba5b4ad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Platshållare för rubrik 1">
            <a:extLst xmlns:a="http://schemas.openxmlformats.org/drawingml/2006/main">
              <a:ext uri="{FF2B5EF4-FFF2-40B4-BE49-F238E27FC236}">
                <a16:creationId xmlns:a16="http://schemas.microsoft.com/office/drawing/2014/main" id="{220414E7-5508-776E-6BBC-4EE50480958F}"/>
              </a:ext>
            </a:extLst>
          </p:cNvPr>
          <p:cNvSpPr>
            <a:spLocks xmlns:a="http://schemas.openxmlformats.org/drawingml/2006/main" noGrp="1"/>
          </p:cNvSpPr>
          <p:nvPr>
            <p:ph type="title" idx="0"/>
          </p:nvPr>
        </p:nvSpPr>
        <p:spPr>
          <a:xfrm xmlns:a="http://schemas.openxmlformats.org/drawingml/2006/main">
            <a:off x="600075" y="1095632"/>
            <a:ext cx="10990263" cy="568412"/>
          </a:xfrm>
          <a:prstGeom xmlns:a="http://schemas.openxmlformats.org/drawingml/2006/main" prst="rect">
            <a:avLst/>
          </a:prstGeom>
        </p:spPr>
        <p:txBody>
          <a:bodyPr xmlns:a="http://schemas.openxmlformats.org/drawingml/2006/main" vert="horz" lIns="91440" tIns="108000" rIns="91440" bIns="45720" anchor="t">
            <a:noAutofit/>
          </a:bodyPr>
          <a:lstStyle xmlns:a="http://schemas.openxmlformats.org/drawingml/2006/main"/>
          <a:p xmlns:a="http://schemas.openxmlformats.org/drawingml/2006/main">
            <a:r>
              <a:t>Klicka här för att ändra mall för rubrikformat</a:t>
            </a:r>
          </a:p>
        </p:txBody>
      </p:sp>
      <p:sp>
        <p:nvSpPr>
          <p:cNvPr id="3" name="Platshållare för text 2">
            <a:extLst xmlns:a="http://schemas.openxmlformats.org/drawingml/2006/main">
              <a:ext uri="{FF2B5EF4-FFF2-40B4-BE49-F238E27FC236}">
                <a16:creationId xmlns:a16="http://schemas.microsoft.com/office/drawing/2014/main" id="{2006EF76-9662-2CD9-346E-23511E804736}"/>
              </a:ext>
            </a:extLst>
          </p:cNvPr>
          <p:cNvSpPr>
            <a:spLocks xmlns:a="http://schemas.openxmlformats.org/drawingml/2006/main" noGrp="1"/>
          </p:cNvSpPr>
          <p:nvPr>
            <p:ph type="body" idx="1"/>
          </p:nvPr>
        </p:nvSpPr>
        <p:spPr>
          <a:xfrm xmlns:a="http://schemas.openxmlformats.org/drawingml/2006/main">
            <a:off x="600075" y="1872344"/>
            <a:ext cx="10990263" cy="4453808"/>
          </a:xfrm>
          <a:prstGeom xmlns:a="http://schemas.openxmlformats.org/drawingml/2006/main" prst="rect">
            <a:avLst/>
          </a:prstGeom>
        </p:spPr>
        <p:txBody>
          <a:bodyPr xmlns:a="http://schemas.openxmlformats.org/drawingml/2006/main" vert="horz" lIns="91440" tIns="45720" rIns="91440" bIns="45720">
            <a:noAutofit/>
          </a:bodyPr>
          <a:lstStyle xmlns:a="http://schemas.openxmlformats.org/drawingml/2006/main"/>
          <a:p xmlns:a="http://schemas.openxmlformats.org/drawingml/2006/main">
            <a:pPr lvl="0">
              <a:buNone/>
            </a:pPr>
            <a:r>
              <a:t>Klicka här för att ändra format på bakgrundstexten</a:t>
            </a:r>
          </a:p>
          <a:p xmlns:a="http://schemas.openxmlformats.org/drawingml/2006/main">
            <a:pPr lvl="1">
              <a:buNone/>
            </a:pPr>
            <a:r>
              <a:t>Nivå två</a:t>
            </a:r>
          </a:p>
          <a:p xmlns:a="http://schemas.openxmlformats.org/drawingml/2006/main">
            <a:pPr lvl="2">
              <a:buNone/>
            </a:pPr>
            <a:r>
              <a:t>Nivå tre</a:t>
            </a:r>
          </a:p>
          <a:p xmlns:a="http://schemas.openxmlformats.org/drawingml/2006/main">
            <a:pPr lvl="3">
              <a:buNone/>
            </a:pPr>
            <a:r>
              <a:t>Nivå fyra</a:t>
            </a:r>
          </a:p>
          <a:p xmlns:a="http://schemas.openxmlformats.org/drawingml/2006/main">
            <a:pPr lvl="4">
              <a:buNone/>
            </a:pPr>
            <a:r>
              <a:t>Nivå fem</a:t>
            </a:r>
          </a:p>
        </p:txBody>
      </p:sp>
      <p:sp>
        <p:nvSpPr>
          <p:cNvPr id="4" name="Platshållare för datum 3">
            <a:extLst xmlns:a="http://schemas.openxmlformats.org/drawingml/2006/main">
              <a:ext uri="{FF2B5EF4-FFF2-40B4-BE49-F238E27FC236}">
                <a16:creationId xmlns:a16="http://schemas.microsoft.com/office/drawing/2014/main" id="{5E3A2378-EA0B-2CB0-A3C0-B0181DFC31CC}"/>
              </a:ext>
            </a:extLst>
          </p:cNvPr>
          <p:cNvSpPr>
            <a:spLocks xmlns:a="http://schemas.openxmlformats.org/drawingml/2006/main" noGrp="1"/>
          </p:cNvSpPr>
          <p:nvPr>
            <p:ph type="dt" idx="2"/>
          </p:nvPr>
        </p:nvSpPr>
        <p:spPr>
          <a:xfrm xmlns:a="http://schemas.openxmlformats.org/drawingml/2006/main">
            <a:off x="600075" y="6473327"/>
            <a:ext cx="2743200" cy="9477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700">
                <a:solidFill>
                  <a:schemeClr val="accent2"/>
                </a:solidFill>
              </a:defRPr>
            </a:lvl1pPr>
          </a:lstStyle>
          <a:p xmlns:a="http://schemas.openxmlformats.org/drawingml/2006/main">
            <a:fld id="{76527E23-77F7-435E-BB99-F5F4AA7BC818}" type="datetime1">
              <a:t>4/27/2026</a:t>
            </a:fld>
            <a:endParaRPr/>
          </a:p>
        </p:txBody>
      </p:sp>
      <p:sp>
        <p:nvSpPr>
          <p:cNvPr id="5" name="Platshållare för sidfot 4">
            <a:extLst xmlns:a="http://schemas.openxmlformats.org/drawingml/2006/main">
              <a:ext uri="{FF2B5EF4-FFF2-40B4-BE49-F238E27FC236}">
                <a16:creationId xmlns:a16="http://schemas.microsoft.com/office/drawing/2014/main" id="{24CA2E8D-AD94-B894-C4F1-B88C763BA32D}"/>
              </a:ext>
            </a:extLst>
          </p:cNvPr>
          <p:cNvSpPr>
            <a:spLocks xmlns:a="http://schemas.openxmlformats.org/drawingml/2006/main" noGrp="1"/>
          </p:cNvSpPr>
          <p:nvPr>
            <p:ph type="ftr" idx="3"/>
          </p:nvPr>
        </p:nvSpPr>
        <p:spPr>
          <a:xfrm xmlns:a="http://schemas.openxmlformats.org/drawingml/2006/main">
            <a:off x="4037805" y="6470364"/>
            <a:ext cx="4114800" cy="97738"/>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700">
                <a:solidFill>
                  <a:schemeClr val="accent2"/>
                </a:solidFill>
              </a:defRPr>
            </a:lvl1pPr>
          </a:lstStyle>
          <a:p xmlns:a="http://schemas.openxmlformats.org/drawingml/2006/main">
            <a:r>
              <a:t>EES UETP - HVDC course 2025</a:t>
            </a:r>
            <a:endParaRPr/>
          </a:p>
        </p:txBody>
      </p:sp>
      <p:sp>
        <p:nvSpPr>
          <p:cNvPr id="6" name="Platshållare för bildnummer 5">
            <a:extLst xmlns:a="http://schemas.openxmlformats.org/drawingml/2006/main">
              <a:ext uri="{FF2B5EF4-FFF2-40B4-BE49-F238E27FC236}">
                <a16:creationId xmlns:a16="http://schemas.microsoft.com/office/drawing/2014/main" id="{045617BD-973D-B163-E4ED-D245FDF0BDFC}"/>
              </a:ext>
            </a:extLst>
          </p:cNvPr>
          <p:cNvSpPr>
            <a:spLocks xmlns:a="http://schemas.openxmlformats.org/drawingml/2006/main" noGrp="1"/>
          </p:cNvSpPr>
          <p:nvPr>
            <p:ph type="sldNum" idx="4"/>
          </p:nvPr>
        </p:nvSpPr>
        <p:spPr>
          <a:xfrm xmlns:a="http://schemas.openxmlformats.org/drawingml/2006/main">
            <a:off x="8848725" y="6473328"/>
            <a:ext cx="2743200" cy="9477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700">
                <a:solidFill>
                  <a:schemeClr val="accent2"/>
                </a:solidFill>
              </a:defRPr>
            </a:lvl1pPr>
          </a:lstStyle>
          <a:p xmlns:a="http://schemas.openxmlformats.org/drawingml/2006/main">
            <a:fld id="{B716C8F4-20CD-364A-8A8E-DE130115B178}" type="slidenum">
              <a:t>‹#›</a:t>
            </a:fld>
            <a:endParaRPr/>
          </a:p>
        </p:txBody>
      </p:sp>
      <p:pic>
        <p:nvPicPr>
          <p:cNvPr id="11" name="Bild 10">
            <a:extLst xmlns:a="http://schemas.openxmlformats.org/drawingml/2006/main">
              <a:ext uri="{FF2B5EF4-FFF2-40B4-BE49-F238E27FC236}">
                <a16:creationId xmlns:a16="http://schemas.microsoft.com/office/drawing/2014/main" id="{6977AC2F-48D0-46B6-811A-27E01816572E}"/>
              </a:ext>
            </a:extLst>
          </p:cNvPr>
          <p:cNvPicPr>
            <a:picLocks xmlns:a="http://schemas.openxmlformats.org/drawingml/2006/main" noChangeAspect="1"/>
          </p:cNvPicPr>
          <p:nvPr/>
        </p:nvPicPr>
        <p:blipFill>
          <a:blip xmlns:r="http://schemas.openxmlformats.org/officeDocument/2006/relationships" xmlns:a="http://schemas.openxmlformats.org/drawingml/2006/main" r:embed="R9c98f844edad46c1">
            <a:extLst>
              <a:ext uri="{96DAC541-7B7A-43D3-8B79-37D633B846F1}">
                <asvg:svgBlip xmlns:asvg="http://schemas.microsoft.com/office/drawing/2016/SVG/main" r:embed="R4df74893cbd0406c"/>
              </a:ext>
            </a:extLst>
          </a:blip>
          <a:stretch xmlns:a="http://schemas.openxmlformats.org/drawingml/2006/main">
            <a:fillRect l="0" t="0" r="0" b="0"/>
          </a:stretch>
        </p:blipFill>
        <p:spPr>
          <a:xfrm xmlns:a="http://schemas.openxmlformats.org/drawingml/2006/main">
            <a:off x="193566" y="164552"/>
            <a:ext cx="714243" cy="799273"/>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939edf28f74592"/>
    <p:sldLayoutId xmlns:r="http://schemas.openxmlformats.org/officeDocument/2006/relationships" id="2147483650" r:id="R7af0e116ae134349"/>
    <p:sldLayoutId xmlns:r="http://schemas.openxmlformats.org/officeDocument/2006/relationships" id="2147483651" r:id="Rddfb1c443d9e4b82"/>
    <p:sldLayoutId xmlns:r="http://schemas.openxmlformats.org/officeDocument/2006/relationships" id="2147483652" r:id="R9139f29789944bc8"/>
    <p:sldLayoutId xmlns:r="http://schemas.openxmlformats.org/officeDocument/2006/relationships" id="2147483653" r:id="Re3420ac7101445cf"/>
    <p:sldLayoutId xmlns:r="http://schemas.openxmlformats.org/officeDocument/2006/relationships" id="2147483654" r:id="R6b41aaa6a3054fd9"/>
    <p:sldLayoutId xmlns:r="http://schemas.openxmlformats.org/officeDocument/2006/relationships" id="2147483655" r:id="Ra3e36ea6929a4b37"/>
    <p:sldLayoutId xmlns:r="http://schemas.openxmlformats.org/officeDocument/2006/relationships" id="2147483656" r:id="Rf3432dbf956c4067"/>
    <p:sldLayoutId xmlns:r="http://schemas.openxmlformats.org/officeDocument/2006/relationships" id="2147483657" r:id="R6f37b0ac8bea4fed"/>
    <p:sldLayoutId xmlns:r="http://schemas.openxmlformats.org/officeDocument/2006/relationships" id="2147483658" r:id="Reaa457354c5c4bbc"/>
    <p:sldLayoutId xmlns:r="http://schemas.openxmlformats.org/officeDocument/2006/relationships" id="2147483659" r:id="Rb783d41a854d444c"/>
    <p:sldLayoutId xmlns:r="http://schemas.openxmlformats.org/officeDocument/2006/relationships" id="2147483660" r:id="R4426ad19c07e4a3b"/>
    <p:sldLayoutId xmlns:r="http://schemas.openxmlformats.org/officeDocument/2006/relationships" id="2147483661" r:id="R311c3e75c3ac4827"/>
    <p:sldLayoutId xmlns:r="http://schemas.openxmlformats.org/officeDocument/2006/relationships" id="2147483662" r:id="R88551b5b06fa453e"/>
    <p:sldLayoutId xmlns:r="http://schemas.openxmlformats.org/officeDocument/2006/relationships" id="2147483663" r:id="Rc1c29a4f5ac94891"/>
    <p:sldLayoutId xmlns:r="http://schemas.openxmlformats.org/officeDocument/2006/relationships" id="2147483664" r:id="R70f3b236817546d8"/>
    <p:sldLayoutId xmlns:r="http://schemas.openxmlformats.org/officeDocument/2006/relationships" id="2147483665" r:id="Rb82db82beb7c4f73"/>
    <p:sldLayoutId xmlns:r="http://schemas.openxmlformats.org/officeDocument/2006/relationships" id="2147483666" r:id="R4ea83e95c7ec4293"/>
    <p:sldLayoutId xmlns:r="http://schemas.openxmlformats.org/officeDocument/2006/relationships" id="2147483667" r:id="Rf9cd3209541c4a84"/>
    <p:sldLayoutId xmlns:r="http://schemas.openxmlformats.org/officeDocument/2006/relationships" id="2147483668" r:id="R099d9cea3a334d5f"/>
    <p:sldLayoutId xmlns:r="http://schemas.openxmlformats.org/officeDocument/2006/relationships" id="2147483669" r:id="Rceb28fbfc4f840d8"/>
    <p:sldLayoutId xmlns:r="http://schemas.openxmlformats.org/officeDocument/2006/relationships" id="2147483670" r:id="Rfbc1a79167f44e0f"/>
    <p:sldLayoutId xmlns:r="http://schemas.openxmlformats.org/officeDocument/2006/relationships" id="2147483671" r:id="Rb9342c164a0f4f28"/>
    <p:sldLayoutId xmlns:r="http://schemas.openxmlformats.org/officeDocument/2006/relationships" id="2147483672" r:id="R2e168e145b8d472b"/>
    <p:sldLayoutId xmlns:r="http://schemas.openxmlformats.org/officeDocument/2006/relationships" id="2147483673" r:id="R9f39b681afd64919"/>
    <p:sldLayoutId xmlns:r="http://schemas.openxmlformats.org/officeDocument/2006/relationships" id="2147483674" r:id="R6b6dcc67f4684a6f"/>
    <p:sldLayoutId xmlns:r="http://schemas.openxmlformats.org/officeDocument/2006/relationships" id="2147483675" r:id="Rd1d95a33ef264f67"/>
    <p:sldLayoutId xmlns:r="http://schemas.openxmlformats.org/officeDocument/2006/relationships" id="2147483676" r:id="R676cf333c8394a15"/>
    <p:sldLayoutId xmlns:r="http://schemas.openxmlformats.org/officeDocument/2006/relationships" id="2147483677" r:id="R8130dac3433c441f"/>
    <p:sldLayoutId xmlns:r="http://schemas.openxmlformats.org/officeDocument/2006/relationships" id="2147483678" r:id="R4b1b70bbe7c04ebf"/>
    <p:sldLayoutId xmlns:r="http://schemas.openxmlformats.org/officeDocument/2006/relationships" id="2147483679" r:id="R6dcf3bd305274b5f"/>
    <p:sldLayoutId xmlns:r="http://schemas.openxmlformats.org/officeDocument/2006/relationships" id="2147483680" r:id="Re551d55d1d6346be"/>
    <p:sldLayoutId xmlns:r="http://schemas.openxmlformats.org/officeDocument/2006/relationships" id="2147483681" r:id="Rffaad60102554888"/>
    <p:sldLayoutId xmlns:r="http://schemas.openxmlformats.org/officeDocument/2006/relationships" id="2147483682" r:id="Rdd7abfba760e4063"/>
    <p:sldLayoutId xmlns:r="http://schemas.openxmlformats.org/officeDocument/2006/relationships" id="2147483683" r:id="Re56da6749d9049e2"/>
    <p:sldLayoutId xmlns:r="http://schemas.openxmlformats.org/officeDocument/2006/relationships" id="2147483684" r:id="Re384c52e736845ff"/>
    <p:sldLayoutId xmlns:r="http://schemas.openxmlformats.org/officeDocument/2006/relationships" id="2147483685" r:id="R26b414b5bcb6413b"/>
    <p:sldLayoutId xmlns:r="http://schemas.openxmlformats.org/officeDocument/2006/relationships" id="2147483686" r:id="R771823272c834a34"/>
    <p:sldLayoutId xmlns:r="http://schemas.openxmlformats.org/officeDocument/2006/relationships" id="2147483687" r:id="Rada9a8703e2e4fb4"/>
    <p:sldLayoutId xmlns:r="http://schemas.openxmlformats.org/officeDocument/2006/relationships" id="2147483688" r:id="R6dbe941a51bb46e4"/>
    <p:sldLayoutId xmlns:r="http://schemas.openxmlformats.org/officeDocument/2006/relationships" id="2147483689" r:id="R9c1d201f50504ee6"/>
    <p:sldLayoutId xmlns:r="http://schemas.openxmlformats.org/officeDocument/2006/relationships" id="2147483690" r:id="R9ec8c3cb73ee4c38"/>
    <p:sldLayoutId xmlns:r="http://schemas.openxmlformats.org/officeDocument/2006/relationships" id="2147483691" r:id="R4825d970f54d40d5"/>
    <p:sldLayoutId xmlns:r="http://schemas.openxmlformats.org/officeDocument/2006/relationships" id="2147483692" r:id="R4d18067c9edf44af"/>
    <p:sldLayoutId xmlns:r="http://schemas.openxmlformats.org/officeDocument/2006/relationships" id="2147483693" r:id="Re79a9ce44a10420b"/>
    <p:sldLayoutId xmlns:r="http://schemas.openxmlformats.org/officeDocument/2006/relationships" id="2147483694" r:id="R663a6bff29314a88"/>
    <p:sldLayoutId xmlns:r="http://schemas.openxmlformats.org/officeDocument/2006/relationships" id="2147483695" r:id="Ra7c699c3ba5b4ade"/>
  </p:sldLayoutIdLst>
  <p:hf hdr="0"/>
  <p:txStyles>
    <p:titleStyle>
      <a:lvl1pPr xmlns:a="http://schemas.openxmlformats.org/drawingml/2006/main" algn="l" defTabSz="914400">
        <a:lnSpc>
          <a:spcPct val="90000"/>
        </a:lnSpc>
        <a:spcBef>
          <a:spcPct val="0"/>
        </a:spcBef>
        <a:buNone/>
        <a:defRPr sz="3600" b="1" kern="1200">
          <a:solidFill>
            <a:schemeClr val="tx2"/>
          </a:solidFill>
          <a:latin typeface="+mj-lt"/>
          <a:ea typeface="+mj-lt"/>
          <a:cs typeface="+mj-lt"/>
        </a:defRPr>
      </a:lvl1pPr>
    </p:titleStyle>
    <p:bodyStyle>
      <a:lvl1pPr xmlns:a="http://schemas.openxmlformats.org/drawingml/2006/main" marL="228600" indent="-228600" algn="l" defTabSz="914400">
        <a:lnSpc>
          <a:spcPct val="90000"/>
        </a:lnSpc>
        <a:spcBef>
          <a:spcPts val="1000"/>
        </a:spcBef>
        <a:buClr>
          <a:schemeClr val="accent1"/>
        </a:buClr>
        <a:buFont typeface="Arial"/>
        <a:buChar char="•"/>
        <a:defRPr sz="20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Clr>
          <a:schemeClr val="accent1"/>
        </a:buClr>
        <a:buFont typeface="Arial"/>
        <a:buChar char="•"/>
        <a:defRPr sz="18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Clr>
          <a:schemeClr val="accent1"/>
        </a:buClr>
        <a:buFont typeface="Arial"/>
        <a:buChar char="•"/>
        <a:defRPr sz="16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Clr>
          <a:schemeClr val="accent1"/>
        </a:buClr>
        <a:buFont typeface="Arial"/>
        <a:buChar char="•"/>
        <a:defRPr sz="14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Clr>
          <a:schemeClr val="accent1"/>
        </a:buClr>
        <a:buFont typeface="Arial"/>
        <a:buChar char="•"/>
        <a:defRPr sz="12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378" userDrawn="1">
          <p15:clr>
            <a:srgbClr xmlns:a="http://schemas.openxmlformats.org/drawingml/2006/main" val="F26B43"/>
          </p15:clr>
        </p15:guide>
        <p15:guide id="4" pos="1343" userDrawn="1">
          <p15:clr>
            <a:srgbClr xmlns:a="http://schemas.openxmlformats.org/drawingml/2006/main" val="F26B43"/>
          </p15:clr>
        </p15:guide>
        <p15:guide id="5" pos="1570" userDrawn="1">
          <p15:clr>
            <a:srgbClr xmlns:a="http://schemas.openxmlformats.org/drawingml/2006/main" val="F26B43"/>
          </p15:clr>
        </p15:guide>
        <p15:guide id="6" pos="2535" userDrawn="1">
          <p15:clr>
            <a:srgbClr xmlns:a="http://schemas.openxmlformats.org/drawingml/2006/main" val="F26B43"/>
          </p15:clr>
        </p15:guide>
        <p15:guide id="7" pos="2761" userDrawn="1">
          <p15:clr>
            <a:srgbClr xmlns:a="http://schemas.openxmlformats.org/drawingml/2006/main" val="F26B43"/>
          </p15:clr>
        </p15:guide>
        <p15:guide id="8" pos="3726" userDrawn="1">
          <p15:clr>
            <a:srgbClr xmlns:a="http://schemas.openxmlformats.org/drawingml/2006/main" val="F26B43"/>
          </p15:clr>
        </p15:guide>
        <p15:guide id="9" pos="3953" userDrawn="1">
          <p15:clr>
            <a:srgbClr xmlns:a="http://schemas.openxmlformats.org/drawingml/2006/main" val="F26B43"/>
          </p15:clr>
        </p15:guide>
        <p15:guide id="10" pos="4918" userDrawn="1">
          <p15:clr>
            <a:srgbClr xmlns:a="http://schemas.openxmlformats.org/drawingml/2006/main" val="F26B43"/>
          </p15:clr>
        </p15:guide>
        <p15:guide id="11" pos="5144" userDrawn="1">
          <p15:clr>
            <a:srgbClr xmlns:a="http://schemas.openxmlformats.org/drawingml/2006/main" val="F26B43"/>
          </p15:clr>
        </p15:guide>
        <p15:guide id="12" pos="6109" userDrawn="1">
          <p15:clr>
            <a:srgbClr xmlns:a="http://schemas.openxmlformats.org/drawingml/2006/main" val="F26B43"/>
          </p15:clr>
        </p15:guide>
        <p15:guide id="13" pos="6336" userDrawn="1">
          <p15:clr>
            <a:srgbClr xmlns:a="http://schemas.openxmlformats.org/drawingml/2006/main" val="F26B43"/>
          </p15:clr>
        </p15:guide>
        <p15:guide id="14" pos="7301" userDrawn="1">
          <p15:clr>
            <a:srgbClr xmlns:a="http://schemas.openxmlformats.org/drawingml/2006/main" val="F26B43"/>
          </p15:clr>
        </p15:guide>
        <p15:guide id="15" orient="horz" userDrawn="1">
          <p15:clr>
            <a:srgbClr xmlns:a="http://schemas.openxmlformats.org/drawingml/2006/main" val="F26B43"/>
          </p15:clr>
        </p15:guide>
        <p15:guide id="16" orient="horz" pos="4320" userDrawn="1">
          <p15:clr>
            <a:srgbClr xmlns:a="http://schemas.openxmlformats.org/drawingml/2006/main" val="F26B43"/>
          </p15:clr>
        </p15:guide>
        <p15:guide id="17" orient="horz" pos="514" userDrawn="1">
          <p15:clr>
            <a:srgbClr xmlns:a="http://schemas.openxmlformats.org/drawingml/2006/main" val="F26B43"/>
          </p15:clr>
        </p15:guide>
        <p15:guide id="18" orient="horz" pos="861" userDrawn="1">
          <p15:clr>
            <a:srgbClr xmlns:a="http://schemas.openxmlformats.org/drawingml/2006/main" val="F26B43"/>
          </p15:clr>
        </p15:guide>
        <p15:guide id="19" orient="horz" pos="1209" userDrawn="1">
          <p15:clr>
            <a:srgbClr xmlns:a="http://schemas.openxmlformats.org/drawingml/2006/main" val="F26B43"/>
          </p15:clr>
        </p15:guide>
        <p15:guide id="20" orient="horz" pos="1570" userDrawn="1">
          <p15:clr>
            <a:srgbClr xmlns:a="http://schemas.openxmlformats.org/drawingml/2006/main" val="F26B43"/>
          </p15:clr>
        </p15:guide>
        <p15:guide id="21" orient="horz" pos="1903" userDrawn="1">
          <p15:clr>
            <a:srgbClr xmlns:a="http://schemas.openxmlformats.org/drawingml/2006/main" val="F26B43"/>
          </p15:clr>
        </p15:guide>
        <p15:guide id="22" orient="horz" pos="2250" userDrawn="1">
          <p15:clr>
            <a:srgbClr xmlns:a="http://schemas.openxmlformats.org/drawingml/2006/main" val="F26B43"/>
          </p15:clr>
        </p15:guide>
        <p15:guide id="23" orient="horz" pos="2597" userDrawn="1">
          <p15:clr>
            <a:srgbClr xmlns:a="http://schemas.openxmlformats.org/drawingml/2006/main" val="F26B43"/>
          </p15:clr>
        </p15:guide>
        <p15:guide id="24" orient="horz" pos="2945" userDrawn="1">
          <p15:clr>
            <a:srgbClr xmlns:a="http://schemas.openxmlformats.org/drawingml/2006/main" val="F26B43"/>
          </p15:clr>
        </p15:guide>
        <p15:guide id="25" orient="horz" pos="3292" userDrawn="1">
          <p15:clr>
            <a:srgbClr xmlns:a="http://schemas.openxmlformats.org/drawingml/2006/main" val="F26B43"/>
          </p15:clr>
        </p15:guide>
        <p15:guide id="26" orient="horz" pos="3639" userDrawn="1">
          <p15:clr>
            <a:srgbClr xmlns:a="http://schemas.openxmlformats.org/drawingml/2006/main" val="F26B43"/>
          </p15:clr>
        </p15:guide>
        <p15:guide id="27" orient="horz" pos="3986" userDrawn="1">
          <p15:clr>
            <a:srgbClr xmlns:a="http://schemas.openxmlformats.org/drawingml/2006/main" val="F26B43"/>
          </p15:clr>
        </p15:guide>
      </p15:sldGuideLst>
    </p:ext>
  </p:extLst>
</p:sldMaster>
</file>

<file path=ppt/slideMasters/theme/theme2.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TH">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41.xml" Id="R67c1bacc98384d03" /><Relationship Type="http://schemas.openxmlformats.org/officeDocument/2006/relationships/image" Target="/ppt/media/image20.png" Id="R333c2e33291c44c3" /><Relationship Type="http://schemas.openxmlformats.org/officeDocument/2006/relationships/notesSlide" Target="/ppt/notesSlides/notesSlide1.xml" Id="R3d273195040d416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1" name="Project card">
            <a:extLst xmlns:a="http://schemas.openxmlformats.org/drawingml/2006/main">
              <a:ext uri="{FF2B5EF4-FFF2-40B4-BE49-F238E27FC236}">
                <a16:creationId xmlns:a16="http://schemas.microsoft.com/office/drawing/2014/main" id="{75E30F25-17CE-46EE-8A03-5FC7E4118E83}"/>
              </a:ext>
            </a:extLst>
          </p:cNvPr>
          <p:cNvSpPr>
            <a:spLocks xmlns:a="http://schemas.openxmlformats.org/drawingml/2006/main" noGrp="1"/>
          </p:cNvSpPr>
          <p:nvPr/>
        </p:nvSpPr>
        <p:spPr>
          <a:xfrm xmlns:a="http://schemas.openxmlformats.org/drawingml/2006/main">
            <a:off x="599846" y="1069848"/>
            <a:ext cx="6766560" cy="2057400"/>
          </a:xfrm>
          <a:prstGeom xmlns:a="http://schemas.openxmlformats.org/drawingml/2006/main" prst="roundRect">
            <a:avLst>
              <a:gd name="adj" fmla="val 6000"/>
            </a:avLst>
          </a:prstGeom>
          <a:solidFill xmlns:a="http://schemas.openxmlformats.org/drawingml/2006/main">
            <a:schemeClr val="accent4"/>
          </a:solidFill>
          <a:ln xmlns:a="http://schemas.openxmlformats.org/drawingml/2006/main">
            <a:noFill/>
          </a:ln>
        </p:spPr>
        <p:txBody>
          <a:bodyPr xmlns:a="http://schemas.openxmlformats.org/drawingml/2006/main" wrap="square" lIns="182880" tIns="137160" rIns="182880" bIns="109728" anchor="t">
            <a:noAutofit/>
          </a:bodyPr>
          <a:lstStyle xmlns:a="http://schemas.openxmlformats.org/drawingml/2006/main"/>
          <a:p xmlns:a="http://schemas.openxmlformats.org/drawingml/2006/main">
            <a:pPr marL="0" indent="0" algn="l">
              <a:lnSpc>
                <a:spcPct val="100000"/>
              </a:lnSpc>
              <a:spcBef>
                <a:spcPts val="0"/>
              </a:spcBef>
              <a:spcAft>
                <a:spcPts val="200"/>
              </a:spcAft>
              <a:buNone/>
            </a:pPr>
            <a:r>
              <a:rPr sz="1100" b="1">
                <a:solidFill>
                  <a:schemeClr val="tx2"/>
                </a:solidFill>
                <a:latin typeface="+mn-lt"/>
                <a:ea typeface="+mn-lt"/>
                <a:cs typeface="+mn-lt"/>
              </a:rPr>
              <a:t>THE PROJECT</a:t>
            </a:r>
          </a:p>
          <a:p xmlns:a="http://schemas.openxmlformats.org/drawingml/2006/main">
            <a:pPr marL="0" indent="0" algn="l">
              <a:lnSpc>
                <a:spcPct val="100000"/>
              </a:lnSpc>
              <a:spcBef>
                <a:spcPts val="400"/>
              </a:spcBef>
              <a:spcAft>
                <a:spcPts val="0"/>
              </a:spcAft>
              <a:buNone/>
            </a:pPr>
            <a:r>
              <a:rPr sz="1400" b="1">
                <a:solidFill>
                  <a:schemeClr val="accent1"/>
                </a:solidFill>
                <a:latin typeface="+mn-lt"/>
                <a:ea typeface="+mn-lt"/>
                <a:cs typeface="+mn-lt"/>
              </a:rPr>
              <a:t>Background  </a:t>
            </a:r>
            <a:r>
              <a:rPr sz="1400" b="0">
                <a:solidFill>
                  <a:schemeClr val="tx1"/>
                </a:solidFill>
                <a:latin typeface="+mn-lt"/>
                <a:ea typeface="+mn-lt"/>
                <a:cs typeface="+mn-lt"/>
              </a:rPr>
              <a:t>Higher DC-link voltages enable high-power traction drives for electric trucks.</a:t>
            </a:r>
          </a:p>
          <a:p xmlns:a="http://schemas.openxmlformats.org/drawingml/2006/main">
            <a:pPr marL="0" indent="0" algn="l">
              <a:lnSpc>
                <a:spcPct val="100000"/>
              </a:lnSpc>
              <a:spcBef>
                <a:spcPts val="600"/>
              </a:spcBef>
              <a:spcAft>
                <a:spcPts val="0"/>
              </a:spcAft>
              <a:buNone/>
            </a:pPr>
            <a:r>
              <a:rPr sz="1400" b="1">
                <a:solidFill>
                  <a:schemeClr val="accent1"/>
                </a:solidFill>
                <a:latin typeface="+mn-lt"/>
                <a:ea typeface="+mn-lt"/>
                <a:cs typeface="+mn-lt"/>
              </a:rPr>
              <a:t>Challenge  </a:t>
            </a:r>
            <a:r>
              <a:rPr sz="1400" b="0">
                <a:solidFill>
                  <a:schemeClr val="tx1"/>
                </a:solidFill>
                <a:latin typeface="+mn-lt"/>
                <a:ea typeface="+mn-lt"/>
                <a:cs typeface="+mn-lt"/>
              </a:rPr>
              <a:t>Voltage, device selection and motor design must be evaluated together to balance efficiency, power density and motor stress.</a:t>
            </a:r>
          </a:p>
          <a:p xmlns:a="http://schemas.openxmlformats.org/drawingml/2006/main">
            <a:pPr marL="0" indent="0" algn="l">
              <a:lnSpc>
                <a:spcPct val="100000"/>
              </a:lnSpc>
              <a:spcBef>
                <a:spcPts val="600"/>
              </a:spcBef>
              <a:spcAft>
                <a:spcPts val="0"/>
              </a:spcAft>
              <a:buNone/>
            </a:pPr>
            <a:r>
              <a:rPr sz="1400" b="1">
                <a:solidFill>
                  <a:schemeClr val="accent1"/>
                </a:solidFill>
                <a:latin typeface="+mn-lt"/>
                <a:ea typeface="+mn-lt"/>
                <a:cs typeface="+mn-lt"/>
              </a:rPr>
              <a:t>Goal  </a:t>
            </a:r>
            <a:r>
              <a:rPr sz="1400" b="0">
                <a:solidFill>
                  <a:schemeClr val="tx1"/>
                </a:solidFill>
                <a:latin typeface="+mn-lt"/>
                <a:ea typeface="+mn-lt"/>
                <a:cs typeface="+mn-lt"/>
              </a:rPr>
              <a:t>Moore4Power: improve efficiency using low-voltage devices and integrated motor–inverter design.</a:t>
            </a:r>
          </a:p>
        </p:txBody>
      </p:sp>
      <p:sp>
        <p:nvSpPr>
          <p:cNvPr id="102" name="Done so far">
            <a:extLst xmlns:a="http://schemas.openxmlformats.org/drawingml/2006/main">
              <a:ext uri="{FF2B5EF4-FFF2-40B4-BE49-F238E27FC236}">
                <a16:creationId xmlns:a16="http://schemas.microsoft.com/office/drawing/2014/main" id="{ECE48D4E-D851-4321-B407-0303718E2F12}"/>
              </a:ext>
            </a:extLst>
          </p:cNvPr>
          <p:cNvSpPr>
            <a:spLocks xmlns:a="http://schemas.openxmlformats.org/drawingml/2006/main" noGrp="1"/>
          </p:cNvSpPr>
          <p:nvPr/>
        </p:nvSpPr>
        <p:spPr>
          <a:xfrm xmlns:a="http://schemas.openxmlformats.org/drawingml/2006/main">
            <a:off x="599846" y="3328416"/>
            <a:ext cx="3282696" cy="2130552"/>
          </a:xfrm>
          <a:prstGeom xmlns:a="http://schemas.openxmlformats.org/drawingml/2006/main" prst="roundRect">
            <a:avLst>
              <a:gd name="adj" fmla="val 6000"/>
            </a:avLst>
          </a:prstGeom>
          <a:solidFill xmlns:a="http://schemas.openxmlformats.org/drawingml/2006/main">
            <a:schemeClr val="bg1"/>
          </a:solidFill>
          <a:ln xmlns:a="http://schemas.openxmlformats.org/drawingml/2006/main" w="12700">
            <a:solidFill>
              <a:schemeClr val="accent2"/>
            </a:solidFill>
          </a:ln>
        </p:spPr>
        <p:txBody>
          <a:bodyPr xmlns:a="http://schemas.openxmlformats.org/drawingml/2006/main" wrap="square" lIns="182880" tIns="137160" rIns="164592" bIns="109728" anchor="t">
            <a:noAutofit/>
          </a:bodyPr>
          <a:lstStyle xmlns:a="http://schemas.openxmlformats.org/drawingml/2006/main"/>
          <a:p xmlns:a="http://schemas.openxmlformats.org/drawingml/2006/main">
            <a:pPr marL="0" indent="0" algn="l">
              <a:lnSpc>
                <a:spcPct val="100000"/>
              </a:lnSpc>
              <a:spcBef>
                <a:spcPts val="0"/>
              </a:spcBef>
              <a:spcAft>
                <a:spcPts val="200"/>
              </a:spcAft>
              <a:buNone/>
            </a:pPr>
            <a:r>
              <a:rPr sz="1100" b="1">
                <a:solidFill>
                  <a:schemeClr val="tx2"/>
                </a:solidFill>
                <a:latin typeface="+mn-lt"/>
                <a:ea typeface="+mn-lt"/>
                <a:cs typeface="+mn-lt"/>
              </a:rPr>
              <a:t>DONE SO FAR</a:t>
            </a:r>
          </a:p>
          <a:p xmlns:a="http://schemas.openxmlformats.org/drawingml/2006/main">
            <a:pPr marL="171450" indent="-171450" algn="l">
              <a:lnSpc>
                <a:spcPct val="100000"/>
              </a:lnSpc>
              <a:spcBef>
                <a:spcPts val="500"/>
              </a:spcBef>
              <a:spcAft>
                <a:spcPts val="0"/>
              </a:spcAft>
              <a:buClr>
                <a:schemeClr val="accent1"/>
              </a:buClr>
              <a:buFont typeface="Arial"/>
              <a:buChar char="•"/>
            </a:pPr>
            <a:r>
              <a:rPr sz="1400" b="0">
                <a:solidFill>
                  <a:schemeClr val="tx1"/>
                </a:solidFill>
                <a:latin typeface="+mn-lt"/>
                <a:ea typeface="+mn-lt"/>
                <a:cs typeface="+mn-lt"/>
              </a:rPr>
              <a:t>PowerizeD (completed): two-level prototype with new e-truck power modules.</a:t>
            </a:r>
          </a:p>
          <a:p xmlns:a="http://schemas.openxmlformats.org/drawingml/2006/main">
            <a:pPr marL="171450" indent="-171450" algn="l">
              <a:lnSpc>
                <a:spcPct val="100000"/>
              </a:lnSpc>
              <a:spcBef>
                <a:spcPts val="500"/>
              </a:spcBef>
              <a:spcAft>
                <a:spcPts val="0"/>
              </a:spcAft>
              <a:buClr>
                <a:schemeClr val="accent1"/>
              </a:buClr>
              <a:buFont typeface="Arial"/>
              <a:buChar char="•"/>
            </a:pPr>
            <a:r>
              <a:rPr sz="1400" b="0">
                <a:solidFill>
                  <a:schemeClr val="tx1"/>
                </a:solidFill>
                <a:latin typeface="+mn-lt"/>
                <a:ea typeface="+mn-lt"/>
                <a:cs typeface="+mn-lt"/>
              </a:rPr>
              <a:t>HemiZero (finishing): two-level design and motor–inverter tradeoffs; 1.2 kV prototype efficiency ≈99.1%.*</a:t>
            </a:r>
          </a:p>
        </p:txBody>
      </p:sp>
      <p:sp>
        <p:nvSpPr>
          <p:cNvPr id="103" name="Ongoing and next">
            <a:extLst xmlns:a="http://schemas.openxmlformats.org/drawingml/2006/main">
              <a:ext uri="{FF2B5EF4-FFF2-40B4-BE49-F238E27FC236}">
                <a16:creationId xmlns:a16="http://schemas.microsoft.com/office/drawing/2014/main" id="{00C65237-A747-4B4C-8331-AB93C40CC164}"/>
              </a:ext>
            </a:extLst>
          </p:cNvPr>
          <p:cNvSpPr>
            <a:spLocks xmlns:a="http://schemas.openxmlformats.org/drawingml/2006/main" noGrp="1"/>
          </p:cNvSpPr>
          <p:nvPr/>
        </p:nvSpPr>
        <p:spPr>
          <a:xfrm xmlns:a="http://schemas.openxmlformats.org/drawingml/2006/main">
            <a:off x="4083710" y="3328416"/>
            <a:ext cx="3282696" cy="2130552"/>
          </a:xfrm>
          <a:prstGeom xmlns:a="http://schemas.openxmlformats.org/drawingml/2006/main" prst="roundRect">
            <a:avLst>
              <a:gd name="adj" fmla="val 6000"/>
            </a:avLst>
          </a:prstGeom>
          <a:solidFill xmlns:a="http://schemas.openxmlformats.org/drawingml/2006/main">
            <a:schemeClr val="bg1"/>
          </a:solidFill>
          <a:ln xmlns:a="http://schemas.openxmlformats.org/drawingml/2006/main" w="12700">
            <a:solidFill>
              <a:schemeClr val="accent2"/>
            </a:solidFill>
          </a:ln>
        </p:spPr>
        <p:txBody>
          <a:bodyPr xmlns:a="http://schemas.openxmlformats.org/drawingml/2006/main" wrap="square" lIns="182880" tIns="137160" rIns="164592" bIns="109728" anchor="t">
            <a:noAutofit/>
          </a:bodyPr>
          <a:lstStyle xmlns:a="http://schemas.openxmlformats.org/drawingml/2006/main"/>
          <a:p xmlns:a="http://schemas.openxmlformats.org/drawingml/2006/main">
            <a:pPr marL="0" indent="0" algn="l">
              <a:lnSpc>
                <a:spcPct val="100000"/>
              </a:lnSpc>
              <a:spcBef>
                <a:spcPts val="0"/>
              </a:spcBef>
              <a:spcAft>
                <a:spcPts val="200"/>
              </a:spcAft>
              <a:buNone/>
            </a:pPr>
            <a:r>
              <a:rPr sz="1100" b="1">
                <a:solidFill>
                  <a:schemeClr val="tx2"/>
                </a:solidFill>
                <a:latin typeface="+mn-lt"/>
                <a:ea typeface="+mn-lt"/>
                <a:cs typeface="+mn-lt"/>
              </a:rPr>
              <a:t>ONGOING  →  NEXT</a:t>
            </a:r>
          </a:p>
          <a:p xmlns:a="http://schemas.openxmlformats.org/drawingml/2006/main">
            <a:pPr marL="171450" indent="-171450" algn="l">
              <a:lnSpc>
                <a:spcPct val="100000"/>
              </a:lnSpc>
              <a:spcBef>
                <a:spcPts val="500"/>
              </a:spcBef>
              <a:spcAft>
                <a:spcPts val="0"/>
              </a:spcAft>
              <a:buClr>
                <a:schemeClr val="accent1"/>
              </a:buClr>
              <a:buFont typeface="Arial"/>
              <a:buChar char="•"/>
            </a:pPr>
            <a:r>
              <a:rPr sz="1400" b="1">
                <a:solidFill>
                  <a:schemeClr val="tx1"/>
                </a:solidFill>
                <a:latin typeface="+mn-lt"/>
                <a:ea typeface="+mn-lt"/>
                <a:cs typeface="+mn-lt"/>
              </a:rPr>
              <a:t>Now: </a:t>
            </a:r>
            <a:r>
              <a:rPr sz="1400" b="0">
                <a:solidFill>
                  <a:schemeClr val="tx1"/>
                </a:solidFill>
                <a:latin typeface="+mn-lt"/>
                <a:ea typeface="+mn-lt"/>
                <a:cs typeface="+mn-lt"/>
              </a:rPr>
              <a:t>Moore4Power: low-voltage GaN building blocks for a stacked polyphase bridge (SPB).</a:t>
            </a:r>
          </a:p>
          <a:p xmlns:a="http://schemas.openxmlformats.org/drawingml/2006/main">
            <a:pPr marL="171450" indent="-171450" algn="l">
              <a:lnSpc>
                <a:spcPct val="100000"/>
              </a:lnSpc>
              <a:spcBef>
                <a:spcPts val="500"/>
              </a:spcBef>
              <a:spcAft>
                <a:spcPts val="0"/>
              </a:spcAft>
              <a:buClr>
                <a:schemeClr val="accent1"/>
              </a:buClr>
              <a:buFont typeface="Arial"/>
              <a:buChar char="•"/>
            </a:pPr>
            <a:r>
              <a:rPr sz="1400" b="1">
                <a:solidFill>
                  <a:schemeClr val="tx1"/>
                </a:solidFill>
                <a:latin typeface="+mn-lt"/>
                <a:ea typeface="+mn-lt"/>
                <a:cs typeface="+mn-lt"/>
              </a:rPr>
              <a:t>Next: </a:t>
            </a:r>
            <a:r>
              <a:rPr sz="1400" b="0">
                <a:solidFill>
                  <a:schemeClr val="tx1"/>
                </a:solidFill>
                <a:latin typeface="+mn-lt"/>
                <a:ea typeface="+mn-lt"/>
                <a:cs typeface="+mn-lt"/>
              </a:rPr>
              <a:t>integrated motor–inverter design and experimental validation of efficiency gains.</a:t>
            </a:r>
          </a:p>
        </p:txBody>
      </p:sp>
      <p:sp>
        <p:nvSpPr>
          <p:cNvPr id="104" name="Methods label">
            <a:extLst xmlns:a="http://schemas.openxmlformats.org/drawingml/2006/main">
              <a:ext uri="{FF2B5EF4-FFF2-40B4-BE49-F238E27FC236}">
                <a16:creationId xmlns:a16="http://schemas.microsoft.com/office/drawing/2014/main" id="{5DAB2F73-780F-4C45-9F53-176FBCEFEB5A}"/>
              </a:ext>
            </a:extLst>
          </p:cNvPr>
          <p:cNvSpPr>
            <a:spLocks xmlns:a="http://schemas.openxmlformats.org/drawingml/2006/main" noGrp="1"/>
          </p:cNvSpPr>
          <p:nvPr/>
        </p:nvSpPr>
        <p:spPr>
          <a:xfrm xmlns:a="http://schemas.openxmlformats.org/drawingml/2006/main">
            <a:off x="599846" y="5660136"/>
            <a:ext cx="16002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l">
              <a:lnSpc>
                <a:spcPct val="100000"/>
              </a:lnSpc>
              <a:spcBef>
                <a:spcPts val="0"/>
              </a:spcBef>
              <a:spcAft>
                <a:spcPts val="0"/>
              </a:spcAft>
              <a:buNone/>
            </a:pPr>
            <a:r>
              <a:rPr sz="1100" b="1">
                <a:solidFill>
                  <a:schemeClr val="tx2"/>
                </a:solidFill>
                <a:latin typeface="+mn-lt"/>
                <a:ea typeface="+mn-lt"/>
                <a:cs typeface="+mn-lt"/>
              </a:rPr>
              <a:t>METHODS &amp; TOOLS</a:t>
            </a:r>
          </a:p>
        </p:txBody>
      </p:sp>
      <p:sp>
        <p:nvSpPr>
          <p:cNvPr id="105" name="Chip FEM simulation">
            <a:extLst xmlns:a="http://schemas.openxmlformats.org/drawingml/2006/main">
              <a:ext uri="{FF2B5EF4-FFF2-40B4-BE49-F238E27FC236}">
                <a16:creationId xmlns:a16="http://schemas.microsoft.com/office/drawing/2014/main" id="{7BEB908B-206E-4C28-A568-DCA1B0F51167}"/>
              </a:ext>
            </a:extLst>
          </p:cNvPr>
          <p:cNvSpPr>
            <a:spLocks xmlns:a="http://schemas.openxmlformats.org/drawingml/2006/main" noGrp="1"/>
          </p:cNvSpPr>
          <p:nvPr/>
        </p:nvSpPr>
        <p:spPr>
          <a:xfrm xmlns:a="http://schemas.openxmlformats.org/drawingml/2006/main">
            <a:off x="2154326" y="5728716"/>
            <a:ext cx="1470355" cy="365760"/>
          </a:xfrm>
          <a:prstGeom xmlns:a="http://schemas.openxmlformats.org/drawingml/2006/main" prst="roundRect">
            <a:avLst>
              <a:gd name="adj" fmla="val 50000"/>
            </a:avLst>
          </a:prstGeom>
          <a:solidFill xmlns:a="http://schemas.openxmlformats.org/drawingml/2006/main">
            <a:schemeClr val="accent1"/>
          </a:solidFill>
          <a:ln xmlns:a="http://schemas.openxmlformats.org/drawingml/2006/main">
            <a:noFill/>
          </a:ln>
        </p:spPr>
        <p:txBody>
          <a:bodyPr xmlns:a="http://schemas.openxmlformats.org/drawingml/2006/main" wrap="square" lIns="45720" tIns="0" rIns="45720" bIns="0"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rPr sz="1200" b="1">
                <a:solidFill>
                  <a:schemeClr val="bg1"/>
                </a:solidFill>
                <a:latin typeface="+mn-lt"/>
                <a:ea typeface="+mn-lt"/>
                <a:cs typeface="+mn-lt"/>
              </a:rPr>
              <a:t>Loss modelling</a:t>
            </a:r>
          </a:p>
        </p:txBody>
      </p:sp>
      <p:sp>
        <p:nvSpPr>
          <p:cNvPr id="106" name="Chip MATLAB/Simulink">
            <a:extLst xmlns:a="http://schemas.openxmlformats.org/drawingml/2006/main">
              <a:ext uri="{FF2B5EF4-FFF2-40B4-BE49-F238E27FC236}">
                <a16:creationId xmlns:a16="http://schemas.microsoft.com/office/drawing/2014/main" id="{771A63F5-939B-429D-8C12-7F26CB5A94AC}"/>
              </a:ext>
            </a:extLst>
          </p:cNvPr>
          <p:cNvSpPr>
            <a:spLocks xmlns:a="http://schemas.openxmlformats.org/drawingml/2006/main" noGrp="1"/>
          </p:cNvSpPr>
          <p:nvPr/>
        </p:nvSpPr>
        <p:spPr>
          <a:xfrm xmlns:a="http://schemas.openxmlformats.org/drawingml/2006/main">
            <a:off x="3734410" y="5728716"/>
            <a:ext cx="1554480" cy="365760"/>
          </a:xfrm>
          <a:prstGeom xmlns:a="http://schemas.openxmlformats.org/drawingml/2006/main" prst="roundRect">
            <a:avLst>
              <a:gd name="adj" fmla="val 50000"/>
            </a:avLst>
          </a:prstGeom>
          <a:solidFill xmlns:a="http://schemas.openxmlformats.org/drawingml/2006/main">
            <a:schemeClr val="accent1"/>
          </a:solidFill>
          <a:ln xmlns:a="http://schemas.openxmlformats.org/drawingml/2006/main">
            <a:noFill/>
          </a:ln>
        </p:spPr>
        <p:txBody>
          <a:bodyPr xmlns:a="http://schemas.openxmlformats.org/drawingml/2006/main" wrap="square" lIns="45720" tIns="0" rIns="45720" bIns="0"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rPr sz="1200" b="1">
                <a:solidFill>
                  <a:schemeClr val="bg1"/>
                </a:solidFill>
                <a:latin typeface="+mn-lt"/>
                <a:ea typeface="+mn-lt"/>
                <a:cs typeface="+mn-lt"/>
              </a:rPr>
              <a:t>MATLAB/Simulink</a:t>
            </a:r>
          </a:p>
        </p:txBody>
      </p:sp>
      <p:sp>
        <p:nvSpPr>
          <p:cNvPr id="107" name="Chip Particle physics">
            <a:extLst xmlns:a="http://schemas.openxmlformats.org/drawingml/2006/main">
              <a:ext uri="{FF2B5EF4-FFF2-40B4-BE49-F238E27FC236}">
                <a16:creationId xmlns:a16="http://schemas.microsoft.com/office/drawing/2014/main" id="{A4F5482D-863F-4810-8B25-337440A71959}"/>
              </a:ext>
            </a:extLst>
          </p:cNvPr>
          <p:cNvSpPr>
            <a:spLocks xmlns:a="http://schemas.openxmlformats.org/drawingml/2006/main" noGrp="1"/>
          </p:cNvSpPr>
          <p:nvPr/>
        </p:nvSpPr>
        <p:spPr>
          <a:xfrm xmlns:a="http://schemas.openxmlformats.org/drawingml/2006/main">
            <a:off x="5398618" y="5728716"/>
            <a:ext cx="1638605" cy="365760"/>
          </a:xfrm>
          <a:prstGeom xmlns:a="http://schemas.openxmlformats.org/drawingml/2006/main" prst="roundRect">
            <a:avLst>
              <a:gd name="adj" fmla="val 50000"/>
            </a:avLst>
          </a:prstGeom>
          <a:solidFill xmlns:a="http://schemas.openxmlformats.org/drawingml/2006/main">
            <a:schemeClr val="accent1"/>
          </a:solidFill>
          <a:ln xmlns:a="http://schemas.openxmlformats.org/drawingml/2006/main">
            <a:noFill/>
          </a:ln>
        </p:spPr>
        <p:txBody>
          <a:bodyPr xmlns:a="http://schemas.openxmlformats.org/drawingml/2006/main" wrap="square" lIns="45720" tIns="0" rIns="45720" bIns="0" anchor="ctr">
            <a:noAutofit/>
          </a:bodyPr>
          <a:lstStyle xmlns:a="http://schemas.openxmlformats.org/drawingml/2006/main"/>
          <a:p xmlns:a="http://schemas.openxmlformats.org/drawingml/2006/main">
            <a:pPr marL="0" indent="0" algn="ctr">
              <a:lnSpc>
                <a:spcPct val="100000"/>
              </a:lnSpc>
              <a:spcBef>
                <a:spcPts val="0"/>
              </a:spcBef>
              <a:spcAft>
                <a:spcPts val="0"/>
              </a:spcAft>
              <a:buNone/>
            </a:pPr>
            <a:r>
              <a:rPr sz="1200" b="1">
                <a:solidFill>
                  <a:schemeClr val="bg1"/>
                </a:solidFill>
                <a:latin typeface="+mn-lt"/>
                <a:ea typeface="+mn-lt"/>
                <a:cs typeface="+mn-lt"/>
              </a:rPr>
              <a:t>Prototype testing</a:t>
            </a:r>
          </a:p>
        </p:txBody>
      </p:sp>
      <p:sp>
        <p:nvSpPr>
          <p:cNvPr id="109" name="Facts">
            <a:extLst xmlns:a="http://schemas.openxmlformats.org/drawingml/2006/main">
              <a:ext uri="{FF2B5EF4-FFF2-40B4-BE49-F238E27FC236}">
                <a16:creationId xmlns:a16="http://schemas.microsoft.com/office/drawing/2014/main" id="{1E142CB9-9EF1-4BB4-B751-F64BDDEF772F}"/>
              </a:ext>
            </a:extLst>
          </p:cNvPr>
          <p:cNvSpPr>
            <a:spLocks xmlns:a="http://schemas.openxmlformats.org/drawingml/2006/main" noGrp="1"/>
          </p:cNvSpPr>
          <p:nvPr/>
        </p:nvSpPr>
        <p:spPr>
          <a:xfrm xmlns:a="http://schemas.openxmlformats.org/drawingml/2006/main">
            <a:off x="7640764" y="1069848"/>
            <a:ext cx="3949256" cy="11155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Autofit/>
          </a:bodyPr>
          <a:lstStyle xmlns:a="http://schemas.openxmlformats.org/drawingml/2006/main"/>
          <a:p xmlns:a="http://schemas.openxmlformats.org/drawingml/2006/main">
            <a:r>
              <a:rPr sz="1100" b="1">
                <a:solidFill>
                  <a:srgbClr val="000061"/>
                </a:solidFill>
              </a:rPr>
              <a:t>CURRENT PROJECT</a:t>
            </a:r>
          </a:p>
          <a:p xmlns:a="http://schemas.openxmlformats.org/drawingml/2006/main">
            <a:r>
              <a:rPr sz="1800" b="1">
                <a:solidFill>
                  <a:srgbClr val="004791"/>
                </a:solidFill>
              </a:rPr>
              <a:t>Moore4Power</a:t>
            </a:r>
          </a:p>
          <a:p xmlns:a="http://schemas.openxmlformats.org/drawingml/2006/main">
            <a:r>
              <a:rPr sz="1200" b="0">
                <a:solidFill>
                  <a:srgbClr val="111111"/>
                </a:solidFill>
              </a:rPr>
              <a:t>Newly started • Power electronics for vehicles</a:t>
            </a:r>
          </a:p>
          <a:p xmlns:a="http://schemas.openxmlformats.org/drawingml/2006/main">
            <a:r>
              <a:rPr sz="1200" b="0">
                <a:solidFill>
                  <a:srgbClr val="111111"/>
                </a:solidFill>
              </a:rPr>
              <a:t>Focus: low-voltage devices in a high-voltage drive</a:t>
            </a:r>
          </a:p>
        </p:txBody>
      </p:sp>
      <p:pic>
        <p:nvPicPr>
          <p:cNvPr id="110" name="Figure">
            <a:extLst xmlns:a="http://schemas.openxmlformats.org/drawingml/2006/main">
              <a:ext uri="{FF2B5EF4-FFF2-40B4-BE49-F238E27FC236}">
                <a16:creationId xmlns:a16="http://schemas.microsoft.com/office/drawing/2014/main" id="{AC0BF5CA-D2F9-48D5-B73D-039D8F21625D}"/>
              </a:ext>
            </a:extLst>
          </p:cNvPr>
          <p:cNvPicPr>
            <a:picLocks xmlns:a="http://schemas.openxmlformats.org/drawingml/2006/main" noChangeAspect="1"/>
          </p:cNvPicPr>
          <p:nvPr/>
        </p:nvPicPr>
        <p:blipFill>
          <a:blip xmlns:r="http://schemas.openxmlformats.org/officeDocument/2006/relationships" xmlns:a="http://schemas.openxmlformats.org/drawingml/2006/main" r:embed="R333c2e33291c44c3"/>
          <a:srcRect xmlns:a="http://schemas.openxmlformats.org/drawingml/2006/main" l="0" t="0" r="0" b="0"/>
          <a:stretch xmlns:a="http://schemas.openxmlformats.org/drawingml/2006/main">
            <a:fillRect l="0" t="0" r="0" b="0"/>
          </a:stretch>
        </p:blipFill>
        <p:spPr>
          <a:xfrm xmlns:a="http://schemas.openxmlformats.org/drawingml/2006/main">
            <a:off x="7640726" y="2386584"/>
            <a:ext cx="3949294" cy="2395728"/>
          </a:xfrm>
          <a:prstGeom xmlns:a="http://schemas.openxmlformats.org/drawingml/2006/main" prst="rect">
            <a:avLst/>
          </a:prstGeom>
        </p:spPr>
      </p:pic>
      <p:sp>
        <p:nvSpPr>
          <p:cNvPr id="111" name="Figure caption">
            <a:extLst xmlns:a="http://schemas.openxmlformats.org/drawingml/2006/main">
              <a:ext uri="{FF2B5EF4-FFF2-40B4-BE49-F238E27FC236}">
                <a16:creationId xmlns:a16="http://schemas.microsoft.com/office/drawing/2014/main" id="{03F6BD59-2E3B-4D32-A250-18AB6AC3B909}"/>
              </a:ext>
            </a:extLst>
          </p:cNvPr>
          <p:cNvSpPr>
            <a:spLocks xmlns:a="http://schemas.openxmlformats.org/drawingml/2006/main" noGrp="1"/>
          </p:cNvSpPr>
          <p:nvPr/>
        </p:nvSpPr>
        <p:spPr>
          <a:xfrm xmlns:a="http://schemas.openxmlformats.org/drawingml/2006/main">
            <a:off x="7640726" y="4818888"/>
            <a:ext cx="3949294"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0000"/>
              </a:lnSpc>
              <a:spcBef>
                <a:spcPts val="0"/>
              </a:spcBef>
              <a:spcAft>
                <a:spcPts val="0"/>
              </a:spcAft>
              <a:buNone/>
            </a:pPr>
            <a:r>
              <a:rPr sz="1000" b="0" i="1">
                <a:solidFill>
                  <a:srgbClr val="595959"/>
                </a:solidFill>
                <a:latin typeface="+mn-lt"/>
                <a:ea typeface="+mn-lt"/>
                <a:cs typeface="+mn-lt"/>
              </a:rPr>
              <a:t>SPB concept: low-voltage bridges feed a multiphase motor.</a:t>
            </a:r>
          </a:p>
        </p:txBody>
      </p:sp>
      <p:sp>
        <p:nvSpPr>
          <p:cNvPr id="112" name="Publications">
            <a:extLst xmlns:a="http://schemas.openxmlformats.org/drawingml/2006/main">
              <a:ext uri="{FF2B5EF4-FFF2-40B4-BE49-F238E27FC236}">
                <a16:creationId xmlns:a16="http://schemas.microsoft.com/office/drawing/2014/main" id="{1951DF0F-09BF-4361-866A-9792323CA97A}"/>
              </a:ext>
            </a:extLst>
          </p:cNvPr>
          <p:cNvSpPr>
            <a:spLocks xmlns:a="http://schemas.openxmlformats.org/drawingml/2006/main" noGrp="1"/>
          </p:cNvSpPr>
          <p:nvPr/>
        </p:nvSpPr>
        <p:spPr>
          <a:xfrm xmlns:a="http://schemas.openxmlformats.org/drawingml/2006/main">
            <a:off x="7640726" y="5184648"/>
            <a:ext cx="3949294" cy="978408"/>
          </a:xfrm>
          <a:prstGeom xmlns:a="http://schemas.openxmlformats.org/drawingml/2006/main" prst="roundRect">
            <a:avLst>
              <a:gd name="adj" fmla="val 8000"/>
            </a:avLst>
          </a:prstGeom>
          <a:solidFill xmlns:a="http://schemas.openxmlformats.org/drawingml/2006/main">
            <a:schemeClr val="bg1"/>
          </a:solidFill>
          <a:ln xmlns:a="http://schemas.openxmlformats.org/drawingml/2006/main" w="12700">
            <a:solidFill>
              <a:schemeClr val="accent2"/>
            </a:solidFill>
          </a:ln>
        </p:spPr>
        <p:txBody>
          <a:bodyPr xmlns:a="http://schemas.openxmlformats.org/drawingml/2006/main" wrap="square" lIns="164592" tIns="91440" rIns="137160" bIns="73152" anchor="t">
            <a:noAutofit/>
          </a:bodyPr>
          <a:lstStyle xmlns:a="http://schemas.openxmlformats.org/drawingml/2006/main"/>
          <a:p xmlns:a="http://schemas.openxmlformats.org/drawingml/2006/main">
            <a:r>
              <a:rPr sz="1100" b="1">
                <a:solidFill>
                  <a:srgbClr val="000061"/>
                </a:solidFill>
              </a:rPr>
              <a:t>SELECTED PUBLICATIONS / RESULTS</a:t>
            </a:r>
          </a:p>
          <a:p xmlns:a="http://schemas.openxmlformats.org/drawingml/2006/main">
            <a:r>
              <a:rPr sz="1000" b="0">
                <a:solidFill>
                  <a:srgbClr val="111111"/>
                </a:solidFill>
              </a:rPr>
              <a:t>Ayaz et al., “Evaluation of Possible Traction Inverter Topologies for Heavy-Duty Electric Vehicles,” SPEC 2024.</a:t>
            </a:r>
          </a:p>
          <a:p xmlns:a="http://schemas.openxmlformats.org/drawingml/2006/main">
            <a:r>
              <a:rPr sz="1000" b="0">
                <a:solidFill>
                  <a:srgbClr val="111111"/>
                </a:solidFill>
              </a:rPr>
              <a:t>*1.2 kV study: ≈99.12% prototype efficiency; inverter loss prediction within ≈10%.</a:t>
            </a:r>
          </a:p>
        </p:txBody>
      </p:sp>
      <p:sp>
        <p:nvSpPr>
          <p:cNvPr id="2" name="Title 1">
            <a:extLst xmlns:a="http://schemas.openxmlformats.org/drawingml/2006/main">
              <a:ext uri="{FF2B5EF4-FFF2-40B4-BE49-F238E27FC236}">
                <a16:creationId xmlns:a16="http://schemas.microsoft.com/office/drawing/2014/main" id="{B2EDEBA5-54DB-41B4-AAAE-8F5D010F24D8}"/>
              </a:ext>
            </a:extLst>
          </p:cNvPr>
          <p:cNvSpPr>
            <a:spLocks xmlns:a="http://schemas.openxmlformats.org/drawingml/2006/main" noGrp="1"/>
          </p:cNvSpPr>
          <p:nvPr>
            <p:ph type="title" idx="0"/>
          </p:nvPr>
        </p:nvSpPr>
        <p:spPr>
          <a:xfrm xmlns:a="http://schemas.openxmlformats.org/drawingml/2006/main">
            <a:off x="1006764" y="87879"/>
            <a:ext cx="10583574" cy="830090"/>
          </a:xfrm>
        </p:spPr>
        <p:txBody>
          <a:bodyPr xmlns:a="http://schemas.openxmlformats.org/drawingml/2006/main"/>
          <a:lstStyle xmlns:a="http://schemas.openxmlformats.org/drawingml/2006/main">
            <a:defPPr>
              <a:defRPr sz="2925"/>
            </a:defPPr>
            <a:lvl1pPr>
              <a:defRPr sz="2925"/>
            </a:lvl1pPr>
            <a:lvl2pPr>
              <a:defRPr sz="2925"/>
            </a:lvl2pPr>
            <a:lvl3pPr>
              <a:defRPr sz="2925"/>
            </a:lvl3pPr>
            <a:lvl4pPr>
              <a:defRPr sz="2925"/>
            </a:lvl4pPr>
            <a:lvl5pPr>
              <a:defRPr sz="2925"/>
            </a:lvl5pPr>
            <a:lvl6pPr>
              <a:defRPr sz="2925"/>
            </a:lvl6pPr>
            <a:lvl7pPr>
              <a:defRPr sz="2925"/>
            </a:lvl7pPr>
            <a:lvl8pPr>
              <a:defRPr sz="2925"/>
            </a:lvl8pPr>
            <a:lvl9pPr>
              <a:defRPr sz="2925"/>
            </a:lvl9pPr>
          </a:lstStyle>
          <a:p xmlns:a="http://schemas.openxmlformats.org/drawingml/2006/main">
            <a:r>
              <a:rPr sz="2925"/>
              <a:t>Enes Ayaz</a:t>
            </a:r>
            <a:br>
              <a:rPr sz="2925"/>
            </a:br>
            <a:r>
              <a:rPr sz="2925"/>
              <a:t>PhD topic: High-voltage traction drives</a:t>
            </a:r>
          </a:p>
        </p:txBody>
      </p:sp>
      <p:sp>
        <p:nvSpPr>
          <p:cNvPr id="3" name="Date Placeholder 2">
            <a:extLst xmlns:a="http://schemas.openxmlformats.org/drawingml/2006/main">
              <a:ext uri="{FF2B5EF4-FFF2-40B4-BE49-F238E27FC236}">
                <a16:creationId xmlns:a16="http://schemas.microsoft.com/office/drawing/2014/main" id="{0D57817B-D71E-ECD3-4BD6-4EA2DA8089B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7DF6527-A20D-DC5A-2119-9FAF5D1D1F13}" type="datetime1">
              <a:t>20 October 2026</a:t>
            </a:fld>
            <a:endParaRPr/>
          </a:p>
        </p:txBody>
      </p:sp>
      <p:sp>
        <p:nvSpPr>
          <p:cNvPr id="4" name="Footer Placeholder 3">
            <a:extLst xmlns:a="http://schemas.openxmlformats.org/drawingml/2006/main">
              <a:ext uri="{FF2B5EF4-FFF2-40B4-BE49-F238E27FC236}">
                <a16:creationId xmlns:a16="http://schemas.microsoft.com/office/drawing/2014/main" id="{433DB28B-05F7-3C18-5759-47411601F7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PhD project – Enes Ayaz</a:t>
            </a:r>
            <a:endParaRPr/>
          </a:p>
        </p:txBody>
      </p:sp>
      <p:sp>
        <p:nvSpPr>
          <p:cNvPr id="5" name="Slide Number Placeholder 4">
            <a:extLst xmlns:a="http://schemas.openxmlformats.org/drawingml/2006/main">
              <a:ext uri="{FF2B5EF4-FFF2-40B4-BE49-F238E27FC236}">
                <a16:creationId xmlns:a16="http://schemas.microsoft.com/office/drawing/2014/main" id="{9DE698A9-CBED-2E96-8C2E-40B410DBEE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716C8F4-20CD-364A-8A8E-DE130115B178}" type="slidenum">
              <a:t>1</a:t>
            </a:fld>
            <a:endParaRPr/>
          </a:p>
        </p:txBody>
      </p:sp>
    </p:spTree>
    <p:extLst>
      <p:ext uri="{BB962C8B-B14F-4D97-AF65-F5344CB8AC3E}">
        <p14:creationId xmlns:p14="http://schemas.microsoft.com/office/powerpoint/2010/main" val="3488650327"/>
      </p:ext>
    </p:extLst>
  </p:cSld>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TH">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2026-10-20T15:59:45.7590000Z</dcterms:created>
  <dcterms:modified xsi:type="dcterms:W3CDTF">2026-10-20T15:59:45.7590000Z</dcterms:modified>
</coreProperties>
</file>