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5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2023-10-31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0671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2023-10-31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95814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2023-10-31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0475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2023-10-31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586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2023-10-31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45838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2023-10-31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72710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2023-10-31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6588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2023-10-31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22186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2023-10-31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02979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2023-10-31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78734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43A0-2574-441C-A795-A50D0DBB93B9}" type="datetimeFigureOut">
              <a:rPr lang="sv-SE" smtClean="0"/>
              <a:t>2023-10-31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79597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E43A0-2574-441C-A795-A50D0DBB93B9}" type="datetimeFigureOut">
              <a:rPr lang="sv-SE" smtClean="0"/>
              <a:t>2023-10-31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FD6D8-A756-43D3-862B-30BDA5D496E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70119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51" y="172994"/>
            <a:ext cx="3647305" cy="273547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656" y="172994"/>
            <a:ext cx="3756454" cy="281734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110" y="172994"/>
            <a:ext cx="3647305" cy="273547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351" y="3181865"/>
            <a:ext cx="3641125" cy="273084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6476" y="3179552"/>
            <a:ext cx="3637005" cy="272775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110" y="2990335"/>
            <a:ext cx="3731741" cy="279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28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450" y="926816"/>
            <a:ext cx="4559300" cy="3419475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V="1">
            <a:off x="8331200" y="409337"/>
            <a:ext cx="209550" cy="5096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4174"/>
            <a:ext cx="5345505" cy="45272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31200" y="64257"/>
            <a:ext cx="38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t3</a:t>
            </a:r>
            <a:endParaRPr lang="sv-SE" dirty="0"/>
          </a:p>
        </p:txBody>
      </p:sp>
      <p:sp>
        <p:nvSpPr>
          <p:cNvPr id="10" name="TextBox 9"/>
          <p:cNvSpPr txBox="1"/>
          <p:nvPr/>
        </p:nvSpPr>
        <p:spPr>
          <a:xfrm>
            <a:off x="7985125" y="4640232"/>
            <a:ext cx="43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t1</a:t>
            </a:r>
            <a:endParaRPr lang="sv-SE" dirty="0"/>
          </a:p>
        </p:txBody>
      </p:sp>
      <p:cxnSp>
        <p:nvCxnSpPr>
          <p:cNvPr id="11" name="Straight Arrow Connector 10"/>
          <p:cNvCxnSpPr>
            <a:endCxn id="10" idx="0"/>
          </p:cNvCxnSpPr>
          <p:nvPr/>
        </p:nvCxnSpPr>
        <p:spPr>
          <a:xfrm>
            <a:off x="8077200" y="4044950"/>
            <a:ext cx="125413" cy="595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18" idx="0"/>
          </p:cNvCxnSpPr>
          <p:nvPr/>
        </p:nvCxnSpPr>
        <p:spPr>
          <a:xfrm>
            <a:off x="9182100" y="3486150"/>
            <a:ext cx="342900" cy="10929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331325" y="4579107"/>
            <a:ext cx="38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t4</a:t>
            </a:r>
            <a:endParaRPr lang="sv-SE" dirty="0"/>
          </a:p>
        </p:txBody>
      </p:sp>
      <p:sp>
        <p:nvSpPr>
          <p:cNvPr id="20" name="TextBox 19"/>
          <p:cNvSpPr txBox="1"/>
          <p:nvPr/>
        </p:nvSpPr>
        <p:spPr>
          <a:xfrm>
            <a:off x="7134225" y="571665"/>
            <a:ext cx="38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t2</a:t>
            </a:r>
            <a:endParaRPr lang="sv-SE" dirty="0"/>
          </a:p>
        </p:txBody>
      </p:sp>
      <p:cxnSp>
        <p:nvCxnSpPr>
          <p:cNvPr id="21" name="Straight Arrow Connector 20"/>
          <p:cNvCxnSpPr/>
          <p:nvPr/>
        </p:nvCxnSpPr>
        <p:spPr>
          <a:xfrm flipH="1" flipV="1">
            <a:off x="7397750" y="978941"/>
            <a:ext cx="369888" cy="792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7080250" y="1820085"/>
            <a:ext cx="369888" cy="792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91338" y="1475767"/>
            <a:ext cx="38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t3</a:t>
            </a:r>
            <a:endParaRPr lang="sv-SE" dirty="0"/>
          </a:p>
        </p:txBody>
      </p:sp>
      <p:sp>
        <p:nvSpPr>
          <p:cNvPr id="26" name="TextBox 25"/>
          <p:cNvSpPr txBox="1"/>
          <p:nvPr/>
        </p:nvSpPr>
        <p:spPr>
          <a:xfrm>
            <a:off x="9458325" y="1163347"/>
            <a:ext cx="38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t4</a:t>
            </a:r>
            <a:endParaRPr lang="sv-SE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9613900" y="1660433"/>
            <a:ext cx="38100" cy="952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895350" y="5584965"/>
                <a:ext cx="6089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Current measurement delay:15.5423- 15.4933 =</a:t>
                </a:r>
                <a:r>
                  <a:rPr lang="en-US" b="1" dirty="0" smtClean="0"/>
                  <a:t>0.049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b="1" dirty="0" smtClean="0"/>
                  <a:t>  </a:t>
                </a:r>
                <a:endParaRPr lang="sv-SE" b="1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50" y="5584965"/>
                <a:ext cx="6089649" cy="369332"/>
              </a:xfrm>
              <a:prstGeom prst="rect">
                <a:avLst/>
              </a:prstGeom>
              <a:blipFill>
                <a:blip r:embed="rId4"/>
                <a:stretch>
                  <a:fillRect l="-901" t="-8197" b="-245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895349" y="5954297"/>
                <a:ext cx="6089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Voltage measurement delay:15.6543- 15.7323 =-</a:t>
                </a:r>
                <a:r>
                  <a:rPr lang="en-US" b="1" dirty="0" smtClean="0"/>
                  <a:t>0.078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b="1" dirty="0" smtClean="0"/>
                  <a:t>  </a:t>
                </a:r>
                <a:endParaRPr lang="sv-SE" b="1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49" y="5954297"/>
                <a:ext cx="6089649" cy="369332"/>
              </a:xfrm>
              <a:prstGeom prst="rect">
                <a:avLst/>
              </a:prstGeom>
              <a:blipFill>
                <a:blip r:embed="rId5"/>
                <a:stretch>
                  <a:fillRect l="-901" t="-10000" b="-2666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6300" y="4863684"/>
            <a:ext cx="2609850" cy="1957388"/>
          </a:xfrm>
          <a:prstGeom prst="rect">
            <a:avLst/>
          </a:prstGeom>
        </p:spPr>
      </p:pic>
      <p:cxnSp>
        <p:nvCxnSpPr>
          <p:cNvPr id="36" name="Straight Arrow Connector 35"/>
          <p:cNvCxnSpPr>
            <a:endCxn id="37" idx="0"/>
          </p:cNvCxnSpPr>
          <p:nvPr/>
        </p:nvCxnSpPr>
        <p:spPr>
          <a:xfrm flipH="1">
            <a:off x="6142038" y="3817942"/>
            <a:ext cx="588964" cy="545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35625" y="4363233"/>
            <a:ext cx="1012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Vertical Offset</a:t>
            </a:r>
            <a:endParaRPr lang="sv-SE" dirty="0"/>
          </a:p>
        </p:txBody>
      </p:sp>
      <p:cxnSp>
        <p:nvCxnSpPr>
          <p:cNvPr id="40" name="Straight Arrow Connector 39"/>
          <p:cNvCxnSpPr>
            <a:endCxn id="37" idx="3"/>
          </p:cNvCxnSpPr>
          <p:nvPr/>
        </p:nvCxnSpPr>
        <p:spPr>
          <a:xfrm flipH="1">
            <a:off x="6648450" y="3663950"/>
            <a:ext cx="3124202" cy="1022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34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0" y="793750"/>
            <a:ext cx="5461000" cy="4095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" y="889000"/>
            <a:ext cx="53340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70100" y="498475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Without </a:t>
            </a:r>
            <a:r>
              <a:rPr lang="en-US" dirty="0" err="1" smtClean="0"/>
              <a:t>deskewing</a:t>
            </a:r>
            <a:endParaRPr lang="sv-SE" dirty="0"/>
          </a:p>
        </p:txBody>
      </p:sp>
      <p:sp>
        <p:nvSpPr>
          <p:cNvPr id="7" name="TextBox 6"/>
          <p:cNvSpPr txBox="1"/>
          <p:nvPr/>
        </p:nvSpPr>
        <p:spPr>
          <a:xfrm>
            <a:off x="7867650" y="498475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With </a:t>
            </a:r>
            <a:r>
              <a:rPr lang="en-US" dirty="0" err="1" smtClean="0"/>
              <a:t>deskewing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52027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97" y="231689"/>
            <a:ext cx="3810000" cy="5715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394" y="231689"/>
            <a:ext cx="3810000" cy="5715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491" y="231689"/>
            <a:ext cx="381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17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327" y="-121507"/>
            <a:ext cx="5334000" cy="400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00" y="3878993"/>
            <a:ext cx="3972009" cy="29790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72051" y="257432"/>
            <a:ext cx="562232" cy="34351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ectangle 6"/>
          <p:cNvSpPr/>
          <p:nvPr/>
        </p:nvSpPr>
        <p:spPr>
          <a:xfrm>
            <a:off x="6335927" y="257432"/>
            <a:ext cx="562232" cy="34351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9" name="Straight Arrow Connector 8"/>
          <p:cNvCxnSpPr>
            <a:stCxn id="6" idx="2"/>
            <a:endCxn id="5" idx="3"/>
          </p:cNvCxnSpPr>
          <p:nvPr/>
        </p:nvCxnSpPr>
        <p:spPr>
          <a:xfrm flipH="1">
            <a:off x="4148009" y="3692611"/>
            <a:ext cx="1105158" cy="1675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2"/>
            <a:endCxn id="13" idx="1"/>
          </p:cNvCxnSpPr>
          <p:nvPr/>
        </p:nvCxnSpPr>
        <p:spPr>
          <a:xfrm>
            <a:off x="6617043" y="3692611"/>
            <a:ext cx="1158446" cy="15559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489" y="3733286"/>
            <a:ext cx="4040658" cy="303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53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7724"/>
            <a:ext cx="5345505" cy="45272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432" y="3529914"/>
            <a:ext cx="4040658" cy="30304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432" y="253143"/>
            <a:ext cx="3972009" cy="297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568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26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14</cp:revision>
  <dcterms:created xsi:type="dcterms:W3CDTF">2023-10-31T16:05:40Z</dcterms:created>
  <dcterms:modified xsi:type="dcterms:W3CDTF">2023-10-31T18:18:53Z</dcterms:modified>
</cp:coreProperties>
</file>