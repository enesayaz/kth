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9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43A0-2574-441C-A795-A50D0DBB93B9}" type="datetimeFigureOut">
              <a:rPr lang="sv-SE" smtClean="0"/>
              <a:t>2023-11-01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6D8-A756-43D3-862B-30BDA5D496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0671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43A0-2574-441C-A795-A50D0DBB93B9}" type="datetimeFigureOut">
              <a:rPr lang="sv-SE" smtClean="0"/>
              <a:t>2023-11-01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6D8-A756-43D3-862B-30BDA5D496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95814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43A0-2574-441C-A795-A50D0DBB93B9}" type="datetimeFigureOut">
              <a:rPr lang="sv-SE" smtClean="0"/>
              <a:t>2023-11-01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6D8-A756-43D3-862B-30BDA5D496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0475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43A0-2574-441C-A795-A50D0DBB93B9}" type="datetimeFigureOut">
              <a:rPr lang="sv-SE" smtClean="0"/>
              <a:t>2023-11-01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6D8-A756-43D3-862B-30BDA5D496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15861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43A0-2574-441C-A795-A50D0DBB93B9}" type="datetimeFigureOut">
              <a:rPr lang="sv-SE" smtClean="0"/>
              <a:t>2023-11-01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6D8-A756-43D3-862B-30BDA5D496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45838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43A0-2574-441C-A795-A50D0DBB93B9}" type="datetimeFigureOut">
              <a:rPr lang="sv-SE" smtClean="0"/>
              <a:t>2023-11-01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6D8-A756-43D3-862B-30BDA5D496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72710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43A0-2574-441C-A795-A50D0DBB93B9}" type="datetimeFigureOut">
              <a:rPr lang="sv-SE" smtClean="0"/>
              <a:t>2023-11-01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6D8-A756-43D3-862B-30BDA5D496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65880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43A0-2574-441C-A795-A50D0DBB93B9}" type="datetimeFigureOut">
              <a:rPr lang="sv-SE" smtClean="0"/>
              <a:t>2023-11-01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6D8-A756-43D3-862B-30BDA5D496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22186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43A0-2574-441C-A795-A50D0DBB93B9}" type="datetimeFigureOut">
              <a:rPr lang="sv-SE" smtClean="0"/>
              <a:t>2023-11-01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6D8-A756-43D3-862B-30BDA5D496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02979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43A0-2574-441C-A795-A50D0DBB93B9}" type="datetimeFigureOut">
              <a:rPr lang="sv-SE" smtClean="0"/>
              <a:t>2023-11-01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6D8-A756-43D3-862B-30BDA5D496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78734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43A0-2574-441C-A795-A50D0DBB93B9}" type="datetimeFigureOut">
              <a:rPr lang="sv-SE" smtClean="0"/>
              <a:t>2023-11-01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6D8-A756-43D3-862B-30BDA5D496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79597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E43A0-2574-441C-A795-A50D0DBB93B9}" type="datetimeFigureOut">
              <a:rPr lang="sv-SE" smtClean="0"/>
              <a:t>2023-11-01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5FD6D8-A756-43D3-862B-30BDA5D496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70119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925"/>
            <a:ext cx="3647305" cy="273547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2656" y="172994"/>
            <a:ext cx="3756454" cy="281734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110" y="172994"/>
            <a:ext cx="3647305" cy="2735479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22" y="3176462"/>
            <a:ext cx="3641125" cy="273084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6476" y="3179552"/>
            <a:ext cx="3637005" cy="272775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110" y="2990335"/>
            <a:ext cx="3731741" cy="279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828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08" y="77230"/>
            <a:ext cx="3810000" cy="5715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3908" y="194619"/>
            <a:ext cx="3810000" cy="5715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557" y="194619"/>
            <a:ext cx="381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817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450" y="926816"/>
            <a:ext cx="4559300" cy="3419475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V="1">
            <a:off x="8331200" y="409337"/>
            <a:ext cx="209550" cy="5096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4174"/>
            <a:ext cx="5345505" cy="45272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31200" y="64257"/>
            <a:ext cx="38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t3</a:t>
            </a:r>
            <a:endParaRPr lang="sv-SE" dirty="0"/>
          </a:p>
        </p:txBody>
      </p:sp>
      <p:sp>
        <p:nvSpPr>
          <p:cNvPr id="10" name="TextBox 9"/>
          <p:cNvSpPr txBox="1"/>
          <p:nvPr/>
        </p:nvSpPr>
        <p:spPr>
          <a:xfrm>
            <a:off x="7985125" y="4640232"/>
            <a:ext cx="434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t1</a:t>
            </a:r>
            <a:endParaRPr lang="sv-SE" dirty="0"/>
          </a:p>
        </p:txBody>
      </p:sp>
      <p:cxnSp>
        <p:nvCxnSpPr>
          <p:cNvPr id="11" name="Straight Arrow Connector 10"/>
          <p:cNvCxnSpPr>
            <a:endCxn id="10" idx="0"/>
          </p:cNvCxnSpPr>
          <p:nvPr/>
        </p:nvCxnSpPr>
        <p:spPr>
          <a:xfrm>
            <a:off x="8077200" y="4044950"/>
            <a:ext cx="125413" cy="595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18" idx="0"/>
          </p:cNvCxnSpPr>
          <p:nvPr/>
        </p:nvCxnSpPr>
        <p:spPr>
          <a:xfrm>
            <a:off x="9182100" y="3486150"/>
            <a:ext cx="342900" cy="10929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331325" y="4579107"/>
            <a:ext cx="38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t4</a:t>
            </a:r>
            <a:endParaRPr lang="sv-SE" dirty="0"/>
          </a:p>
        </p:txBody>
      </p:sp>
      <p:sp>
        <p:nvSpPr>
          <p:cNvPr id="20" name="TextBox 19"/>
          <p:cNvSpPr txBox="1"/>
          <p:nvPr/>
        </p:nvSpPr>
        <p:spPr>
          <a:xfrm>
            <a:off x="7134225" y="571665"/>
            <a:ext cx="38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t2</a:t>
            </a:r>
            <a:endParaRPr lang="sv-SE" dirty="0"/>
          </a:p>
        </p:txBody>
      </p:sp>
      <p:cxnSp>
        <p:nvCxnSpPr>
          <p:cNvPr id="21" name="Straight Arrow Connector 20"/>
          <p:cNvCxnSpPr/>
          <p:nvPr/>
        </p:nvCxnSpPr>
        <p:spPr>
          <a:xfrm flipH="1" flipV="1">
            <a:off x="7397750" y="978941"/>
            <a:ext cx="369888" cy="7927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7080250" y="1820085"/>
            <a:ext cx="369888" cy="7927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91338" y="1475767"/>
            <a:ext cx="38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t3</a:t>
            </a:r>
            <a:endParaRPr lang="sv-SE" dirty="0"/>
          </a:p>
        </p:txBody>
      </p:sp>
      <p:sp>
        <p:nvSpPr>
          <p:cNvPr id="26" name="TextBox 25"/>
          <p:cNvSpPr txBox="1"/>
          <p:nvPr/>
        </p:nvSpPr>
        <p:spPr>
          <a:xfrm>
            <a:off x="9458325" y="1163347"/>
            <a:ext cx="38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t4</a:t>
            </a:r>
            <a:endParaRPr lang="sv-SE" dirty="0"/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9613900" y="1660433"/>
            <a:ext cx="38100" cy="9523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895350" y="5584965"/>
                <a:ext cx="6089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Current measurement delay:15.5423- 15.4933 =</a:t>
                </a:r>
                <a:r>
                  <a:rPr lang="en-US" b="1" dirty="0" smtClean="0"/>
                  <a:t>0.049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b="1" dirty="0" smtClean="0"/>
                  <a:t>  </a:t>
                </a:r>
                <a:endParaRPr lang="sv-SE" b="1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350" y="5584965"/>
                <a:ext cx="6089649" cy="369332"/>
              </a:xfrm>
              <a:prstGeom prst="rect">
                <a:avLst/>
              </a:prstGeom>
              <a:blipFill>
                <a:blip r:embed="rId4"/>
                <a:stretch>
                  <a:fillRect l="-901" t="-8197" b="-2459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895349" y="5954297"/>
                <a:ext cx="6089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Voltage measurement delay:15.6543- 15.7323 =-</a:t>
                </a:r>
                <a:r>
                  <a:rPr lang="en-US" b="1" dirty="0" smtClean="0"/>
                  <a:t>0.078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b="1" dirty="0" smtClean="0"/>
                  <a:t>  </a:t>
                </a:r>
                <a:endParaRPr lang="sv-SE" b="1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349" y="5954297"/>
                <a:ext cx="6089649" cy="369332"/>
              </a:xfrm>
              <a:prstGeom prst="rect">
                <a:avLst/>
              </a:prstGeom>
              <a:blipFill>
                <a:blip r:embed="rId5"/>
                <a:stretch>
                  <a:fillRect l="-901" t="-10000" b="-2666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Picture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6300" y="4863684"/>
            <a:ext cx="2609850" cy="1957388"/>
          </a:xfrm>
          <a:prstGeom prst="rect">
            <a:avLst/>
          </a:prstGeom>
        </p:spPr>
      </p:pic>
      <p:cxnSp>
        <p:nvCxnSpPr>
          <p:cNvPr id="36" name="Straight Arrow Connector 35"/>
          <p:cNvCxnSpPr>
            <a:endCxn id="37" idx="0"/>
          </p:cNvCxnSpPr>
          <p:nvPr/>
        </p:nvCxnSpPr>
        <p:spPr>
          <a:xfrm flipH="1">
            <a:off x="6142038" y="3817942"/>
            <a:ext cx="588964" cy="545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635625" y="4363233"/>
            <a:ext cx="1012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Vertical Offset</a:t>
            </a:r>
            <a:endParaRPr lang="sv-SE" dirty="0"/>
          </a:p>
        </p:txBody>
      </p:sp>
      <p:cxnSp>
        <p:nvCxnSpPr>
          <p:cNvPr id="40" name="Straight Arrow Connector 39"/>
          <p:cNvCxnSpPr>
            <a:endCxn id="37" idx="3"/>
          </p:cNvCxnSpPr>
          <p:nvPr/>
        </p:nvCxnSpPr>
        <p:spPr>
          <a:xfrm flipH="1">
            <a:off x="6648450" y="3663950"/>
            <a:ext cx="3124202" cy="1022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571104" y="108201"/>
            <a:ext cx="3781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Virtual Skewing </a:t>
            </a:r>
            <a:endParaRPr lang="sv-SE" b="1" dirty="0"/>
          </a:p>
        </p:txBody>
      </p:sp>
    </p:spTree>
    <p:extLst>
      <p:ext uri="{BB962C8B-B14F-4D97-AF65-F5344CB8AC3E}">
        <p14:creationId xmlns:p14="http://schemas.microsoft.com/office/powerpoint/2010/main" val="2121347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350" y="793750"/>
            <a:ext cx="5461000" cy="40957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00" y="889000"/>
            <a:ext cx="5334000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70100" y="498475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Without </a:t>
            </a:r>
            <a:r>
              <a:rPr lang="en-US" dirty="0" err="1" smtClean="0"/>
              <a:t>deskewing</a:t>
            </a:r>
            <a:endParaRPr lang="sv-SE" dirty="0"/>
          </a:p>
        </p:txBody>
      </p:sp>
      <p:sp>
        <p:nvSpPr>
          <p:cNvPr id="7" name="TextBox 6"/>
          <p:cNvSpPr txBox="1"/>
          <p:nvPr/>
        </p:nvSpPr>
        <p:spPr>
          <a:xfrm>
            <a:off x="7867650" y="498475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With </a:t>
            </a:r>
            <a:r>
              <a:rPr lang="en-US" dirty="0" err="1" smtClean="0"/>
              <a:t>deskewing</a:t>
            </a:r>
            <a:endParaRPr lang="sv-SE" dirty="0"/>
          </a:p>
        </p:txBody>
      </p:sp>
      <p:sp>
        <p:nvSpPr>
          <p:cNvPr id="2" name="TextBox 1"/>
          <p:cNvSpPr txBox="1"/>
          <p:nvPr/>
        </p:nvSpPr>
        <p:spPr>
          <a:xfrm>
            <a:off x="4281616" y="192127"/>
            <a:ext cx="2910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Switch on power calculations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452027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32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20</cp:revision>
  <dcterms:created xsi:type="dcterms:W3CDTF">2023-10-31T16:05:40Z</dcterms:created>
  <dcterms:modified xsi:type="dcterms:W3CDTF">2023-11-01T15:56:37Z</dcterms:modified>
</cp:coreProperties>
</file>