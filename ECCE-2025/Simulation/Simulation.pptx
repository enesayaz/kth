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3" r:id="rId7"/>
    <p:sldId id="264" r:id="rId8"/>
    <p:sldId id="265" r:id="rId9"/>
    <p:sldId id="266" r:id="rId10"/>
    <p:sldId id="262" r:id="rId11"/>
    <p:sldId id="259" r:id="rId12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9C8E"/>
    <a:srgbClr val="A71993"/>
    <a:srgbClr val="A81837"/>
    <a:srgbClr val="00FF00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69" autoAdjust="0"/>
    <p:restoredTop sz="94660"/>
  </p:normalViewPr>
  <p:slideViewPr>
    <p:cSldViewPr snapToGrid="0">
      <p:cViewPr>
        <p:scale>
          <a:sx n="66" d="100"/>
          <a:sy n="66" d="100"/>
        </p:scale>
        <p:origin x="4548" y="19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2025-05-12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86641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2025-05-12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20598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2025-05-12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145736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2025-05-12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79998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2025-05-12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00066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2025-05-12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30547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2025-05-12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69637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2025-05-12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90976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2025-05-12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317282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2025-05-12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80446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061327-8FAF-49B9-B6A5-2BC6F2697F94}" type="datetimeFigureOut">
              <a:rPr lang="sv-SE" smtClean="0"/>
              <a:t>2025-05-12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18396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61327-8FAF-49B9-B6A5-2BC6F2697F94}" type="datetimeFigureOut">
              <a:rPr lang="sv-SE" smtClean="0"/>
              <a:t>2025-05-12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5F59C-76D0-4319-B665-21E52F6F721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11151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emf"/><Relationship Id="rId4" Type="http://schemas.openxmlformats.org/officeDocument/2006/relationships/image" Target="../media/image6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3" Type="http://schemas.openxmlformats.org/officeDocument/2006/relationships/image" Target="../media/image9.emf"/><Relationship Id="rId7" Type="http://schemas.openxmlformats.org/officeDocument/2006/relationships/image" Target="../media/image12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6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3" Type="http://schemas.openxmlformats.org/officeDocument/2006/relationships/image" Target="../media/image14.emf"/><Relationship Id="rId7" Type="http://schemas.openxmlformats.org/officeDocument/2006/relationships/image" Target="../media/image17.png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6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3" Type="http://schemas.openxmlformats.org/officeDocument/2006/relationships/image" Target="../media/image19.emf"/><Relationship Id="rId7" Type="http://schemas.openxmlformats.org/officeDocument/2006/relationships/image" Target="../media/image22.png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6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3" Type="http://schemas.openxmlformats.org/officeDocument/2006/relationships/image" Target="../media/image24.emf"/><Relationship Id="rId7" Type="http://schemas.openxmlformats.org/officeDocument/2006/relationships/image" Target="../media/image27.png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6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7" Type="http://schemas.openxmlformats.org/officeDocument/2006/relationships/image" Target="../media/image32.png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6.emf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13" Type="http://schemas.openxmlformats.org/officeDocument/2006/relationships/image" Target="../media/image29.emf"/><Relationship Id="rId3" Type="http://schemas.openxmlformats.org/officeDocument/2006/relationships/image" Target="../media/image14.emf"/><Relationship Id="rId7" Type="http://schemas.openxmlformats.org/officeDocument/2006/relationships/image" Target="../media/image23.emf"/><Relationship Id="rId12" Type="http://schemas.openxmlformats.org/officeDocument/2006/relationships/image" Target="../media/image28.emf"/><Relationship Id="rId17" Type="http://schemas.openxmlformats.org/officeDocument/2006/relationships/image" Target="../media/image7.emf"/><Relationship Id="rId2" Type="http://schemas.openxmlformats.org/officeDocument/2006/relationships/image" Target="../media/image13.emf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0.png"/><Relationship Id="rId10" Type="http://schemas.openxmlformats.org/officeDocument/2006/relationships/image" Target="../media/image37.png"/><Relationship Id="rId4" Type="http://schemas.openxmlformats.org/officeDocument/2006/relationships/image" Target="../media/image33.png"/><Relationship Id="rId9" Type="http://schemas.openxmlformats.org/officeDocument/2006/relationships/image" Target="../media/image36.png"/><Relationship Id="rId14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43.emf"/><Relationship Id="rId7" Type="http://schemas.openxmlformats.org/officeDocument/2006/relationships/image" Target="../media/image9.png"/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45.emf"/><Relationship Id="rId4" Type="http://schemas.openxmlformats.org/officeDocument/2006/relationships/image" Target="../media/image44.emf"/><Relationship Id="rId9" Type="http://schemas.openxmlformats.org/officeDocument/2006/relationships/image" Target="../media/image1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2686050" y="4032250"/>
            <a:ext cx="2089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 rotWithShape="1">
          <a:blip r:embed="rId2"/>
          <a:srcRect l="11976" t="6254" r="8309" b="9936"/>
          <a:stretch/>
        </p:blipFill>
        <p:spPr>
          <a:xfrm>
            <a:off x="1051560" y="739140"/>
            <a:ext cx="4251960" cy="3352800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9820" y="488950"/>
            <a:ext cx="5334000" cy="40005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515351" y="4032251"/>
            <a:ext cx="2089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 rot="16200000">
            <a:off x="-390203" y="2258110"/>
            <a:ext cx="2575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0.5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 rot="16200000">
            <a:off x="5393378" y="2258111"/>
            <a:ext cx="2575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0.5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851785" y="1671372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sv-SE" sz="1100" dirty="0">
              <a:solidFill>
                <a:srgbClr val="FF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851785" y="970329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sv-SE" sz="11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851785" y="2372415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sv-SE" sz="1100" dirty="0">
              <a:solidFill>
                <a:srgbClr val="00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781300" y="3073458"/>
            <a:ext cx="5867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CM</a:t>
            </a:r>
            <a:endParaRPr lang="sv-SE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881064" y="1652922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sv-SE" sz="1100" dirty="0">
              <a:solidFill>
                <a:srgbClr val="FF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881064" y="951879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sv-SE" sz="11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881064" y="2353965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sv-SE" sz="1100" dirty="0">
              <a:solidFill>
                <a:srgbClr val="00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810579" y="3055008"/>
            <a:ext cx="5867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CM</a:t>
            </a:r>
            <a:endParaRPr lang="sv-SE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44220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12286" t="6953" r="8857" b="9619"/>
          <a:stretch/>
        </p:blipFill>
        <p:spPr>
          <a:xfrm>
            <a:off x="1432560" y="1059180"/>
            <a:ext cx="4206240" cy="3337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75611" y="4375151"/>
            <a:ext cx="2089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12714" t="6572" r="8714" b="9809"/>
          <a:stretch/>
        </p:blipFill>
        <p:spPr>
          <a:xfrm>
            <a:off x="6705600" y="1043940"/>
            <a:ext cx="4191000" cy="33451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62951" y="4324351"/>
            <a:ext cx="2089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 rot="16200000">
            <a:off x="5218116" y="2540050"/>
            <a:ext cx="2575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0.5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47304" y="2540050"/>
            <a:ext cx="2575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0.5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319779" y="1953312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sv-SE" sz="1100" dirty="0">
              <a:solidFill>
                <a:srgbClr val="FF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319779" y="1252269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sv-SE" sz="11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319779" y="2654355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sv-SE" sz="1100" dirty="0">
              <a:solidFill>
                <a:srgbClr val="00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249294" y="3355398"/>
            <a:ext cx="5867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CM</a:t>
            </a:r>
            <a:endParaRPr lang="sv-SE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623207" y="1953312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sv-SE" sz="1100" dirty="0">
              <a:solidFill>
                <a:srgbClr val="FF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23207" y="1252269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sv-SE" sz="11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623207" y="2654355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sv-SE" sz="1100" dirty="0">
              <a:solidFill>
                <a:srgbClr val="00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552722" y="3355398"/>
            <a:ext cx="5867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CM</a:t>
            </a:r>
            <a:endParaRPr lang="sv-SE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3764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686050" y="4032250"/>
            <a:ext cx="2089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l="11976" t="6254" r="8309" b="9936"/>
          <a:stretch/>
        </p:blipFill>
        <p:spPr>
          <a:xfrm>
            <a:off x="1051560" y="739140"/>
            <a:ext cx="4251960" cy="3352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 rot="16200000">
            <a:off x="-390203" y="2258110"/>
            <a:ext cx="2575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0.5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851785" y="1671372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FF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sv-SE" sz="1100" dirty="0">
              <a:solidFill>
                <a:srgbClr val="FF00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851785" y="970329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sv-SE" sz="11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51785" y="2372415"/>
            <a:ext cx="4559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>
                <a:solidFill>
                  <a:srgbClr val="00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sv-SE" sz="1100" dirty="0">
              <a:solidFill>
                <a:srgbClr val="00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781300" y="3073458"/>
            <a:ext cx="5867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CM</a:t>
            </a:r>
            <a:endParaRPr lang="sv-SE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7910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314127"/>
            <a:ext cx="5334000" cy="4000500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5385" y="314127"/>
            <a:ext cx="533400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46350" y="3966920"/>
            <a:ext cx="2089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 rot="16200000">
            <a:off x="-488223" y="2078750"/>
            <a:ext cx="28171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0.16 </a:t>
            </a:r>
            <a:r>
              <a:rPr lang="en-US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l="23691" t="8768" r="12500" b="78058"/>
          <a:stretch/>
        </p:blipFill>
        <p:spPr>
          <a:xfrm>
            <a:off x="3793585" y="14601"/>
            <a:ext cx="3403600" cy="527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 rot="16200000">
            <a:off x="4805130" y="2018142"/>
            <a:ext cx="16135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</a:t>
            </a:r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Voltage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58023" y="3941520"/>
            <a:ext cx="2089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474628" y="-29652"/>
            <a:ext cx="31105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A7199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WTHD=0.0041</a:t>
            </a:r>
            <a:endParaRPr lang="sv-SE" sz="1100" dirty="0">
              <a:solidFill>
                <a:srgbClr val="A7199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760387" y="124237"/>
            <a:ext cx="1922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Modulation index= 0.6</a:t>
            </a:r>
            <a:endParaRPr lang="sv-SE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474628" y="278125"/>
            <a:ext cx="31105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solidFill>
                  <a:srgbClr val="249C8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WTHD=0.0221</a:t>
            </a:r>
            <a:endParaRPr lang="sv-SE" sz="1100" dirty="0">
              <a:solidFill>
                <a:srgbClr val="249C8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5"/>
          <a:srcRect l="24694" t="9287" r="11088" b="77653"/>
          <a:stretch/>
        </p:blipFill>
        <p:spPr>
          <a:xfrm>
            <a:off x="3658384" y="4979177"/>
            <a:ext cx="3425371" cy="52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815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1" y="308854"/>
            <a:ext cx="5334000" cy="40005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587" y="308854"/>
            <a:ext cx="533400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85067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 rot="16200000">
            <a:off x="-771108" y="2106093"/>
            <a:ext cx="330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0.16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l="23691" t="8768" r="12500" b="78058"/>
          <a:stretch/>
        </p:blipFill>
        <p:spPr>
          <a:xfrm>
            <a:off x="1555802" y="1953270"/>
            <a:ext cx="3403600" cy="527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 rot="16200000">
            <a:off x="4371461" y="1940521"/>
            <a:ext cx="2368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Voltage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138469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7449230" y="630041"/>
                <a:ext cx="3110524" cy="3979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A7199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solidFill>
                      <a:srgbClr val="A71993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=0.0014</a:t>
                </a:r>
                <a:endParaRPr lang="sv-SE" sz="1400" dirty="0">
                  <a:solidFill>
                    <a:srgbClr val="A7199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9230" y="630041"/>
                <a:ext cx="3110524" cy="397994"/>
              </a:xfrm>
              <a:prstGeom prst="rect">
                <a:avLst/>
              </a:prstGeom>
              <a:blipFill>
                <a:blip r:embed="rId5"/>
                <a:stretch>
                  <a:fillRect t="-7576" b="-1515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2530196" y="756245"/>
                <a:ext cx="13204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0.2</a:t>
                </a:r>
                <a:endParaRPr lang="sv-SE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0196" y="756245"/>
                <a:ext cx="1320444" cy="369332"/>
              </a:xfrm>
              <a:prstGeom prst="rect">
                <a:avLst/>
              </a:prstGeom>
              <a:blipFill>
                <a:blip r:embed="rId6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7486218" y="1069629"/>
                <a:ext cx="3110524" cy="398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</m:oMath>
                </a14:m>
                <a:r>
                  <a:rPr lang="en-US" dirty="0" smtClean="0">
                    <a:solidFill>
                      <a:srgbClr val="249C8E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=0.0048</a:t>
                </a:r>
                <a:endParaRPr lang="sv-SE" sz="1400" dirty="0">
                  <a:solidFill>
                    <a:srgbClr val="249C8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218" y="1069629"/>
                <a:ext cx="3110524" cy="398507"/>
              </a:xfrm>
              <a:prstGeom prst="rect">
                <a:avLst/>
              </a:prstGeom>
              <a:blipFill>
                <a:blip r:embed="rId7"/>
                <a:stretch>
                  <a:fillRect t="-7576" b="-1515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8"/>
          <a:srcRect l="24694" t="9287" r="11088" b="77653"/>
          <a:stretch/>
        </p:blipFill>
        <p:spPr>
          <a:xfrm>
            <a:off x="3658384" y="4979177"/>
            <a:ext cx="3425371" cy="52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987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3" y="308854"/>
            <a:ext cx="5334000" cy="40005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654" y="308854"/>
            <a:ext cx="533400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85067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 rot="16200000">
            <a:off x="-771108" y="2106093"/>
            <a:ext cx="330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0.16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l="23691" t="8768" r="12500" b="78058"/>
          <a:stretch/>
        </p:blipFill>
        <p:spPr>
          <a:xfrm>
            <a:off x="6647228" y="1105096"/>
            <a:ext cx="3403600" cy="527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 rot="16200000">
            <a:off x="4371461" y="1940521"/>
            <a:ext cx="2368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Voltage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138469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8516" y="639997"/>
                <a:ext cx="3110524" cy="3979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A7199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solidFill>
                      <a:srgbClr val="A71993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=0.0023</a:t>
                </a:r>
                <a:endParaRPr lang="sv-SE" sz="1400" dirty="0">
                  <a:solidFill>
                    <a:srgbClr val="A7199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8516" y="639997"/>
                <a:ext cx="3110524" cy="397994"/>
              </a:xfrm>
              <a:prstGeom prst="rect">
                <a:avLst/>
              </a:prstGeom>
              <a:blipFill>
                <a:blip r:embed="rId5"/>
                <a:stretch>
                  <a:fillRect t="-9231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7893778" y="1699251"/>
                <a:ext cx="13204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sz="2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0.4</a:t>
                </a:r>
                <a:endParaRPr lang="sv-SE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3778" y="1699251"/>
                <a:ext cx="1320444" cy="400110"/>
              </a:xfrm>
              <a:prstGeom prst="rect">
                <a:avLst/>
              </a:prstGeom>
              <a:blipFill>
                <a:blip r:embed="rId6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8317169" y="639484"/>
                <a:ext cx="3110524" cy="398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</m:oMath>
                </a14:m>
                <a:r>
                  <a:rPr lang="en-US" dirty="0" smtClean="0">
                    <a:solidFill>
                      <a:srgbClr val="249C8E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=0.0127</a:t>
                </a:r>
                <a:endParaRPr lang="sv-SE" sz="1400" dirty="0">
                  <a:solidFill>
                    <a:srgbClr val="249C8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169" y="639484"/>
                <a:ext cx="3110524" cy="398507"/>
              </a:xfrm>
              <a:prstGeom prst="rect">
                <a:avLst/>
              </a:prstGeom>
              <a:blipFill>
                <a:blip r:embed="rId7"/>
                <a:stretch>
                  <a:fillRect t="-9231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8"/>
          <a:srcRect l="24694" t="9287" r="11088" b="77653"/>
          <a:stretch/>
        </p:blipFill>
        <p:spPr>
          <a:xfrm>
            <a:off x="3658384" y="4979177"/>
            <a:ext cx="3425371" cy="52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182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3" y="400050"/>
            <a:ext cx="5334000" cy="4000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0390" y="308854"/>
            <a:ext cx="533400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85067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 rot="16200000">
            <a:off x="-771108" y="2106093"/>
            <a:ext cx="330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0.16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l="23691" t="8768" r="12500" b="78058"/>
          <a:stretch/>
        </p:blipFill>
        <p:spPr>
          <a:xfrm>
            <a:off x="1575555" y="2400300"/>
            <a:ext cx="3403600" cy="527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 rot="16200000">
            <a:off x="4371461" y="1940521"/>
            <a:ext cx="2368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Voltage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138469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7449230" y="630041"/>
                <a:ext cx="3110524" cy="3979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A7199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solidFill>
                      <a:srgbClr val="A71993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=0.0041</a:t>
                </a:r>
                <a:endParaRPr lang="sv-SE" sz="1400" dirty="0">
                  <a:solidFill>
                    <a:srgbClr val="A7199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9230" y="630041"/>
                <a:ext cx="3110524" cy="397994"/>
              </a:xfrm>
              <a:prstGeom prst="rect">
                <a:avLst/>
              </a:prstGeom>
              <a:blipFill>
                <a:blip r:embed="rId5"/>
                <a:stretch>
                  <a:fillRect t="-7576" b="-1515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2461119" y="3479284"/>
                <a:ext cx="13204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0.6</a:t>
                </a:r>
                <a:endParaRPr lang="sv-SE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1119" y="3479284"/>
                <a:ext cx="1320444" cy="369332"/>
              </a:xfrm>
              <a:prstGeom prst="rect">
                <a:avLst/>
              </a:prstGeom>
              <a:blipFill>
                <a:blip r:embed="rId6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7486218" y="1069629"/>
                <a:ext cx="3110524" cy="398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</m:oMath>
                </a14:m>
                <a:r>
                  <a:rPr lang="en-US" dirty="0" smtClean="0">
                    <a:solidFill>
                      <a:srgbClr val="249C8E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=0.0221</a:t>
                </a:r>
                <a:endParaRPr lang="sv-SE" sz="1400" dirty="0">
                  <a:solidFill>
                    <a:srgbClr val="249C8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218" y="1069629"/>
                <a:ext cx="3110524" cy="398507"/>
              </a:xfrm>
              <a:prstGeom prst="rect">
                <a:avLst/>
              </a:prstGeom>
              <a:blipFill>
                <a:blip r:embed="rId7"/>
                <a:stretch>
                  <a:fillRect t="-7576" b="-1515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8"/>
          <a:srcRect l="24694" t="9287" r="11088" b="77653"/>
          <a:stretch/>
        </p:blipFill>
        <p:spPr>
          <a:xfrm>
            <a:off x="3658384" y="4979177"/>
            <a:ext cx="3425371" cy="52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737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12" y="308854"/>
            <a:ext cx="5334000" cy="4000500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41" y="290509"/>
            <a:ext cx="533400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85067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 rot="16200000">
            <a:off x="-771108" y="2106093"/>
            <a:ext cx="330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0.16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l="23691" t="8768" r="12500" b="78058"/>
          <a:stretch/>
        </p:blipFill>
        <p:spPr>
          <a:xfrm>
            <a:off x="6450831" y="1217837"/>
            <a:ext cx="3403600" cy="527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 rot="16200000">
            <a:off x="4371461" y="1940521"/>
            <a:ext cx="2368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Voltage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138469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251659" y="639997"/>
                <a:ext cx="3110524" cy="3979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A7199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solidFill>
                      <a:srgbClr val="A71993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=0.0051</a:t>
                </a:r>
                <a:endParaRPr lang="sv-SE" sz="1400" dirty="0">
                  <a:solidFill>
                    <a:srgbClr val="A7199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1659" y="639997"/>
                <a:ext cx="3110524" cy="397994"/>
              </a:xfrm>
              <a:prstGeom prst="rect">
                <a:avLst/>
              </a:prstGeom>
              <a:blipFill>
                <a:blip r:embed="rId5"/>
                <a:stretch>
                  <a:fillRect t="-9231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7628804" y="1863567"/>
                <a:ext cx="13204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sz="2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0.8</a:t>
                </a:r>
                <a:endParaRPr lang="sv-SE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8804" y="1863567"/>
                <a:ext cx="1320444" cy="400110"/>
              </a:xfrm>
              <a:prstGeom prst="rect">
                <a:avLst/>
              </a:prstGeom>
              <a:blipFill>
                <a:blip r:embed="rId6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8270239" y="629020"/>
                <a:ext cx="3110524" cy="398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</m:oMath>
                </a14:m>
                <a:r>
                  <a:rPr lang="en-US" dirty="0" smtClean="0">
                    <a:solidFill>
                      <a:srgbClr val="249C8E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=0.0014</a:t>
                </a:r>
                <a:endParaRPr lang="sv-SE" sz="1400" dirty="0">
                  <a:solidFill>
                    <a:srgbClr val="249C8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0239" y="629020"/>
                <a:ext cx="3110524" cy="398507"/>
              </a:xfrm>
              <a:prstGeom prst="rect">
                <a:avLst/>
              </a:prstGeom>
              <a:blipFill>
                <a:blip r:embed="rId7"/>
                <a:stretch>
                  <a:fillRect t="-7576" b="-1515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8"/>
          <a:srcRect l="24694" t="9287" r="11088" b="77653"/>
          <a:stretch/>
        </p:blipFill>
        <p:spPr>
          <a:xfrm>
            <a:off x="3658384" y="4979177"/>
            <a:ext cx="3425371" cy="52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900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3" y="342893"/>
            <a:ext cx="5334000" cy="4000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3527" y="290509"/>
            <a:ext cx="5334000" cy="400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85067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 rot="16200000">
            <a:off x="-771108" y="2106093"/>
            <a:ext cx="330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0.16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4"/>
          <a:srcRect l="23691" t="8768" r="12500" b="78058"/>
          <a:stretch/>
        </p:blipFill>
        <p:spPr>
          <a:xfrm>
            <a:off x="6526362" y="1209675"/>
            <a:ext cx="3403600" cy="5270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 rot="16200000">
            <a:off x="4371461" y="1940521"/>
            <a:ext cx="2368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Voltage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138469" y="3940022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183044" y="637596"/>
                <a:ext cx="3110524" cy="3979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A7199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solidFill>
                      <a:srgbClr val="A71993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=0.0047</a:t>
                </a:r>
                <a:endParaRPr lang="sv-SE" sz="1400" dirty="0">
                  <a:solidFill>
                    <a:srgbClr val="A7199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3044" y="637596"/>
                <a:ext cx="3110524" cy="397994"/>
              </a:xfrm>
              <a:prstGeom prst="rect">
                <a:avLst/>
              </a:prstGeom>
              <a:blipFill>
                <a:blip r:embed="rId5"/>
                <a:stretch>
                  <a:fillRect t="-9231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7738306" y="1796844"/>
                <a:ext cx="13204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sz="2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1</a:t>
                </a:r>
                <a:endParaRPr lang="sv-SE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8306" y="1796844"/>
                <a:ext cx="1320444" cy="400110"/>
              </a:xfrm>
              <a:prstGeom prst="rect">
                <a:avLst/>
              </a:prstGeom>
              <a:blipFill>
                <a:blip r:embed="rId6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8180947" y="619251"/>
                <a:ext cx="3110524" cy="398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</m:oMath>
                </a14:m>
                <a:r>
                  <a:rPr lang="en-US" dirty="0" smtClean="0">
                    <a:solidFill>
                      <a:srgbClr val="249C8E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=0.0063</a:t>
                </a:r>
                <a:endParaRPr lang="sv-SE" sz="1400" dirty="0">
                  <a:solidFill>
                    <a:srgbClr val="249C8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0947" y="619251"/>
                <a:ext cx="3110524" cy="398507"/>
              </a:xfrm>
              <a:prstGeom prst="rect">
                <a:avLst/>
              </a:prstGeom>
              <a:blipFill>
                <a:blip r:embed="rId7"/>
                <a:stretch>
                  <a:fillRect t="-9231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0329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11275" t="5113"/>
          <a:stretch/>
        </p:blipFill>
        <p:spPr>
          <a:xfrm>
            <a:off x="1181099" y="-3752851"/>
            <a:ext cx="4732589" cy="379596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t="3017"/>
          <a:stretch/>
        </p:blipFill>
        <p:spPr>
          <a:xfrm>
            <a:off x="5584731" y="-3771901"/>
            <a:ext cx="5334000" cy="38798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58353" y="-326213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 rot="16200000">
            <a:off x="-597822" y="-2160142"/>
            <a:ext cx="330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0.16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 rot="16200000">
            <a:off x="4544747" y="-2325714"/>
            <a:ext cx="2368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Voltage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311755" y="-326213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511802" y="-3626238"/>
                <a:ext cx="3110524" cy="3979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A7199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solidFill>
                      <a:srgbClr val="A71993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=0.0023</a:t>
                </a:r>
                <a:endParaRPr lang="sv-SE" sz="1400" dirty="0">
                  <a:solidFill>
                    <a:srgbClr val="A7199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1802" y="-3626238"/>
                <a:ext cx="3110524" cy="397994"/>
              </a:xfrm>
              <a:prstGeom prst="rect">
                <a:avLst/>
              </a:prstGeom>
              <a:blipFill>
                <a:blip r:embed="rId4"/>
                <a:stretch>
                  <a:fillRect t="-7692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8067064" y="-2566984"/>
                <a:ext cx="13204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sz="2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0.4</a:t>
                </a:r>
                <a:endParaRPr lang="sv-SE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7064" y="-2566984"/>
                <a:ext cx="1320444" cy="400110"/>
              </a:xfrm>
              <a:prstGeom prst="rect">
                <a:avLst/>
              </a:prstGeom>
              <a:blipFill>
                <a:blip r:embed="rId5"/>
                <a:stretch>
                  <a:fillRect t="-9091" b="-2575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8490455" y="-3626750"/>
                <a:ext cx="2069099" cy="398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</m:oMath>
                </a14:m>
                <a:r>
                  <a:rPr lang="en-US" dirty="0" smtClean="0">
                    <a:solidFill>
                      <a:srgbClr val="249C8E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=0.0127</a:t>
                </a:r>
                <a:endParaRPr lang="sv-SE" sz="1400" dirty="0">
                  <a:solidFill>
                    <a:srgbClr val="249C8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0455" y="-3626750"/>
                <a:ext cx="2069099" cy="398507"/>
              </a:xfrm>
              <a:prstGeom prst="rect">
                <a:avLst/>
              </a:prstGeom>
              <a:blipFill>
                <a:blip r:embed="rId6"/>
                <a:stretch>
                  <a:fillRect t="-7692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6813" y="103238"/>
            <a:ext cx="5334000" cy="40005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8"/>
          <a:srcRect l="11091"/>
          <a:stretch/>
        </p:blipFill>
        <p:spPr>
          <a:xfrm>
            <a:off x="1219199" y="110091"/>
            <a:ext cx="4742427" cy="4000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58353" y="3759604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 rot="16200000">
            <a:off x="-597822" y="1925675"/>
            <a:ext cx="330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0.16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 rot="16200000">
            <a:off x="4544747" y="1760103"/>
            <a:ext cx="2368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Voltage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311755" y="3759604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/>
              <p:cNvSpPr txBox="1"/>
              <p:nvPr/>
            </p:nvSpPr>
            <p:spPr>
              <a:xfrm>
                <a:off x="6424945" y="459579"/>
                <a:ext cx="3110524" cy="3979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A7199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solidFill>
                      <a:srgbClr val="A71993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=0.0051</a:t>
                </a:r>
                <a:endParaRPr lang="sv-SE" sz="1400" dirty="0">
                  <a:solidFill>
                    <a:srgbClr val="A7199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4945" y="459579"/>
                <a:ext cx="3110524" cy="397994"/>
              </a:xfrm>
              <a:prstGeom prst="rect">
                <a:avLst/>
              </a:prstGeom>
              <a:blipFill>
                <a:blip r:embed="rId9"/>
                <a:stretch>
                  <a:fillRect t="-7576" b="-1515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/>
              <p:cNvSpPr txBox="1"/>
              <p:nvPr/>
            </p:nvSpPr>
            <p:spPr>
              <a:xfrm>
                <a:off x="7815910" y="1697959"/>
                <a:ext cx="13204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sz="2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0.8</a:t>
                </a:r>
                <a:endParaRPr lang="sv-SE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5910" y="1697959"/>
                <a:ext cx="1320444" cy="400110"/>
              </a:xfrm>
              <a:prstGeom prst="rect">
                <a:avLst/>
              </a:prstGeom>
              <a:blipFill>
                <a:blip r:embed="rId10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/>
              <p:cNvSpPr txBox="1"/>
              <p:nvPr/>
            </p:nvSpPr>
            <p:spPr>
              <a:xfrm>
                <a:off x="8443525" y="448602"/>
                <a:ext cx="2051254" cy="398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</m:oMath>
                </a14:m>
                <a:r>
                  <a:rPr lang="en-US" dirty="0" smtClean="0">
                    <a:solidFill>
                      <a:srgbClr val="249C8E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=0.0014</a:t>
                </a:r>
                <a:endParaRPr lang="sv-SE" sz="1400" dirty="0">
                  <a:solidFill>
                    <a:srgbClr val="249C8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3525" y="448602"/>
                <a:ext cx="2051254" cy="398507"/>
              </a:xfrm>
              <a:prstGeom prst="rect">
                <a:avLst/>
              </a:prstGeom>
              <a:blipFill>
                <a:blip r:embed="rId11"/>
                <a:stretch>
                  <a:fillRect t="-9231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3"/>
          <p:cNvPicPr>
            <a:picLocks noChangeAspect="1"/>
          </p:cNvPicPr>
          <p:nvPr/>
        </p:nvPicPr>
        <p:blipFill rotWithShape="1">
          <a:blip r:embed="rId12"/>
          <a:srcRect l="13060"/>
          <a:stretch/>
        </p:blipFill>
        <p:spPr>
          <a:xfrm>
            <a:off x="1276349" y="4198550"/>
            <a:ext cx="4637339" cy="40005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06813" y="4146166"/>
            <a:ext cx="5334000" cy="4000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558353" y="7795679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Time: 2ms/div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 rot="16200000">
            <a:off x="-597822" y="5961750"/>
            <a:ext cx="330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Voltage: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0.16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p.u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./div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 rot="16200000">
            <a:off x="4544747" y="5796178"/>
            <a:ext cx="2368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Normalized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Voltage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311755" y="7795679"/>
            <a:ext cx="2089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</a:t>
            </a:r>
            <a:endParaRPr lang="sv-S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/>
              <p:cNvSpPr txBox="1"/>
              <p:nvPr/>
            </p:nvSpPr>
            <p:spPr>
              <a:xfrm>
                <a:off x="6356330" y="4493253"/>
                <a:ext cx="3110524" cy="3979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 smtClean="0">
                                <a:solidFill>
                                  <a:srgbClr val="A71993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solidFill>
                              <a:srgbClr val="A7199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  <m:r>
                      <a:rPr lang="en-US" b="0" i="1" dirty="0" smtClean="0">
                        <a:solidFill>
                          <a:srgbClr val="A7199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 smtClean="0">
                    <a:solidFill>
                      <a:srgbClr val="A71993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=0.0047</a:t>
                </a:r>
                <a:endParaRPr lang="sv-SE" sz="1400" dirty="0">
                  <a:solidFill>
                    <a:srgbClr val="A71993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6330" y="4493253"/>
                <a:ext cx="3110524" cy="397994"/>
              </a:xfrm>
              <a:prstGeom prst="rect">
                <a:avLst/>
              </a:prstGeom>
              <a:blipFill>
                <a:blip r:embed="rId14"/>
                <a:stretch>
                  <a:fillRect t="-7692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/>
              <p:cNvSpPr txBox="1"/>
              <p:nvPr/>
            </p:nvSpPr>
            <p:spPr>
              <a:xfrm>
                <a:off x="7911592" y="5652501"/>
                <a:ext cx="13204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sz="2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1</a:t>
                </a:r>
                <a:endParaRPr lang="sv-SE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" name="TextBox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1592" y="5652501"/>
                <a:ext cx="1320444" cy="400110"/>
              </a:xfrm>
              <a:prstGeom prst="rect">
                <a:avLst/>
              </a:prstGeom>
              <a:blipFill>
                <a:blip r:embed="rId15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/>
              <p:cNvSpPr txBox="1"/>
              <p:nvPr/>
            </p:nvSpPr>
            <p:spPr>
              <a:xfrm>
                <a:off x="8354233" y="4474908"/>
                <a:ext cx="2071931" cy="398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249C8E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𝐶𝑀</m:t>
                            </m:r>
                          </m:sub>
                        </m:sSub>
                      </m:e>
                      <m:sub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rgbClr val="249C8E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𝑅𝑀𝑆</m:t>
                        </m:r>
                      </m:sub>
                    </m:sSub>
                  </m:oMath>
                </a14:m>
                <a:r>
                  <a:rPr lang="en-US" dirty="0" smtClean="0">
                    <a:solidFill>
                      <a:srgbClr val="249C8E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=0.0063</a:t>
                </a:r>
                <a:endParaRPr lang="sv-SE" sz="1400" dirty="0">
                  <a:solidFill>
                    <a:srgbClr val="249C8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4233" y="4474908"/>
                <a:ext cx="2071931" cy="398507"/>
              </a:xfrm>
              <a:prstGeom prst="rect">
                <a:avLst/>
              </a:prstGeom>
              <a:blipFill>
                <a:blip r:embed="rId16"/>
                <a:stretch>
                  <a:fillRect t="-7692" b="-16923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/>
          <p:cNvSpPr txBox="1"/>
          <p:nvPr/>
        </p:nvSpPr>
        <p:spPr>
          <a:xfrm>
            <a:off x="3060362" y="-87349"/>
            <a:ext cx="8418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sv-SE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61204" y="-92009"/>
            <a:ext cx="8418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sv-SE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060362" y="3966164"/>
            <a:ext cx="8418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sv-SE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061204" y="3961504"/>
            <a:ext cx="8418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endParaRPr lang="sv-SE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060362" y="8010854"/>
            <a:ext cx="8418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(e)</a:t>
            </a:r>
            <a:endParaRPr lang="sv-SE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061204" y="8006194"/>
            <a:ext cx="8418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(f)</a:t>
            </a:r>
            <a:endParaRPr lang="sv-SE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3" name="Picture 42"/>
          <p:cNvPicPr>
            <a:picLocks noChangeAspect="1"/>
          </p:cNvPicPr>
          <p:nvPr/>
        </p:nvPicPr>
        <p:blipFill rotWithShape="1">
          <a:blip r:embed="rId17"/>
          <a:srcRect l="24694" t="9287" r="11088" b="77653"/>
          <a:stretch/>
        </p:blipFill>
        <p:spPr>
          <a:xfrm>
            <a:off x="6561127" y="-3187071"/>
            <a:ext cx="3425371" cy="522464"/>
          </a:xfrm>
          <a:prstGeom prst="rect">
            <a:avLst/>
          </a:prstGeom>
        </p:spPr>
      </p:pic>
      <p:pic>
        <p:nvPicPr>
          <p:cNvPr id="44" name="Picture 43"/>
          <p:cNvPicPr>
            <a:picLocks noChangeAspect="1"/>
          </p:cNvPicPr>
          <p:nvPr/>
        </p:nvPicPr>
        <p:blipFill rotWithShape="1">
          <a:blip r:embed="rId17"/>
          <a:srcRect l="24694" t="9287" r="11088" b="77653"/>
          <a:stretch/>
        </p:blipFill>
        <p:spPr>
          <a:xfrm>
            <a:off x="6641547" y="986159"/>
            <a:ext cx="3425371" cy="522464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 rotWithShape="1">
          <a:blip r:embed="rId17"/>
          <a:srcRect l="24694" t="9287" r="11088" b="77653"/>
          <a:stretch/>
        </p:blipFill>
        <p:spPr>
          <a:xfrm>
            <a:off x="6561127" y="5075990"/>
            <a:ext cx="3425371" cy="52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0260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/>
          <a:srcRect l="12572" b="6715"/>
          <a:stretch/>
        </p:blipFill>
        <p:spPr>
          <a:xfrm>
            <a:off x="6004560" y="2487930"/>
            <a:ext cx="4663440" cy="373189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5786" b="6476"/>
          <a:stretch/>
        </p:blipFill>
        <p:spPr>
          <a:xfrm>
            <a:off x="1162050" y="2487930"/>
            <a:ext cx="5025390" cy="374142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4"/>
          <a:srcRect l="13000" b="14381"/>
          <a:stretch/>
        </p:blipFill>
        <p:spPr>
          <a:xfrm>
            <a:off x="6027420" y="-857250"/>
            <a:ext cx="4640580" cy="342519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5"/>
          <a:srcRect l="6142" b="14571"/>
          <a:stretch/>
        </p:blipFill>
        <p:spPr>
          <a:xfrm>
            <a:off x="1143000" y="-857250"/>
            <a:ext cx="5006340" cy="34175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1630680" y="-184666"/>
                <a:ext cx="1371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680" y="-184666"/>
                <a:ext cx="1371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6149340" y="-184666"/>
                <a:ext cx="1371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9340" y="-184666"/>
                <a:ext cx="1371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1630680" y="3157954"/>
                <a:ext cx="1371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75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680" y="3157954"/>
                <a:ext cx="137160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6004560" y="3095625"/>
                <a:ext cx="1371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4560" y="3095625"/>
                <a:ext cx="137160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5"/>
          <a:srcRect r="94036" b="14571"/>
          <a:stretch/>
        </p:blipFill>
        <p:spPr>
          <a:xfrm>
            <a:off x="749618" y="779145"/>
            <a:ext cx="318135" cy="3417570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3"/>
          <a:srcRect l="5786" t="91857"/>
          <a:stretch/>
        </p:blipFill>
        <p:spPr>
          <a:xfrm>
            <a:off x="3514725" y="6134099"/>
            <a:ext cx="5025390" cy="325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5040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1586</TotalTime>
  <Words>531</Words>
  <Application>Microsoft Office PowerPoint</Application>
  <PresentationFormat>Widescreen</PresentationFormat>
  <Paragraphs>103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19</cp:revision>
  <dcterms:created xsi:type="dcterms:W3CDTF">2025-02-19T13:32:00Z</dcterms:created>
  <dcterms:modified xsi:type="dcterms:W3CDTF">2025-05-13T09:41:05Z</dcterms:modified>
</cp:coreProperties>
</file>