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496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1327-8FAF-49B9-B6A5-2BC6F2697F94}" type="datetimeFigureOut">
              <a:rPr lang="sv-SE" smtClean="0"/>
              <a:t>2025-02-19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5F59C-76D0-4319-B665-21E52F6F721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86641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1327-8FAF-49B9-B6A5-2BC6F2697F94}" type="datetimeFigureOut">
              <a:rPr lang="sv-SE" smtClean="0"/>
              <a:t>2025-02-19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5F59C-76D0-4319-B665-21E52F6F721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0598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1327-8FAF-49B9-B6A5-2BC6F2697F94}" type="datetimeFigureOut">
              <a:rPr lang="sv-SE" smtClean="0"/>
              <a:t>2025-02-19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5F59C-76D0-4319-B665-21E52F6F721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45736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1327-8FAF-49B9-B6A5-2BC6F2697F94}" type="datetimeFigureOut">
              <a:rPr lang="sv-SE" smtClean="0"/>
              <a:t>2025-02-19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5F59C-76D0-4319-B665-21E52F6F721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799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1327-8FAF-49B9-B6A5-2BC6F2697F94}" type="datetimeFigureOut">
              <a:rPr lang="sv-SE" smtClean="0"/>
              <a:t>2025-02-19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5F59C-76D0-4319-B665-21E52F6F721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00066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1327-8FAF-49B9-B6A5-2BC6F2697F94}" type="datetimeFigureOut">
              <a:rPr lang="sv-SE" smtClean="0"/>
              <a:t>2025-02-19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5F59C-76D0-4319-B665-21E52F6F721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054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1327-8FAF-49B9-B6A5-2BC6F2697F94}" type="datetimeFigureOut">
              <a:rPr lang="sv-SE" smtClean="0"/>
              <a:t>2025-02-19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5F59C-76D0-4319-B665-21E52F6F721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69637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1327-8FAF-49B9-B6A5-2BC6F2697F94}" type="datetimeFigureOut">
              <a:rPr lang="sv-SE" smtClean="0"/>
              <a:t>2025-02-19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5F59C-76D0-4319-B665-21E52F6F721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9097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1327-8FAF-49B9-B6A5-2BC6F2697F94}" type="datetimeFigureOut">
              <a:rPr lang="sv-SE" smtClean="0"/>
              <a:t>2025-02-19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5F59C-76D0-4319-B665-21E52F6F721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7282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1327-8FAF-49B9-B6A5-2BC6F2697F94}" type="datetimeFigureOut">
              <a:rPr lang="sv-SE" smtClean="0"/>
              <a:t>2025-02-19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5F59C-76D0-4319-B665-21E52F6F721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80446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1327-8FAF-49B9-B6A5-2BC6F2697F94}" type="datetimeFigureOut">
              <a:rPr lang="sv-SE" smtClean="0"/>
              <a:t>2025-02-19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5F59C-76D0-4319-B665-21E52F6F721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18396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61327-8FAF-49B9-B6A5-2BC6F2697F94}" type="datetimeFigureOut">
              <a:rPr lang="sv-SE" smtClean="0"/>
              <a:t>2025-02-19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5F59C-76D0-4319-B665-21E52F6F721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11151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emf"/><Relationship Id="rId7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image" Target="../media/image6.emf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686050" y="4032250"/>
            <a:ext cx="208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Time: 2ms/div</a:t>
            </a:r>
            <a:endParaRPr lang="sv-S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/>
          <a:srcRect l="11976" t="6254" r="8309" b="9936"/>
          <a:stretch/>
        </p:blipFill>
        <p:spPr>
          <a:xfrm>
            <a:off x="1051560" y="739140"/>
            <a:ext cx="4251960" cy="33528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820" y="488950"/>
            <a:ext cx="5334000" cy="400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515351" y="4032251"/>
            <a:ext cx="208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Time: 2ms/div</a:t>
            </a:r>
            <a:endParaRPr lang="sv-S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 rot="16200000">
            <a:off x="-390203" y="2258110"/>
            <a:ext cx="2575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Voltage: 0.5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p.u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./div</a:t>
            </a:r>
            <a:endParaRPr lang="sv-S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 rot="16200000">
            <a:off x="5393378" y="2258111"/>
            <a:ext cx="2575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Voltage: 0.5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p.u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./div</a:t>
            </a:r>
            <a:endParaRPr lang="sv-S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851785" y="1671372"/>
            <a:ext cx="455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sv-SE" sz="11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51785" y="970329"/>
            <a:ext cx="455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sv-SE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51785" y="2372415"/>
            <a:ext cx="455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sv-SE" sz="1100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781300" y="3073458"/>
            <a:ext cx="586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endParaRPr lang="sv-SE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881064" y="1652922"/>
            <a:ext cx="455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sv-SE" sz="11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881064" y="951879"/>
            <a:ext cx="455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sv-SE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881064" y="2353965"/>
            <a:ext cx="455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sv-SE" sz="1100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810579" y="3055008"/>
            <a:ext cx="586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endParaRPr lang="sv-SE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422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2286" t="6953" r="8857" b="9619"/>
          <a:stretch/>
        </p:blipFill>
        <p:spPr>
          <a:xfrm>
            <a:off x="1432560" y="1059180"/>
            <a:ext cx="4206240" cy="3337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75611" y="4375151"/>
            <a:ext cx="208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Time: 2ms/div</a:t>
            </a:r>
            <a:endParaRPr lang="sv-S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12714" t="6572" r="8714" b="9809"/>
          <a:stretch/>
        </p:blipFill>
        <p:spPr>
          <a:xfrm>
            <a:off x="6705600" y="1043940"/>
            <a:ext cx="4191000" cy="33451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62951" y="4324351"/>
            <a:ext cx="208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Time: 2ms/div</a:t>
            </a:r>
            <a:endParaRPr lang="sv-S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 rot="16200000">
            <a:off x="5218116" y="2540050"/>
            <a:ext cx="2575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Voltage: 0.5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p.u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./div</a:t>
            </a:r>
            <a:endParaRPr lang="sv-S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 rot="16200000">
            <a:off x="-47304" y="2540050"/>
            <a:ext cx="2575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Voltage: 0.5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p.u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./div</a:t>
            </a:r>
            <a:endParaRPr lang="sv-S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19779" y="1953312"/>
            <a:ext cx="455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sv-SE" sz="11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19779" y="1252269"/>
            <a:ext cx="455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sv-SE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19779" y="2654355"/>
            <a:ext cx="455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sv-SE" sz="1100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49294" y="3355398"/>
            <a:ext cx="586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endParaRPr lang="sv-SE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23207" y="1953312"/>
            <a:ext cx="455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sv-SE" sz="11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23207" y="1252269"/>
            <a:ext cx="455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sv-SE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23207" y="2654355"/>
            <a:ext cx="455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sv-SE" sz="1100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52722" y="3355398"/>
            <a:ext cx="586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endParaRPr lang="sv-SE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764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86050" y="4032250"/>
            <a:ext cx="208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Time: 2ms/div</a:t>
            </a:r>
            <a:endParaRPr lang="sv-S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1976" t="6254" r="8309" b="9936"/>
          <a:stretch/>
        </p:blipFill>
        <p:spPr>
          <a:xfrm>
            <a:off x="1051560" y="739140"/>
            <a:ext cx="4251960" cy="3352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16200000">
            <a:off x="-390203" y="2258110"/>
            <a:ext cx="2575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Voltage: 0.5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p.u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./div</a:t>
            </a:r>
            <a:endParaRPr lang="sv-S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51785" y="1671372"/>
            <a:ext cx="455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sv-SE" sz="11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51785" y="970329"/>
            <a:ext cx="455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sv-SE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1785" y="2372415"/>
            <a:ext cx="455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sv-SE" sz="1100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81300" y="3073458"/>
            <a:ext cx="586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endParaRPr lang="sv-SE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910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12572" b="6715"/>
          <a:stretch/>
        </p:blipFill>
        <p:spPr>
          <a:xfrm>
            <a:off x="6004560" y="2487930"/>
            <a:ext cx="4663440" cy="37318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5786" b="6476"/>
          <a:stretch/>
        </p:blipFill>
        <p:spPr>
          <a:xfrm>
            <a:off x="1162050" y="2487930"/>
            <a:ext cx="5025390" cy="37414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13000" b="14381"/>
          <a:stretch/>
        </p:blipFill>
        <p:spPr>
          <a:xfrm>
            <a:off x="6027420" y="-857250"/>
            <a:ext cx="4640580" cy="34251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l="6142" b="14571"/>
          <a:stretch/>
        </p:blipFill>
        <p:spPr>
          <a:xfrm>
            <a:off x="1143000" y="-857250"/>
            <a:ext cx="5006340" cy="34175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630680" y="-184666"/>
                <a:ext cx="1371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680" y="-184666"/>
                <a:ext cx="13716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149340" y="-184666"/>
                <a:ext cx="1371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340" y="-184666"/>
                <a:ext cx="13716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630680" y="3157954"/>
                <a:ext cx="1371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680" y="3157954"/>
                <a:ext cx="13716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004560" y="3095625"/>
                <a:ext cx="1371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560" y="3095625"/>
                <a:ext cx="13716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/>
          <a:srcRect r="94036" b="14571"/>
          <a:stretch/>
        </p:blipFill>
        <p:spPr>
          <a:xfrm>
            <a:off x="749618" y="779145"/>
            <a:ext cx="318135" cy="341757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/>
          <a:srcRect l="5786" t="91857"/>
          <a:stretch/>
        </p:blipFill>
        <p:spPr>
          <a:xfrm>
            <a:off x="3514725" y="6134099"/>
            <a:ext cx="5025390" cy="32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04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102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8</cp:revision>
  <dcterms:created xsi:type="dcterms:W3CDTF">2025-02-19T13:32:00Z</dcterms:created>
  <dcterms:modified xsi:type="dcterms:W3CDTF">2025-02-19T16:38:33Z</dcterms:modified>
</cp:coreProperties>
</file>