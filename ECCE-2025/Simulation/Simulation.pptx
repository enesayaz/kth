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3" r:id="rId7"/>
    <p:sldId id="264" r:id="rId8"/>
    <p:sldId id="265" r:id="rId9"/>
    <p:sldId id="266" r:id="rId10"/>
    <p:sldId id="262" r:id="rId11"/>
    <p:sldId id="259" r:id="rId12"/>
    <p:sldId id="267" r:id="rId13"/>
    <p:sldId id="270" r:id="rId14"/>
    <p:sldId id="269" r:id="rId15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9C8E"/>
    <a:srgbClr val="A71993"/>
    <a:srgbClr val="A81837"/>
    <a:srgbClr val="00FF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69" autoAdjust="0"/>
    <p:restoredTop sz="94660"/>
  </p:normalViewPr>
  <p:slideViewPr>
    <p:cSldViewPr snapToGrid="0">
      <p:cViewPr>
        <p:scale>
          <a:sx n="66" d="100"/>
          <a:sy n="66" d="100"/>
        </p:scale>
        <p:origin x="2742" y="9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86641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20598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45736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7999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00066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30547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69637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90976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17282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8044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18396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61327-8FAF-49B9-B6A5-2BC6F2697F94}" type="datetimeFigureOut">
              <a:rPr lang="sv-SE" smtClean="0"/>
              <a:t>2025-05-28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1115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9.emf"/><Relationship Id="rId7" Type="http://schemas.openxmlformats.org/officeDocument/2006/relationships/image" Target="../media/image12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11.emf"/><Relationship Id="rId7" Type="http://schemas.openxmlformats.org/officeDocument/2006/relationships/image" Target="../media/image17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13.emf"/><Relationship Id="rId7" Type="http://schemas.openxmlformats.org/officeDocument/2006/relationships/image" Target="../media/image22.png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15.emf"/><Relationship Id="rId7" Type="http://schemas.openxmlformats.org/officeDocument/2006/relationships/image" Target="../media/image27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6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7" Type="http://schemas.openxmlformats.org/officeDocument/2006/relationships/image" Target="../media/image32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6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emf"/><Relationship Id="rId13" Type="http://schemas.openxmlformats.org/officeDocument/2006/relationships/image" Target="../media/image17.emf"/><Relationship Id="rId3" Type="http://schemas.openxmlformats.org/officeDocument/2006/relationships/image" Target="../media/image11.emf"/><Relationship Id="rId7" Type="http://schemas.openxmlformats.org/officeDocument/2006/relationships/image" Target="../media/image14.emf"/><Relationship Id="rId12" Type="http://schemas.openxmlformats.org/officeDocument/2006/relationships/image" Target="../media/image16.emf"/><Relationship Id="rId17" Type="http://schemas.openxmlformats.org/officeDocument/2006/relationships/image" Target="../media/image7.emf"/><Relationship Id="rId2" Type="http://schemas.openxmlformats.org/officeDocument/2006/relationships/image" Target="../media/image10.emf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0.png"/><Relationship Id="rId10" Type="http://schemas.openxmlformats.org/officeDocument/2006/relationships/image" Target="../media/image37.png"/><Relationship Id="rId4" Type="http://schemas.openxmlformats.org/officeDocument/2006/relationships/image" Target="../media/image33.png"/><Relationship Id="rId9" Type="http://schemas.openxmlformats.org/officeDocument/2006/relationships/image" Target="../media/image36.png"/><Relationship Id="rId1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19.emf"/><Relationship Id="rId7" Type="http://schemas.openxmlformats.org/officeDocument/2006/relationships/image" Target="../media/image9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21.emf"/><Relationship Id="rId4" Type="http://schemas.openxmlformats.org/officeDocument/2006/relationships/image" Target="../media/image20.emf"/><Relationship Id="rId9" Type="http://schemas.openxmlformats.org/officeDocument/2006/relationships/image" Target="../media/image1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2686050" y="4032250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 rotWithShape="1">
          <a:blip r:embed="rId2"/>
          <a:srcRect l="11976" t="6254" r="8309" b="9936"/>
          <a:stretch/>
        </p:blipFill>
        <p:spPr>
          <a:xfrm>
            <a:off x="1051560" y="739140"/>
            <a:ext cx="4251960" cy="3352800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9820" y="488950"/>
            <a:ext cx="5334000" cy="4000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515351" y="4032251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 rot="16200000">
            <a:off x="-390203" y="2258110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 rot="16200000">
            <a:off x="5393378" y="2258111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851785" y="167137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851785" y="97032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851785" y="237241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781300" y="307345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81064" y="165292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881064" y="95187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881064" y="235396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810579" y="305500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422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2286" t="6953" r="8857" b="9619"/>
          <a:stretch/>
        </p:blipFill>
        <p:spPr>
          <a:xfrm>
            <a:off x="1432560" y="1059180"/>
            <a:ext cx="4206240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5611" y="4375151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2714" t="6572" r="8714" b="9809"/>
          <a:stretch/>
        </p:blipFill>
        <p:spPr>
          <a:xfrm>
            <a:off x="6705600" y="1043940"/>
            <a:ext cx="4191000" cy="33451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62951" y="4324351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218116" y="2540050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47304" y="2540050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19779" y="195331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319779" y="125226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19779" y="265435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49294" y="335539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23207" y="195331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23207" y="125226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23207" y="265435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552722" y="335539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3764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686050" y="4032250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11976" t="6254" r="8309" b="9936"/>
          <a:stretch/>
        </p:blipFill>
        <p:spPr>
          <a:xfrm>
            <a:off x="1051560" y="739140"/>
            <a:ext cx="4251960" cy="3352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 rot="16200000">
            <a:off x="-390203" y="2258110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51785" y="167137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51785" y="97032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51785" y="237241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81300" y="307345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7910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14127"/>
            <a:ext cx="5334000" cy="40005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385" y="314127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46350" y="3966920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488223" y="2078750"/>
            <a:ext cx="28171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0.16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3793585" y="14601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805130" y="2018142"/>
            <a:ext cx="1613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58023" y="3941520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474628" y="-29652"/>
            <a:ext cx="3110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A7199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WTHD=0.0041</a:t>
            </a:r>
            <a:endParaRPr lang="sv-SE" sz="1100" dirty="0">
              <a:solidFill>
                <a:srgbClr val="A7199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60387" y="124237"/>
            <a:ext cx="1922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Modulation index= 0.6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474628" y="278125"/>
            <a:ext cx="3110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249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WTHD=0.0221</a:t>
            </a:r>
            <a:endParaRPr lang="sv-SE" sz="1100" dirty="0">
              <a:solidFill>
                <a:srgbClr val="249C8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5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815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1" y="308854"/>
            <a:ext cx="5334000" cy="400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587" y="308854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1555802" y="1953270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7449230" y="630041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=0.0014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230" y="630041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2530196" y="756245"/>
                <a:ext cx="13204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0.2</a:t>
                </a:r>
                <a:endParaRPr lang="sv-SE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0196" y="756245"/>
                <a:ext cx="1320444" cy="369332"/>
              </a:xfrm>
              <a:prstGeom prst="rect">
                <a:avLst/>
              </a:prstGeom>
              <a:blipFill>
                <a:blip r:embed="rId6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7486218" y="1069629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=0.0048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218" y="1069629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8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87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3" y="308854"/>
            <a:ext cx="5334000" cy="4000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654" y="308854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6647228" y="1105096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338516" y="639997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=0.0023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516" y="639997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7893778" y="1699251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0.4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778" y="1699251"/>
                <a:ext cx="1320444" cy="400110"/>
              </a:xfrm>
              <a:prstGeom prst="rect">
                <a:avLst/>
              </a:prstGeom>
              <a:blipFill>
                <a:blip r:embed="rId6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8317169" y="639484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=0.0127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69" y="639484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8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182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3" y="400050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390" y="308854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1575555" y="2400300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7449230" y="630041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=0.0041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230" y="630041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2461119" y="3479284"/>
                <a:ext cx="13204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0.6</a:t>
                </a:r>
                <a:endParaRPr lang="sv-SE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1119" y="3479284"/>
                <a:ext cx="1320444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7486218" y="1069629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=0.0221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218" y="1069629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8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737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12" y="308854"/>
            <a:ext cx="5334000" cy="4000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41" y="290509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6450831" y="1217837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251659" y="639997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=0.0051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1659" y="639997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7628804" y="1863567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0.8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8804" y="1863567"/>
                <a:ext cx="1320444" cy="400110"/>
              </a:xfrm>
              <a:prstGeom prst="rect">
                <a:avLst/>
              </a:prstGeom>
              <a:blipFill>
                <a:blip r:embed="rId6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8270239" y="629020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=0.0014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0239" y="629020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8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900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3" y="342893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527" y="290509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6526362" y="1209675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183044" y="637596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=0.0047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044" y="637596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7738306" y="1796844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1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8306" y="1796844"/>
                <a:ext cx="1320444" cy="400110"/>
              </a:xfrm>
              <a:prstGeom prst="rect">
                <a:avLst/>
              </a:prstGeom>
              <a:blipFill>
                <a:blip r:embed="rId6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8180947" y="619251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=0.0063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947" y="619251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0329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1275" t="5113"/>
          <a:stretch/>
        </p:blipFill>
        <p:spPr>
          <a:xfrm>
            <a:off x="1181099" y="-3752851"/>
            <a:ext cx="4732589" cy="379596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t="3017"/>
          <a:stretch/>
        </p:blipFill>
        <p:spPr>
          <a:xfrm>
            <a:off x="5584731" y="-3771901"/>
            <a:ext cx="5334000" cy="38798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58353" y="-326213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 rot="16200000">
            <a:off x="-597822" y="-2160142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 rot="16200000">
            <a:off x="4544747" y="-2325714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11755" y="-326213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6511802" y="-3626238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=0.0023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1802" y="-3626238"/>
                <a:ext cx="3110524" cy="397994"/>
              </a:xfrm>
              <a:prstGeom prst="rect">
                <a:avLst/>
              </a:prstGeom>
              <a:blipFill>
                <a:blip r:embed="rId4"/>
                <a:stretch>
                  <a:fillRect t="-7692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8067064" y="-2566984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0.4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064" y="-2566984"/>
                <a:ext cx="1320444" cy="400110"/>
              </a:xfrm>
              <a:prstGeom prst="rect">
                <a:avLst/>
              </a:prstGeom>
              <a:blipFill>
                <a:blip r:embed="rId5"/>
                <a:stretch>
                  <a:fillRect t="-9091" b="-2575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8490455" y="-3626750"/>
                <a:ext cx="2069099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=0.0127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455" y="-3626750"/>
                <a:ext cx="2069099" cy="398507"/>
              </a:xfrm>
              <a:prstGeom prst="rect">
                <a:avLst/>
              </a:prstGeom>
              <a:blipFill>
                <a:blip r:embed="rId6"/>
                <a:stretch>
                  <a:fillRect t="-7692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6813" y="103238"/>
            <a:ext cx="5334000" cy="40005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8"/>
          <a:srcRect l="11091"/>
          <a:stretch/>
        </p:blipFill>
        <p:spPr>
          <a:xfrm>
            <a:off x="1219199" y="110091"/>
            <a:ext cx="4742427" cy="400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58353" y="3759604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 rot="16200000">
            <a:off x="-597822" y="1925675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 rot="16200000">
            <a:off x="4544747" y="1760103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11755" y="3759604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6424945" y="459579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=0.0051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4945" y="459579"/>
                <a:ext cx="3110524" cy="397994"/>
              </a:xfrm>
              <a:prstGeom prst="rect">
                <a:avLst/>
              </a:prstGeom>
              <a:blipFill>
                <a:blip r:embed="rId9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7815910" y="1697959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0.8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910" y="1697959"/>
                <a:ext cx="1320444" cy="400110"/>
              </a:xfrm>
              <a:prstGeom prst="rect">
                <a:avLst/>
              </a:prstGeom>
              <a:blipFill>
                <a:blip r:embed="rId10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8443525" y="448602"/>
                <a:ext cx="205125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=0.0014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3525" y="448602"/>
                <a:ext cx="2051254" cy="398507"/>
              </a:xfrm>
              <a:prstGeom prst="rect">
                <a:avLst/>
              </a:prstGeom>
              <a:blipFill>
                <a:blip r:embed="rId11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/>
          <p:cNvPicPr>
            <a:picLocks noChangeAspect="1"/>
          </p:cNvPicPr>
          <p:nvPr/>
        </p:nvPicPr>
        <p:blipFill rotWithShape="1">
          <a:blip r:embed="rId12"/>
          <a:srcRect l="13060"/>
          <a:stretch/>
        </p:blipFill>
        <p:spPr>
          <a:xfrm>
            <a:off x="1276349" y="4198550"/>
            <a:ext cx="4637339" cy="40005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06813" y="4146166"/>
            <a:ext cx="5334000" cy="400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558353" y="7795679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 rot="16200000">
            <a:off x="-597822" y="5961750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 rot="16200000">
            <a:off x="4544747" y="5796178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311755" y="7795679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6356330" y="4493253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=0.0047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6330" y="4493253"/>
                <a:ext cx="3110524" cy="397994"/>
              </a:xfrm>
              <a:prstGeom prst="rect">
                <a:avLst/>
              </a:prstGeom>
              <a:blipFill>
                <a:blip r:embed="rId14"/>
                <a:stretch>
                  <a:fillRect t="-7692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7911592" y="5652501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1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1592" y="5652501"/>
                <a:ext cx="1320444" cy="400110"/>
              </a:xfrm>
              <a:prstGeom prst="rect">
                <a:avLst/>
              </a:prstGeom>
              <a:blipFill>
                <a:blip r:embed="rId15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8354233" y="4474908"/>
                <a:ext cx="2071931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=0.0063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233" y="4474908"/>
                <a:ext cx="2071931" cy="398507"/>
              </a:xfrm>
              <a:prstGeom prst="rect">
                <a:avLst/>
              </a:prstGeom>
              <a:blipFill>
                <a:blip r:embed="rId16"/>
                <a:stretch>
                  <a:fillRect t="-7692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/>
          <p:cNvSpPr txBox="1"/>
          <p:nvPr/>
        </p:nvSpPr>
        <p:spPr>
          <a:xfrm>
            <a:off x="3060362" y="-87349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61204" y="-92009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60362" y="3966164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061204" y="3961504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060362" y="8010854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(e)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061204" y="8006194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(f)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 rotWithShape="1">
          <a:blip r:embed="rId17"/>
          <a:srcRect l="24694" t="9287" r="11088" b="77653"/>
          <a:stretch/>
        </p:blipFill>
        <p:spPr>
          <a:xfrm>
            <a:off x="6561127" y="-3187071"/>
            <a:ext cx="3425371" cy="522464"/>
          </a:xfrm>
          <a:prstGeom prst="rect">
            <a:avLst/>
          </a:prstGeom>
        </p:spPr>
      </p:pic>
      <p:pic>
        <p:nvPicPr>
          <p:cNvPr id="44" name="Picture 43"/>
          <p:cNvPicPr>
            <a:picLocks noChangeAspect="1"/>
          </p:cNvPicPr>
          <p:nvPr/>
        </p:nvPicPr>
        <p:blipFill rotWithShape="1">
          <a:blip r:embed="rId17"/>
          <a:srcRect l="24694" t="9287" r="11088" b="77653"/>
          <a:stretch/>
        </p:blipFill>
        <p:spPr>
          <a:xfrm>
            <a:off x="6641547" y="986159"/>
            <a:ext cx="3425371" cy="522464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 rotWithShape="1">
          <a:blip r:embed="rId17"/>
          <a:srcRect l="24694" t="9287" r="11088" b="77653"/>
          <a:stretch/>
        </p:blipFill>
        <p:spPr>
          <a:xfrm>
            <a:off x="6561127" y="5075990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026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rcRect l="12572" b="6715"/>
          <a:stretch/>
        </p:blipFill>
        <p:spPr>
          <a:xfrm>
            <a:off x="6004560" y="2487930"/>
            <a:ext cx="4663440" cy="373189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5786" b="6476"/>
          <a:stretch/>
        </p:blipFill>
        <p:spPr>
          <a:xfrm>
            <a:off x="1162050" y="2487930"/>
            <a:ext cx="5025390" cy="374142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4"/>
          <a:srcRect l="13000" b="14381"/>
          <a:stretch/>
        </p:blipFill>
        <p:spPr>
          <a:xfrm>
            <a:off x="6027420" y="-857250"/>
            <a:ext cx="4640580" cy="342519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5"/>
          <a:srcRect l="6142" b="14571"/>
          <a:stretch/>
        </p:blipFill>
        <p:spPr>
          <a:xfrm>
            <a:off x="1143000" y="-857250"/>
            <a:ext cx="5006340" cy="34175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1630680" y="-184666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680" y="-184666"/>
                <a:ext cx="1371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149340" y="-184666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9340" y="-184666"/>
                <a:ext cx="1371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1630680" y="3157954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75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680" y="3157954"/>
                <a:ext cx="1371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004560" y="3095625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4560" y="3095625"/>
                <a:ext cx="1371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5"/>
          <a:srcRect r="94036" b="14571"/>
          <a:stretch/>
        </p:blipFill>
        <p:spPr>
          <a:xfrm>
            <a:off x="749618" y="779145"/>
            <a:ext cx="318135" cy="341757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l="5786" t="91857"/>
          <a:stretch/>
        </p:blipFill>
        <p:spPr>
          <a:xfrm>
            <a:off x="3514725" y="6134099"/>
            <a:ext cx="5025390" cy="32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04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r="7500"/>
          <a:stretch/>
        </p:blipFill>
        <p:spPr>
          <a:xfrm>
            <a:off x="1921328" y="493488"/>
            <a:ext cx="7048501" cy="2857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r="8071"/>
          <a:stretch/>
        </p:blipFill>
        <p:spPr>
          <a:xfrm>
            <a:off x="1921328" y="3453363"/>
            <a:ext cx="7004958" cy="2857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16200000">
            <a:off x="1017452" y="1386477"/>
            <a:ext cx="29581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Voltage: </a:t>
            </a:r>
          </a:p>
          <a:p>
            <a:pPr algn="ctr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 rot="16200000">
            <a:off x="1106893" y="4525559"/>
            <a:ext cx="24407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903389" y="3089737"/>
            <a:ext cx="20891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91503" y="6229939"/>
            <a:ext cx="20891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5019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 rot="16200000">
            <a:off x="1017452" y="1386477"/>
            <a:ext cx="29581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Voltage: </a:t>
            </a:r>
          </a:p>
          <a:p>
            <a:pPr algn="ctr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 rot="16200000">
            <a:off x="1106893" y="4525559"/>
            <a:ext cx="24407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923800" y="3034850"/>
            <a:ext cx="20891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111914" y="6175052"/>
            <a:ext cx="20891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r="7846"/>
          <a:stretch/>
        </p:blipFill>
        <p:spPr>
          <a:xfrm>
            <a:off x="1962150" y="450618"/>
            <a:ext cx="7022193" cy="28575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r="7846"/>
          <a:stretch/>
        </p:blipFill>
        <p:spPr>
          <a:xfrm>
            <a:off x="1962150" y="3316387"/>
            <a:ext cx="7022193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1391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 rot="16200000">
            <a:off x="1017452" y="1386477"/>
            <a:ext cx="29581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Voltage: </a:t>
            </a:r>
          </a:p>
          <a:p>
            <a:pPr algn="ctr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 rot="16200000">
            <a:off x="1106893" y="4525559"/>
            <a:ext cx="24407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923800" y="3034850"/>
            <a:ext cx="20891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111914" y="6175052"/>
            <a:ext cx="20891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r="8036"/>
          <a:stretch/>
        </p:blipFill>
        <p:spPr>
          <a:xfrm>
            <a:off x="1962150" y="533562"/>
            <a:ext cx="7007679" cy="2857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r="8036"/>
          <a:stretch/>
        </p:blipFill>
        <p:spPr>
          <a:xfrm>
            <a:off x="1962150" y="3391062"/>
            <a:ext cx="7007679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68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3675</TotalTime>
  <Words>570</Words>
  <Application>Microsoft Office PowerPoint</Application>
  <PresentationFormat>Widescreen</PresentationFormat>
  <Paragraphs>118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21</cp:revision>
  <dcterms:created xsi:type="dcterms:W3CDTF">2025-02-19T13:32:00Z</dcterms:created>
  <dcterms:modified xsi:type="dcterms:W3CDTF">2025-05-29T23:11:22Z</dcterms:modified>
</cp:coreProperties>
</file>