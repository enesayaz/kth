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1536" y="6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16254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377243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653757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2025-02-24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215236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2025-02-24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828043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2025-02-24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78311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2025-02-24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2266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2025-02-24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16600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2025-02-24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6059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224756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45BACE-A86F-424A-B76D-4397202C805E}" type="datetimeFigureOut">
              <a:rPr lang="sv-SE" smtClean="0"/>
              <a:t>2025-02-24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872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45BACE-A86F-424A-B76D-4397202C805E}" type="datetimeFigureOut">
              <a:rPr lang="sv-SE" smtClean="0"/>
              <a:t>2025-02-24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B0A732-907F-4674-9172-A7C9EC0A96F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29034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em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00" y="271462"/>
            <a:ext cx="3600450" cy="270033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701" y="2711450"/>
            <a:ext cx="3600449" cy="2700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078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07" t="36172" r="4602" b="13247"/>
          <a:stretch/>
        </p:blipFill>
        <p:spPr>
          <a:xfrm>
            <a:off x="2108199" y="1704974"/>
            <a:ext cx="6591301" cy="2800351"/>
          </a:xfrm>
          <a:prstGeom prst="rect">
            <a:avLst/>
          </a:prstGeom>
        </p:spPr>
      </p:pic>
      <p:cxnSp>
        <p:nvCxnSpPr>
          <p:cNvPr id="6" name="Straight Arrow Connector 5"/>
          <p:cNvCxnSpPr>
            <a:endCxn id="24" idx="2"/>
          </p:cNvCxnSpPr>
          <p:nvPr/>
        </p:nvCxnSpPr>
        <p:spPr>
          <a:xfrm flipH="1" flipV="1">
            <a:off x="3779898" y="2317750"/>
            <a:ext cx="7246" cy="1079822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809211" y="2686210"/>
            <a:ext cx="708186" cy="35576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glow rad="254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Voltage</a:t>
            </a:r>
            <a:r>
              <a:rPr lang="sv-SE" sz="12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v-SE" sz="120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Probes</a:t>
            </a:r>
            <a:endParaRPr lang="sv-SE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Straight Arrow Connector 14"/>
          <p:cNvCxnSpPr/>
          <p:nvPr/>
        </p:nvCxnSpPr>
        <p:spPr>
          <a:xfrm flipH="1" flipV="1">
            <a:off x="2806700" y="2311400"/>
            <a:ext cx="27943" cy="616272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endCxn id="14" idx="2"/>
          </p:cNvCxnSpPr>
          <p:nvPr/>
        </p:nvCxnSpPr>
        <p:spPr>
          <a:xfrm flipH="1" flipV="1">
            <a:off x="5163304" y="3041971"/>
            <a:ext cx="9463" cy="31723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09136" y="1917700"/>
            <a:ext cx="741523" cy="40005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glow rad="254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2L-3Ph </a:t>
            </a:r>
            <a:r>
              <a:rPr lang="sv-SE" sz="120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Inverter</a:t>
            </a:r>
            <a:endParaRPr lang="sv-SE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" name="Straight Arrow Connector 25"/>
          <p:cNvCxnSpPr/>
          <p:nvPr/>
        </p:nvCxnSpPr>
        <p:spPr>
          <a:xfrm flipH="1" flipV="1">
            <a:off x="5307929" y="3029457"/>
            <a:ext cx="24768" cy="36811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 flipH="1" flipV="1">
            <a:off x="4979908" y="3029457"/>
            <a:ext cx="12700" cy="31723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293684" y="1884548"/>
            <a:ext cx="1015166" cy="24431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glow rad="254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Oscilloscope</a:t>
            </a:r>
            <a:endParaRPr lang="sv-SE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5962650" y="2028825"/>
            <a:ext cx="331034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 flipV="1">
            <a:off x="6026983" y="3492500"/>
            <a:ext cx="5517" cy="25114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5549979" y="3244850"/>
            <a:ext cx="954007" cy="222249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glow rad="254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Controller</a:t>
            </a:r>
            <a:endParaRPr lang="sv-SE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2449909" y="1911350"/>
            <a:ext cx="741523" cy="40005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glow rad="254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</a:t>
            </a:r>
            <a:r>
              <a:rPr lang="sv-SE" sz="120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Supply</a:t>
            </a:r>
            <a:endParaRPr lang="sv-SE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Straight Arrow Connector 54"/>
          <p:cNvCxnSpPr/>
          <p:nvPr/>
        </p:nvCxnSpPr>
        <p:spPr>
          <a:xfrm flipH="1" flipV="1">
            <a:off x="7665283" y="2903883"/>
            <a:ext cx="5517" cy="25114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  <a:effectLst>
            <a:glow rad="25400">
              <a:schemeClr val="bg1"/>
            </a:glow>
            <a:outerShdw blurRad="50800" dist="38100" dir="2700000" algn="tl" rotWithShape="0">
              <a:schemeClr val="bg1">
                <a:alpha val="0"/>
              </a:schemeClr>
            </a:outerShdw>
            <a:reflection blurRad="6350" stA="0" endPos="35000" dir="5400000" sy="-100000" algn="bl" rotWithShape="0"/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7455733" y="2684921"/>
            <a:ext cx="419100" cy="21751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  <a:effectLst>
            <a:glow rad="254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20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</a:t>
            </a:r>
            <a:endParaRPr lang="sv-SE" sz="1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5131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583"/>
          <a:stretch/>
        </p:blipFill>
        <p:spPr>
          <a:xfrm>
            <a:off x="515870" y="2802354"/>
            <a:ext cx="5263494" cy="276073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5384" y="1393825"/>
            <a:ext cx="936721" cy="75447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5384" y="739775"/>
            <a:ext cx="965199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411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653" y="546856"/>
            <a:ext cx="10520193" cy="5522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4764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177290"/>
            <a:ext cx="5334000" cy="4000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4576" y="1786891"/>
            <a:ext cx="3428999" cy="2571749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3626429" flipH="1">
            <a:off x="4472940" y="2750819"/>
            <a:ext cx="548640" cy="548640"/>
          </a:xfrm>
          <a:prstGeom prst="rect">
            <a:avLst/>
          </a:prstGeom>
        </p:spPr>
      </p:pic>
      <p:cxnSp>
        <p:nvCxnSpPr>
          <p:cNvPr id="12" name="Straight Connector 11"/>
          <p:cNvCxnSpPr/>
          <p:nvPr/>
        </p:nvCxnSpPr>
        <p:spPr>
          <a:xfrm flipV="1">
            <a:off x="5078263" y="1851660"/>
            <a:ext cx="1749257" cy="119253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5090160" y="3038007"/>
            <a:ext cx="1821180" cy="1320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9620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4357</TotalTime>
  <Words>9</Words>
  <Application>Microsoft Office PowerPoint</Application>
  <PresentationFormat>Widescreen</PresentationFormat>
  <Paragraphs>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21</cp:revision>
  <dcterms:created xsi:type="dcterms:W3CDTF">2025-02-12T11:41:19Z</dcterms:created>
  <dcterms:modified xsi:type="dcterms:W3CDTF">2025-02-24T14:21:59Z</dcterms:modified>
</cp:coreProperties>
</file>