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625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772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537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152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280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831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6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660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05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247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7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5BACE-A86F-424A-B76D-4397202C805E}" type="datetimeFigureOut">
              <a:rPr lang="sv-SE" smtClean="0"/>
              <a:t>2025-02-13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90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271462"/>
            <a:ext cx="3600450" cy="27003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1" y="2711450"/>
            <a:ext cx="3600449" cy="2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7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3"/>
          <a:stretch/>
        </p:blipFill>
        <p:spPr>
          <a:xfrm>
            <a:off x="430213" y="739775"/>
            <a:ext cx="2493963" cy="1308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829" y="1162351"/>
            <a:ext cx="1222531" cy="984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480" y="655546"/>
            <a:ext cx="1351479" cy="101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1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</cp:revision>
  <dcterms:created xsi:type="dcterms:W3CDTF">2025-02-12T11:41:19Z</dcterms:created>
  <dcterms:modified xsi:type="dcterms:W3CDTF">2025-02-14T09:19:57Z</dcterms:modified>
</cp:coreProperties>
</file>