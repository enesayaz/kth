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1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16254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7724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65375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21523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82804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7831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2266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16600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059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22475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72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5BACE-A86F-424A-B76D-4397202C805E}" type="datetimeFigureOut">
              <a:rPr lang="sv-SE" smtClean="0"/>
              <a:t>2025-02-20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2903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00" y="271462"/>
            <a:ext cx="3600450" cy="270033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01" y="2711450"/>
            <a:ext cx="3600449" cy="2700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078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07" t="36172" r="4602" b="13247"/>
          <a:stretch/>
        </p:blipFill>
        <p:spPr>
          <a:xfrm>
            <a:off x="2108199" y="1704974"/>
            <a:ext cx="6591301" cy="2800351"/>
          </a:xfrm>
          <a:prstGeom prst="rect">
            <a:avLst/>
          </a:prstGeom>
        </p:spPr>
      </p:pic>
      <p:cxnSp>
        <p:nvCxnSpPr>
          <p:cNvPr id="6" name="Straight Arrow Connector 5"/>
          <p:cNvCxnSpPr>
            <a:endCxn id="24" idx="2"/>
          </p:cNvCxnSpPr>
          <p:nvPr/>
        </p:nvCxnSpPr>
        <p:spPr>
          <a:xfrm flipH="1" flipV="1">
            <a:off x="3779898" y="2317750"/>
            <a:ext cx="7246" cy="107982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809211" y="2686210"/>
            <a:ext cx="708186" cy="35576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Probes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/>
          <p:cNvCxnSpPr/>
          <p:nvPr/>
        </p:nvCxnSpPr>
        <p:spPr>
          <a:xfrm flipH="1" flipV="1">
            <a:off x="2806700" y="2311400"/>
            <a:ext cx="27943" cy="61627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endCxn id="14" idx="2"/>
          </p:cNvCxnSpPr>
          <p:nvPr/>
        </p:nvCxnSpPr>
        <p:spPr>
          <a:xfrm flipH="1" flipV="1">
            <a:off x="5163304" y="3041971"/>
            <a:ext cx="9463" cy="31723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09136" y="1917700"/>
            <a:ext cx="741523" cy="40005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2L-3Ph </a:t>
            </a:r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Inverter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/>
          <p:cNvCxnSpPr/>
          <p:nvPr/>
        </p:nvCxnSpPr>
        <p:spPr>
          <a:xfrm flipH="1" flipV="1">
            <a:off x="5307929" y="3029457"/>
            <a:ext cx="24768" cy="36811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H="1" flipV="1">
            <a:off x="4979908" y="3029457"/>
            <a:ext cx="12700" cy="31723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293684" y="1884548"/>
            <a:ext cx="1015166" cy="2443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Oscilloscope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5962650" y="2028825"/>
            <a:ext cx="33103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 flipV="1">
            <a:off x="6026983" y="3492500"/>
            <a:ext cx="5517" cy="25114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5549979" y="3244850"/>
            <a:ext cx="954007" cy="22224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Controller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449909" y="1911350"/>
            <a:ext cx="741523" cy="40005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</a:t>
            </a:r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Supply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Straight Arrow Connector 54"/>
          <p:cNvCxnSpPr/>
          <p:nvPr/>
        </p:nvCxnSpPr>
        <p:spPr>
          <a:xfrm flipH="1" flipV="1">
            <a:off x="7665283" y="2903883"/>
            <a:ext cx="5517" cy="25114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455733" y="2684921"/>
            <a:ext cx="419100" cy="21751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131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583"/>
          <a:stretch/>
        </p:blipFill>
        <p:spPr>
          <a:xfrm>
            <a:off x="430213" y="739775"/>
            <a:ext cx="2493963" cy="13081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5384" y="1393825"/>
            <a:ext cx="936721" cy="75447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384" y="739775"/>
            <a:ext cx="965199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41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4211</TotalTime>
  <Words>9</Words>
  <Application>Microsoft Office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14</cp:revision>
  <dcterms:created xsi:type="dcterms:W3CDTF">2025-02-12T11:41:19Z</dcterms:created>
  <dcterms:modified xsi:type="dcterms:W3CDTF">2025-02-20T13:29:22Z</dcterms:modified>
</cp:coreProperties>
</file>