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4" r:id="rId8"/>
    <p:sldId id="263" r:id="rId9"/>
    <p:sldId id="262" r:id="rId10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42" autoAdjust="0"/>
    <p:restoredTop sz="94660"/>
  </p:normalViewPr>
  <p:slideViewPr>
    <p:cSldViewPr snapToGrid="0">
      <p:cViewPr>
        <p:scale>
          <a:sx n="75" d="100"/>
          <a:sy n="75" d="100"/>
        </p:scale>
        <p:origin x="3738" y="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6254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7724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65375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1523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82804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831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266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16600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059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22475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7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5BACE-A86F-424A-B76D-4397202C805E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903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" y="271462"/>
            <a:ext cx="3600450" cy="27003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01" y="2711450"/>
            <a:ext cx="3600449" cy="270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0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7" t="36172" r="4602" b="13247"/>
          <a:stretch/>
        </p:blipFill>
        <p:spPr>
          <a:xfrm>
            <a:off x="2108199" y="1704974"/>
            <a:ext cx="6591301" cy="2800351"/>
          </a:xfrm>
          <a:prstGeom prst="rect">
            <a:avLst/>
          </a:prstGeom>
        </p:spPr>
      </p:pic>
      <p:cxnSp>
        <p:nvCxnSpPr>
          <p:cNvPr id="6" name="Straight Arrow Connector 5"/>
          <p:cNvCxnSpPr>
            <a:endCxn id="24" idx="2"/>
          </p:cNvCxnSpPr>
          <p:nvPr/>
        </p:nvCxnSpPr>
        <p:spPr>
          <a:xfrm flipH="1" flipV="1">
            <a:off x="3779898" y="2317750"/>
            <a:ext cx="7246" cy="107982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809211" y="2686210"/>
            <a:ext cx="708186" cy="35576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Probes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 flipH="1" flipV="1">
            <a:off x="2806700" y="2311400"/>
            <a:ext cx="27943" cy="61627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endCxn id="14" idx="2"/>
          </p:cNvCxnSpPr>
          <p:nvPr/>
        </p:nvCxnSpPr>
        <p:spPr>
          <a:xfrm flipH="1" flipV="1">
            <a:off x="5163304" y="3041971"/>
            <a:ext cx="9463" cy="31723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09136" y="1917700"/>
            <a:ext cx="741523" cy="4000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2L-3Ph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 flipH="1" flipV="1">
            <a:off x="5307929" y="3029457"/>
            <a:ext cx="24768" cy="36811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H="1" flipV="1">
            <a:off x="4979908" y="3029457"/>
            <a:ext cx="12700" cy="31723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293684" y="1884548"/>
            <a:ext cx="1015166" cy="2443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Oscilloscope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962650" y="2028825"/>
            <a:ext cx="33103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 flipV="1">
            <a:off x="6026983" y="3492500"/>
            <a:ext cx="5517" cy="25114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549979" y="3244850"/>
            <a:ext cx="954007" cy="22224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449909" y="1911350"/>
            <a:ext cx="741523" cy="4000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Supply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Straight Arrow Connector 54"/>
          <p:cNvCxnSpPr/>
          <p:nvPr/>
        </p:nvCxnSpPr>
        <p:spPr>
          <a:xfrm flipH="1" flipV="1">
            <a:off x="7665283" y="2903883"/>
            <a:ext cx="5517" cy="25114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455733" y="2684921"/>
            <a:ext cx="419100" cy="21751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131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583"/>
          <a:stretch/>
        </p:blipFill>
        <p:spPr>
          <a:xfrm>
            <a:off x="515870" y="2802354"/>
            <a:ext cx="5263494" cy="276073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384" y="1393825"/>
            <a:ext cx="936721" cy="75447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384" y="739775"/>
            <a:ext cx="965199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411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53" y="546856"/>
            <a:ext cx="10520193" cy="552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476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177290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4576" y="1786891"/>
            <a:ext cx="3428999" cy="257174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626429" flipH="1">
            <a:off x="4472940" y="2750819"/>
            <a:ext cx="548640" cy="54864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 flipV="1">
            <a:off x="5078263" y="1851660"/>
            <a:ext cx="1749257" cy="119253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5090160" y="3038007"/>
            <a:ext cx="1821180" cy="1320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9620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-774700" y="123825"/>
            <a:ext cx="12598400" cy="5511800"/>
            <a:chOff x="-774700" y="123825"/>
            <a:chExt cx="12598400" cy="55118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2"/>
            <a:srcRect l="4111" r="7800"/>
            <a:stretch/>
          </p:blipFill>
          <p:spPr>
            <a:xfrm>
              <a:off x="-774700" y="123825"/>
              <a:ext cx="12585700" cy="2857500"/>
            </a:xfrm>
            <a:prstGeom prst="rect">
              <a:avLst/>
            </a:prstGeom>
          </p:spPr>
        </p:pic>
        <p:pic>
          <p:nvPicPr>
            <p:cNvPr id="11" name="Picture 10"/>
            <p:cNvPicPr>
              <a:picLocks noChangeAspect="1"/>
            </p:cNvPicPr>
            <p:nvPr/>
          </p:nvPicPr>
          <p:blipFill rotWithShape="1">
            <a:blip r:embed="rId3"/>
            <a:srcRect l="4289" r="7711"/>
            <a:stretch/>
          </p:blipFill>
          <p:spPr>
            <a:xfrm>
              <a:off x="-749301" y="2778125"/>
              <a:ext cx="12573001" cy="2857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5857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4311" r="8400"/>
          <a:stretch/>
        </p:blipFill>
        <p:spPr>
          <a:xfrm>
            <a:off x="-444500" y="247650"/>
            <a:ext cx="12471400" cy="2857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4222" r="8578"/>
          <a:stretch/>
        </p:blipFill>
        <p:spPr>
          <a:xfrm>
            <a:off x="-457200" y="3105150"/>
            <a:ext cx="124587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194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4222" r="8133"/>
          <a:stretch/>
        </p:blipFill>
        <p:spPr>
          <a:xfrm>
            <a:off x="-457200" y="234950"/>
            <a:ext cx="12522200" cy="2857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4134" r="7956"/>
          <a:stretch/>
        </p:blipFill>
        <p:spPr>
          <a:xfrm>
            <a:off x="-457200" y="3009900"/>
            <a:ext cx="125603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465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4134" r="8400"/>
          <a:stretch/>
        </p:blipFill>
        <p:spPr>
          <a:xfrm>
            <a:off x="-406400" y="0"/>
            <a:ext cx="12496800" cy="2857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4489" r="8756"/>
          <a:stretch/>
        </p:blipFill>
        <p:spPr>
          <a:xfrm>
            <a:off x="-381000" y="2622550"/>
            <a:ext cx="123952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44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4492</TotalTime>
  <Words>9</Words>
  <Application>Microsoft Office PowerPoint</Application>
  <PresentationFormat>Widescreen</PresentationFormat>
  <Paragraphs>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25</cp:revision>
  <dcterms:created xsi:type="dcterms:W3CDTF">2025-02-12T11:41:19Z</dcterms:created>
  <dcterms:modified xsi:type="dcterms:W3CDTF">2025-05-28T11:58:47Z</dcterms:modified>
</cp:coreProperties>
</file>