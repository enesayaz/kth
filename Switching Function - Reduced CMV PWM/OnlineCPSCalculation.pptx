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35272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4568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5566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27450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6404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91888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51708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40343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80615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35017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295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CF258A-C4AC-452A-B440-6EC022A8E4C9}" type="datetimeFigureOut">
              <a:rPr lang="sv-SE" smtClean="0"/>
              <a:t>2023-06-05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EEEF0-C237-4CFC-84D0-B21D4D3A3D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6795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>Online Carrier Phase Shift Calculation to Reduce Common Mode Voltage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dirty="0" smtClean="0"/>
              <a:t>Enes Ayaz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37922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11039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Online Carrier Phase Shift Calculation to Reduce Common Mode Voltage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Carrier Phase Shift Calculation to Reduce Common Mode Voltage</dc:title>
  <dc:creator>Enes Ayaz</dc:creator>
  <cp:lastModifiedBy>Enes Ayaz</cp:lastModifiedBy>
  <cp:revision>1</cp:revision>
  <dcterms:created xsi:type="dcterms:W3CDTF">2023-06-05T14:04:11Z</dcterms:created>
  <dcterms:modified xsi:type="dcterms:W3CDTF">2023-06-05T14:06:09Z</dcterms:modified>
</cp:coreProperties>
</file>