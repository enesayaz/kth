
<file path=[Content_Types].xml><?xml version="1.0" encoding="utf-8"?>
<Types xmlns="http://schemas.openxmlformats.org/package/2006/content-types">
  <Default Extension="png" ContentType="image/png"/>
  <Default Extension="emf" ContentType="image/x-emf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64" r:id="rId2"/>
    <p:sldId id="258" r:id="rId3"/>
    <p:sldId id="259" r:id="rId4"/>
    <p:sldId id="261" r:id="rId5"/>
    <p:sldId id="265" r:id="rId6"/>
  </p:sldIdLst>
  <p:sldSz cx="12192000" cy="6858000"/>
  <p:notesSz cx="6858000" cy="9144000"/>
  <p:defaultTextStyle>
    <a:defPPr>
      <a:defRPr lang="sv-S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>
        <p:scale>
          <a:sx n="125" d="100"/>
          <a:sy n="125" d="100"/>
        </p:scale>
        <p:origin x="1536" y="6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sv-SE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sv-SE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DDEB30-33BC-43D9-BC16-9E4537202C6A}" type="datetimeFigureOut">
              <a:rPr lang="sv-SE" smtClean="0"/>
              <a:t>2025-04-24</a:t>
            </a:fld>
            <a:endParaRPr lang="sv-S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v-S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2C1C56-4F95-493F-93BB-EA3D3179862D}" type="slidenum">
              <a:rPr lang="sv-SE" smtClean="0"/>
              <a:t>‹#›</a:t>
            </a:fld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247824355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sv-SE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sv-SE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DDEB30-33BC-43D9-BC16-9E4537202C6A}" type="datetimeFigureOut">
              <a:rPr lang="sv-SE" smtClean="0"/>
              <a:t>2025-04-24</a:t>
            </a:fld>
            <a:endParaRPr lang="sv-S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v-S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2C1C56-4F95-493F-93BB-EA3D3179862D}" type="slidenum">
              <a:rPr lang="sv-SE" smtClean="0"/>
              <a:t>‹#›</a:t>
            </a:fld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315744762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sv-SE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DDEB30-33BC-43D9-BC16-9E4537202C6A}" type="datetimeFigureOut">
              <a:rPr lang="sv-SE" smtClean="0"/>
              <a:t>2025-04-24</a:t>
            </a:fld>
            <a:endParaRPr lang="sv-S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v-S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2C1C56-4F95-493F-93BB-EA3D3179862D}" type="slidenum">
              <a:rPr lang="sv-SE" smtClean="0"/>
              <a:t>‹#›</a:t>
            </a:fld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129265286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sv-SE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sv-SE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sv-SE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DDEB30-33BC-43D9-BC16-9E4537202C6A}" type="datetimeFigureOut">
              <a:rPr lang="sv-SE" smtClean="0"/>
              <a:t>2025-04-24</a:t>
            </a:fld>
            <a:endParaRPr lang="sv-S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v-S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2C1C56-4F95-493F-93BB-EA3D3179862D}" type="slidenum">
              <a:rPr lang="sv-SE" smtClean="0"/>
              <a:t>‹#›</a:t>
            </a:fld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366922433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sv-SE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sv-SE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sv-SE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DDEB30-33BC-43D9-BC16-9E4537202C6A}" type="datetimeFigureOut">
              <a:rPr lang="sv-SE" smtClean="0"/>
              <a:t>2025-04-24</a:t>
            </a:fld>
            <a:endParaRPr lang="sv-SE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v-SE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2C1C56-4F95-493F-93BB-EA3D3179862D}" type="slidenum">
              <a:rPr lang="sv-SE" smtClean="0"/>
              <a:t>‹#›</a:t>
            </a:fld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221671457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sv-SE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DDEB30-33BC-43D9-BC16-9E4537202C6A}" type="datetimeFigureOut">
              <a:rPr lang="sv-SE" smtClean="0"/>
              <a:t>2025-04-24</a:t>
            </a:fld>
            <a:endParaRPr lang="sv-SE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v-SE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2C1C56-4F95-493F-93BB-EA3D3179862D}" type="slidenum">
              <a:rPr lang="sv-SE" smtClean="0"/>
              <a:t>‹#›</a:t>
            </a:fld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318029638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DDEB30-33BC-43D9-BC16-9E4537202C6A}" type="datetimeFigureOut">
              <a:rPr lang="sv-SE" smtClean="0"/>
              <a:t>2025-04-24</a:t>
            </a:fld>
            <a:endParaRPr lang="sv-SE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v-SE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2C1C56-4F95-493F-93BB-EA3D3179862D}" type="slidenum">
              <a:rPr lang="sv-SE" smtClean="0"/>
              <a:t>‹#›</a:t>
            </a:fld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68112613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sv-SE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sv-SE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DDEB30-33BC-43D9-BC16-9E4537202C6A}" type="datetimeFigureOut">
              <a:rPr lang="sv-SE" smtClean="0"/>
              <a:t>2025-04-24</a:t>
            </a:fld>
            <a:endParaRPr lang="sv-S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v-S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2C1C56-4F95-493F-93BB-EA3D3179862D}" type="slidenum">
              <a:rPr lang="sv-SE" smtClean="0"/>
              <a:t>‹#›</a:t>
            </a:fld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160695495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sv-SE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sv-SE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DDEB30-33BC-43D9-BC16-9E4537202C6A}" type="datetimeFigureOut">
              <a:rPr lang="sv-SE" smtClean="0"/>
              <a:t>2025-04-24</a:t>
            </a:fld>
            <a:endParaRPr lang="sv-S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v-S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2C1C56-4F95-493F-93BB-EA3D3179862D}" type="slidenum">
              <a:rPr lang="sv-SE" smtClean="0"/>
              <a:t>‹#›</a:t>
            </a:fld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237358611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sv-SE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sv-SE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DDEB30-33BC-43D9-BC16-9E4537202C6A}" type="datetimeFigureOut">
              <a:rPr lang="sv-SE" smtClean="0"/>
              <a:t>2025-04-24</a:t>
            </a:fld>
            <a:endParaRPr lang="sv-S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v-S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2C1C56-4F95-493F-93BB-EA3D3179862D}" type="slidenum">
              <a:rPr lang="sv-SE" smtClean="0"/>
              <a:t>‹#›</a:t>
            </a:fld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177426747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sv-SE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sv-SE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DDEB30-33BC-43D9-BC16-9E4537202C6A}" type="datetimeFigureOut">
              <a:rPr lang="sv-SE" smtClean="0"/>
              <a:t>2025-04-24</a:t>
            </a:fld>
            <a:endParaRPr lang="sv-S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v-S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2C1C56-4F95-493F-93BB-EA3D3179862D}" type="slidenum">
              <a:rPr lang="sv-SE" smtClean="0"/>
              <a:t>‹#›</a:t>
            </a:fld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35798381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sv-SE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sv-SE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9DDEB30-33BC-43D9-BC16-9E4537202C6A}" type="datetimeFigureOut">
              <a:rPr lang="sv-SE" smtClean="0"/>
              <a:t>2025-04-24</a:t>
            </a:fld>
            <a:endParaRPr lang="sv-S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sv-S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02C1C56-4F95-493F-93BB-EA3D3179862D}" type="slidenum">
              <a:rPr lang="sv-SE" smtClean="0"/>
              <a:t>‹#›</a:t>
            </a:fld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190079572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sv-S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image" Target="../media/image1.emf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emf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emf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emf"/><Relationship Id="rId2" Type="http://schemas.openxmlformats.org/officeDocument/2006/relationships/image" Target="../media/image5.emf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7.emf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emf"/><Relationship Id="rId2" Type="http://schemas.openxmlformats.org/officeDocument/2006/relationships/image" Target="../media/image6.emf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8.emf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/>
          <p:cNvSpPr txBox="1"/>
          <p:nvPr/>
        </p:nvSpPr>
        <p:spPr>
          <a:xfrm>
            <a:off x="5397500" y="2963723"/>
            <a:ext cx="63246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(a)</a:t>
            </a:r>
            <a:endParaRPr lang="sv-SE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5397500" y="6774180"/>
            <a:ext cx="63246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(b)</a:t>
            </a:r>
            <a:endParaRPr lang="sv-SE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9" name="Picture 8"/>
          <p:cNvPicPr>
            <a:picLocks noChangeAspect="1"/>
          </p:cNvPicPr>
          <p:nvPr/>
        </p:nvPicPr>
        <p:blipFill rotWithShape="1">
          <a:blip r:embed="rId2"/>
          <a:srcRect l="5201" t="6741" r="91299" b="15250"/>
          <a:stretch/>
        </p:blipFill>
        <p:spPr>
          <a:xfrm>
            <a:off x="1095375" y="-15195"/>
            <a:ext cx="333375" cy="2972137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 rotWithShape="1">
          <a:blip r:embed="rId2"/>
          <a:srcRect l="5201" t="6741" r="91299" b="15250"/>
          <a:stretch/>
        </p:blipFill>
        <p:spPr>
          <a:xfrm>
            <a:off x="1095375" y="3230116"/>
            <a:ext cx="333375" cy="2972137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 rotWithShape="1">
          <a:blip r:embed="rId3"/>
          <a:srcRect l="8809" t="5793" r="7697" b="15862"/>
          <a:stretch/>
        </p:blipFill>
        <p:spPr>
          <a:xfrm>
            <a:off x="1549400" y="63062"/>
            <a:ext cx="7952740" cy="2984938"/>
          </a:xfrm>
          <a:prstGeom prst="rect">
            <a:avLst/>
          </a:prstGeom>
        </p:spPr>
      </p:pic>
      <p:pic>
        <p:nvPicPr>
          <p:cNvPr id="2" name="Picture 1"/>
          <p:cNvPicPr>
            <a:picLocks noChangeAspect="1"/>
          </p:cNvPicPr>
          <p:nvPr/>
        </p:nvPicPr>
        <p:blipFill rotWithShape="1">
          <a:blip r:embed="rId4"/>
          <a:srcRect l="7334"/>
          <a:stretch/>
        </p:blipFill>
        <p:spPr>
          <a:xfrm>
            <a:off x="1398270" y="3048000"/>
            <a:ext cx="8826500" cy="381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3057364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 rotWithShape="1">
          <a:blip r:embed="rId2"/>
          <a:srcRect l="5700" t="5250" r="7700"/>
          <a:stretch/>
        </p:blipFill>
        <p:spPr>
          <a:xfrm>
            <a:off x="1876424" y="1724024"/>
            <a:ext cx="8248651" cy="36099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6924990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/>
          <p:cNvSpPr txBox="1"/>
          <p:nvPr/>
        </p:nvSpPr>
        <p:spPr>
          <a:xfrm>
            <a:off x="5397500" y="2963723"/>
            <a:ext cx="63246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(a)</a:t>
            </a:r>
            <a:endParaRPr lang="sv-SE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5397500" y="6858000"/>
            <a:ext cx="63246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(b)</a:t>
            </a:r>
            <a:endParaRPr lang="sv-SE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 rotWithShape="1">
          <a:blip r:embed="rId2"/>
          <a:srcRect l="8500" r="7753"/>
          <a:stretch/>
        </p:blipFill>
        <p:spPr>
          <a:xfrm>
            <a:off x="1514475" y="3052763"/>
            <a:ext cx="7976997" cy="3810000"/>
          </a:xfrm>
          <a:prstGeom prst="rect">
            <a:avLst/>
          </a:prstGeom>
        </p:spPr>
      </p:pic>
      <p:pic>
        <p:nvPicPr>
          <p:cNvPr id="9" name="Picture 8"/>
          <p:cNvPicPr>
            <a:picLocks noChangeAspect="1"/>
          </p:cNvPicPr>
          <p:nvPr/>
        </p:nvPicPr>
        <p:blipFill rotWithShape="1">
          <a:blip r:embed="rId3"/>
          <a:srcRect l="4425" r="92336" b="13000"/>
          <a:stretch/>
        </p:blipFill>
        <p:spPr>
          <a:xfrm>
            <a:off x="1145381" y="-172897"/>
            <a:ext cx="308515" cy="3314700"/>
          </a:xfrm>
          <a:prstGeom prst="rect">
            <a:avLst/>
          </a:prstGeom>
        </p:spPr>
      </p:pic>
      <p:pic>
        <p:nvPicPr>
          <p:cNvPr id="11" name="Picture 10"/>
          <p:cNvPicPr>
            <a:picLocks noChangeAspect="1"/>
          </p:cNvPicPr>
          <p:nvPr/>
        </p:nvPicPr>
        <p:blipFill rotWithShape="1">
          <a:blip r:embed="rId3"/>
          <a:srcRect l="4425" r="92144" b="13000"/>
          <a:stretch/>
        </p:blipFill>
        <p:spPr>
          <a:xfrm>
            <a:off x="1145381" y="3108466"/>
            <a:ext cx="326803" cy="3314700"/>
          </a:xfrm>
          <a:prstGeom prst="rect">
            <a:avLst/>
          </a:prstGeom>
        </p:spPr>
      </p:pic>
      <p:pic>
        <p:nvPicPr>
          <p:cNvPr id="2" name="Picture 1"/>
          <p:cNvPicPr>
            <a:picLocks noChangeAspect="1"/>
          </p:cNvPicPr>
          <p:nvPr/>
        </p:nvPicPr>
        <p:blipFill rotWithShape="1">
          <a:blip r:embed="rId4"/>
          <a:srcRect l="7556" t="5408" r="8792" b="14535"/>
          <a:stretch/>
        </p:blipFill>
        <p:spPr>
          <a:xfrm>
            <a:off x="1413573" y="2573"/>
            <a:ext cx="7967854" cy="30501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1936993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/>
          <p:cNvSpPr txBox="1"/>
          <p:nvPr/>
        </p:nvSpPr>
        <p:spPr>
          <a:xfrm>
            <a:off x="5397500" y="2963723"/>
            <a:ext cx="63246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(a)</a:t>
            </a:r>
            <a:endParaRPr lang="sv-SE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5397500" y="6858000"/>
            <a:ext cx="63246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(b)</a:t>
            </a:r>
            <a:endParaRPr lang="sv-SE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9" name="Picture 8"/>
          <p:cNvPicPr>
            <a:picLocks noChangeAspect="1"/>
          </p:cNvPicPr>
          <p:nvPr/>
        </p:nvPicPr>
        <p:blipFill rotWithShape="1">
          <a:blip r:embed="rId2"/>
          <a:srcRect l="4425" r="92336" b="13000"/>
          <a:stretch/>
        </p:blipFill>
        <p:spPr>
          <a:xfrm>
            <a:off x="1145381" y="-172897"/>
            <a:ext cx="308515" cy="3314700"/>
          </a:xfrm>
          <a:prstGeom prst="rect">
            <a:avLst/>
          </a:prstGeom>
        </p:spPr>
      </p:pic>
      <p:pic>
        <p:nvPicPr>
          <p:cNvPr id="11" name="Picture 10"/>
          <p:cNvPicPr>
            <a:picLocks noChangeAspect="1"/>
          </p:cNvPicPr>
          <p:nvPr/>
        </p:nvPicPr>
        <p:blipFill rotWithShape="1">
          <a:blip r:embed="rId2"/>
          <a:srcRect l="4425" r="92144" b="13000"/>
          <a:stretch/>
        </p:blipFill>
        <p:spPr>
          <a:xfrm>
            <a:off x="1145381" y="3108466"/>
            <a:ext cx="326803" cy="3314700"/>
          </a:xfrm>
          <a:prstGeom prst="rect">
            <a:avLst/>
          </a:prstGeom>
        </p:spPr>
      </p:pic>
      <p:pic>
        <p:nvPicPr>
          <p:cNvPr id="2" name="Picture 1"/>
          <p:cNvPicPr>
            <a:picLocks noChangeAspect="1"/>
          </p:cNvPicPr>
          <p:nvPr/>
        </p:nvPicPr>
        <p:blipFill rotWithShape="1">
          <a:blip r:embed="rId3"/>
          <a:srcRect l="7556" t="5408" r="8792" b="14535"/>
          <a:stretch/>
        </p:blipFill>
        <p:spPr>
          <a:xfrm>
            <a:off x="1413573" y="2573"/>
            <a:ext cx="7967854" cy="3050190"/>
          </a:xfrm>
          <a:prstGeom prst="rect">
            <a:avLst/>
          </a:prstGeom>
        </p:spPr>
      </p:pic>
      <p:pic>
        <p:nvPicPr>
          <p:cNvPr id="3" name="Picture 2"/>
          <p:cNvPicPr>
            <a:picLocks noChangeAspect="1"/>
          </p:cNvPicPr>
          <p:nvPr/>
        </p:nvPicPr>
        <p:blipFill rotWithShape="1">
          <a:blip r:embed="rId4"/>
          <a:srcRect l="8597" r="7307"/>
          <a:stretch/>
        </p:blipFill>
        <p:spPr>
          <a:xfrm>
            <a:off x="1545336" y="3108466"/>
            <a:ext cx="8010144" cy="381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3452384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 rotWithShape="1">
          <a:blip r:embed="rId2"/>
          <a:srcRect l="7794" t="6984" r="7503" b="18527"/>
          <a:stretch/>
        </p:blipFill>
        <p:spPr>
          <a:xfrm>
            <a:off x="1981200" y="638175"/>
            <a:ext cx="7753350" cy="4093845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2720340" y="2857500"/>
            <a:ext cx="518160" cy="960120"/>
          </a:xfrm>
          <a:prstGeom prst="rect">
            <a:avLst/>
          </a:prstGeom>
          <a:noFill/>
          <a:ln>
            <a:solidFill>
              <a:schemeClr val="tx1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sv-SE"/>
          </a:p>
        </p:txBody>
      </p:sp>
      <p:sp>
        <p:nvSpPr>
          <p:cNvPr id="7" name="Rectangle 6"/>
          <p:cNvSpPr/>
          <p:nvPr/>
        </p:nvSpPr>
        <p:spPr>
          <a:xfrm>
            <a:off x="4556760" y="2907126"/>
            <a:ext cx="1775460" cy="1428654"/>
          </a:xfrm>
          <a:prstGeom prst="rect">
            <a:avLst/>
          </a:prstGeom>
          <a:solidFill>
            <a:schemeClr val="bg1">
              <a:lumMod val="85000"/>
            </a:schemeClr>
          </a:solidFill>
          <a:ln w="28575">
            <a:solidFill>
              <a:schemeClr val="tx1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sv-SE"/>
          </a:p>
        </p:txBody>
      </p:sp>
      <p:cxnSp>
        <p:nvCxnSpPr>
          <p:cNvPr id="9" name="Straight Arrow Connector 8"/>
          <p:cNvCxnSpPr/>
          <p:nvPr/>
        </p:nvCxnSpPr>
        <p:spPr>
          <a:xfrm>
            <a:off x="3238500" y="3337560"/>
            <a:ext cx="1318260" cy="33528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5" name="Picture 4"/>
          <p:cNvPicPr>
            <a:picLocks noChangeAspect="1"/>
          </p:cNvPicPr>
          <p:nvPr/>
        </p:nvPicPr>
        <p:blipFill rotWithShape="1">
          <a:blip r:embed="rId3"/>
          <a:srcRect l="41908" t="46476" r="44950" b="34997"/>
          <a:stretch/>
        </p:blipFill>
        <p:spPr>
          <a:xfrm>
            <a:off x="4591050" y="2946163"/>
            <a:ext cx="1706880" cy="13505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7798170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1132</TotalTime>
  <Words>18</Words>
  <Application>Microsoft Office PowerPoint</Application>
  <PresentationFormat>Widescreen</PresentationFormat>
  <Paragraphs>6</Paragraphs>
  <Slides>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10" baseType="lpstr">
      <vt:lpstr>Arial</vt:lpstr>
      <vt:lpstr>Calibri</vt:lpstr>
      <vt:lpstr>Calibri Light</vt:lpstr>
      <vt:lpstr>Times New Roman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KTH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Enes Ayaz</dc:creator>
  <cp:lastModifiedBy>Enes Ayaz</cp:lastModifiedBy>
  <cp:revision>19</cp:revision>
  <dcterms:created xsi:type="dcterms:W3CDTF">2025-04-22T14:02:26Z</dcterms:created>
  <dcterms:modified xsi:type="dcterms:W3CDTF">2025-04-24T15:08:13Z</dcterms:modified>
</cp:coreProperties>
</file>