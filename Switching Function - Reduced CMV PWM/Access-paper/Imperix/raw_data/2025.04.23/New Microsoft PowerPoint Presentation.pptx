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8" r:id="rId3"/>
    <p:sldId id="259" r:id="rId4"/>
    <p:sldId id="261" r:id="rId5"/>
    <p:sldId id="265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4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78243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57447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92652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6922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16714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8029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11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695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3586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74267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983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DDEB30-33BC-43D9-BC16-9E4537202C6A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00795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7036" r="8109"/>
          <a:stretch/>
        </p:blipFill>
        <p:spPr>
          <a:xfrm>
            <a:off x="1366344" y="3048000"/>
            <a:ext cx="8082456" cy="381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551" t="5793" r="7697" b="15862"/>
          <a:stretch/>
        </p:blipFill>
        <p:spPr>
          <a:xfrm>
            <a:off x="1524788" y="63062"/>
            <a:ext cx="7977352" cy="2984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573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5700" t="5250" r="7700"/>
          <a:stretch/>
        </p:blipFill>
        <p:spPr>
          <a:xfrm>
            <a:off x="1876424" y="1724024"/>
            <a:ext cx="8248651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249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8500" r="7753"/>
          <a:stretch/>
        </p:blipFill>
        <p:spPr>
          <a:xfrm>
            <a:off x="1514475" y="3052763"/>
            <a:ext cx="7976997" cy="381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4425" r="92336" b="13000"/>
          <a:stretch/>
        </p:blipFill>
        <p:spPr>
          <a:xfrm>
            <a:off x="1145381" y="-172897"/>
            <a:ext cx="308515" cy="33147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rcRect l="4425" r="92144" b="13000"/>
          <a:stretch/>
        </p:blipFill>
        <p:spPr>
          <a:xfrm>
            <a:off x="1145381" y="3108466"/>
            <a:ext cx="326803" cy="33147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l="7556" t="5408" r="8792" b="14535"/>
          <a:stretch/>
        </p:blipFill>
        <p:spPr>
          <a:xfrm>
            <a:off x="1413573" y="2573"/>
            <a:ext cx="7967854" cy="305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69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4425" r="92336" b="13000"/>
          <a:stretch/>
        </p:blipFill>
        <p:spPr>
          <a:xfrm>
            <a:off x="1145381" y="-172897"/>
            <a:ext cx="308515" cy="33147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4425" r="92144" b="13000"/>
          <a:stretch/>
        </p:blipFill>
        <p:spPr>
          <a:xfrm>
            <a:off x="1145381" y="3108466"/>
            <a:ext cx="326803" cy="33147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7556" t="5408" r="8792" b="14535"/>
          <a:stretch/>
        </p:blipFill>
        <p:spPr>
          <a:xfrm>
            <a:off x="1413573" y="2573"/>
            <a:ext cx="7967854" cy="305019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8597" r="7307"/>
          <a:stretch/>
        </p:blipFill>
        <p:spPr>
          <a:xfrm>
            <a:off x="1545336" y="3108466"/>
            <a:ext cx="8010144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523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7794" t="6984" r="7503" b="18527"/>
          <a:stretch/>
        </p:blipFill>
        <p:spPr>
          <a:xfrm>
            <a:off x="1981200" y="638175"/>
            <a:ext cx="7753350" cy="409384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20340" y="2857500"/>
            <a:ext cx="518160" cy="96012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" name="Rectangle 6"/>
          <p:cNvSpPr/>
          <p:nvPr/>
        </p:nvSpPr>
        <p:spPr>
          <a:xfrm>
            <a:off x="4556760" y="2907126"/>
            <a:ext cx="1775460" cy="1428654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3238500" y="3337560"/>
            <a:ext cx="1318260" cy="335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41908" t="46476" r="44950" b="34997"/>
          <a:stretch/>
        </p:blipFill>
        <p:spPr>
          <a:xfrm>
            <a:off x="4591050" y="2946163"/>
            <a:ext cx="1706880" cy="135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81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1122</TotalTime>
  <Words>18</Words>
  <Application>Microsoft Office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17</cp:revision>
  <dcterms:created xsi:type="dcterms:W3CDTF">2025-04-22T14:02:26Z</dcterms:created>
  <dcterms:modified xsi:type="dcterms:W3CDTF">2025-04-23T10:52:29Z</dcterms:modified>
</cp:coreProperties>
</file>