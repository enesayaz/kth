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9" r:id="rId3"/>
    <p:sldId id="258" r:id="rId4"/>
    <p:sldId id="259" r:id="rId5"/>
    <p:sldId id="261" r:id="rId6"/>
    <p:sldId id="265" r:id="rId7"/>
    <p:sldId id="266" r:id="rId8"/>
    <p:sldId id="267" r:id="rId9"/>
    <p:sldId id="270" r:id="rId10"/>
    <p:sldId id="268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69" autoAdjust="0"/>
    <p:restoredTop sz="94660"/>
  </p:normalViewPr>
  <p:slideViewPr>
    <p:cSldViewPr snapToGrid="0">
      <p:cViewPr>
        <p:scale>
          <a:sx n="75" d="100"/>
          <a:sy n="75" d="100"/>
        </p:scale>
        <p:origin x="4188" y="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78243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57447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92652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6922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16714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8029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811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0695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3586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74267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7983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DDEB30-33BC-43D9-BC16-9E4537202C6A}" type="datetimeFigureOut">
              <a:rPr lang="sv-SE" smtClean="0"/>
              <a:t>2025-09-23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00795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8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9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77418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-15195"/>
            <a:ext cx="333375" cy="29721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3230116"/>
            <a:ext cx="333375" cy="297213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8809" t="5793" r="7697" b="15862"/>
          <a:stretch/>
        </p:blipFill>
        <p:spPr>
          <a:xfrm>
            <a:off x="1549400" y="63062"/>
            <a:ext cx="7952740" cy="2984938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l="7334" r="7746"/>
          <a:stretch/>
        </p:blipFill>
        <p:spPr>
          <a:xfrm>
            <a:off x="1398270" y="3048000"/>
            <a:ext cx="8088630" cy="38100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/>
          <a:srcRect l="79700" t="13500" r="11600" b="53001"/>
          <a:stretch/>
        </p:blipFill>
        <p:spPr>
          <a:xfrm>
            <a:off x="8267700" y="309070"/>
            <a:ext cx="914399" cy="140838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l="79700" t="13500" r="11600" b="53001"/>
          <a:stretch/>
        </p:blipFill>
        <p:spPr>
          <a:xfrm>
            <a:off x="8267699" y="3544615"/>
            <a:ext cx="914399" cy="140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573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l="79700" t="13500" r="11600" b="53001"/>
          <a:stretch/>
        </p:blipFill>
        <p:spPr>
          <a:xfrm>
            <a:off x="8924925" y="2038351"/>
            <a:ext cx="82867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384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5700" t="5250" r="7700"/>
          <a:stretch/>
        </p:blipFill>
        <p:spPr>
          <a:xfrm>
            <a:off x="1876424" y="1724024"/>
            <a:ext cx="8248651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249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4425" r="92144" b="13000"/>
          <a:stretch/>
        </p:blipFill>
        <p:spPr>
          <a:xfrm>
            <a:off x="1145381" y="3108466"/>
            <a:ext cx="326803" cy="3314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8000" r="7752"/>
          <a:stretch/>
        </p:blipFill>
        <p:spPr>
          <a:xfrm>
            <a:off x="1466851" y="3052763"/>
            <a:ext cx="8024622" cy="381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4425" r="92336" b="13000"/>
          <a:stretch/>
        </p:blipFill>
        <p:spPr>
          <a:xfrm>
            <a:off x="1145381" y="-172897"/>
            <a:ext cx="308515" cy="33147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l="7556" t="5408" r="8792" b="14535"/>
          <a:stretch/>
        </p:blipFill>
        <p:spPr>
          <a:xfrm>
            <a:off x="1413573" y="2573"/>
            <a:ext cx="7967854" cy="305019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5"/>
          <a:srcRect l="79700" t="13500" r="11600" b="53001"/>
          <a:stretch/>
        </p:blipFill>
        <p:spPr>
          <a:xfrm>
            <a:off x="8248650" y="280495"/>
            <a:ext cx="914399" cy="140838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l="79700" t="13500" r="11600" b="53001"/>
          <a:stretch/>
        </p:blipFill>
        <p:spPr>
          <a:xfrm>
            <a:off x="8248650" y="3546996"/>
            <a:ext cx="914399" cy="140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69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4425" r="92336" b="13000"/>
          <a:stretch/>
        </p:blipFill>
        <p:spPr>
          <a:xfrm>
            <a:off x="1145381" y="-172897"/>
            <a:ext cx="308515" cy="33147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4425" r="92144" b="13000"/>
          <a:stretch/>
        </p:blipFill>
        <p:spPr>
          <a:xfrm>
            <a:off x="1145381" y="3108466"/>
            <a:ext cx="326803" cy="33147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7556" t="5408" r="8792" b="14535"/>
          <a:stretch/>
        </p:blipFill>
        <p:spPr>
          <a:xfrm>
            <a:off x="1413573" y="2573"/>
            <a:ext cx="7967854" cy="305019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8597" r="7307"/>
          <a:stretch/>
        </p:blipFill>
        <p:spPr>
          <a:xfrm>
            <a:off x="1545336" y="3108466"/>
            <a:ext cx="8010144" cy="3810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5"/>
          <a:srcRect l="79700" t="13500" r="11600" b="53001"/>
          <a:stretch/>
        </p:blipFill>
        <p:spPr>
          <a:xfrm>
            <a:off x="8248650" y="280495"/>
            <a:ext cx="914399" cy="140838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l="79700" t="13500" r="11600" b="53001"/>
          <a:stretch/>
        </p:blipFill>
        <p:spPr>
          <a:xfrm>
            <a:off x="8248650" y="3546996"/>
            <a:ext cx="914399" cy="140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523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7794" t="6984" r="7503" b="18527"/>
          <a:stretch/>
        </p:blipFill>
        <p:spPr>
          <a:xfrm>
            <a:off x="1981200" y="638175"/>
            <a:ext cx="7753350" cy="409384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20340" y="2857500"/>
            <a:ext cx="518160" cy="960120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" name="Rectangle 6"/>
          <p:cNvSpPr/>
          <p:nvPr/>
        </p:nvSpPr>
        <p:spPr>
          <a:xfrm>
            <a:off x="4556760" y="2907126"/>
            <a:ext cx="1775460" cy="1428654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3238500" y="3337560"/>
            <a:ext cx="1318260" cy="335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41908" t="46476" r="44950" b="34997"/>
          <a:stretch/>
        </p:blipFill>
        <p:spPr>
          <a:xfrm>
            <a:off x="4591050" y="2946163"/>
            <a:ext cx="1706880" cy="135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981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1524000"/>
            <a:ext cx="952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35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1524000"/>
            <a:ext cx="952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888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397500" y="1844551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7500" y="5738828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3333" r="6400"/>
          <a:stretch/>
        </p:blipFill>
        <p:spPr>
          <a:xfrm>
            <a:off x="1155700" y="1986717"/>
            <a:ext cx="8597900" cy="38100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r="7534"/>
          <a:stretch/>
        </p:blipFill>
        <p:spPr>
          <a:xfrm>
            <a:off x="692150" y="-1905000"/>
            <a:ext cx="880745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473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725" y="571500"/>
            <a:ext cx="9525000" cy="381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7975" y="901823"/>
            <a:ext cx="2320926" cy="10793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5416550" y="2051050"/>
            <a:ext cx="6350" cy="14859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>
            <a:glow rad="63500">
              <a:schemeClr val="bg1"/>
            </a:glo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r="7700"/>
          <a:stretch/>
        </p:blipFill>
        <p:spPr>
          <a:xfrm>
            <a:off x="4061983" y="980170"/>
            <a:ext cx="2309897" cy="1001031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975" y="4953000"/>
            <a:ext cx="952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467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2606</TotalTime>
  <Words>24</Words>
  <Application>Microsoft Office PowerPoint</Application>
  <PresentationFormat>Widescreen</PresentationFormat>
  <Paragraphs>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29</cp:revision>
  <dcterms:created xsi:type="dcterms:W3CDTF">2025-04-22T14:02:26Z</dcterms:created>
  <dcterms:modified xsi:type="dcterms:W3CDTF">2025-09-24T10:48:27Z</dcterms:modified>
</cp:coreProperties>
</file>