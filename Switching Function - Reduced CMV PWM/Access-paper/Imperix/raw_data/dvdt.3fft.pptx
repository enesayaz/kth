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5" r:id="rId2"/>
    <p:sldId id="286" r:id="rId3"/>
    <p:sldId id="287" r:id="rId4"/>
    <p:sldId id="288" r:id="rId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BFF"/>
    <a:srgbClr val="3AE657"/>
    <a:srgbClr val="FF00FF"/>
    <a:srgbClr val="5BFF21"/>
    <a:srgbClr val="FE7ED0"/>
    <a:srgbClr val="0033CC"/>
    <a:srgbClr val="02C9CE"/>
    <a:srgbClr val="BC0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39" autoAdjust="0"/>
    <p:restoredTop sz="74262" autoAdjust="0"/>
  </p:normalViewPr>
  <p:slideViewPr>
    <p:cSldViewPr snapToGrid="0">
      <p:cViewPr>
        <p:scale>
          <a:sx n="100" d="100"/>
          <a:sy n="100" d="100"/>
        </p:scale>
        <p:origin x="2106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242EF-9523-44CC-A9D6-8A54B75E8B6F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A3E73-AB6F-473D-8A0C-3F8FACBF84D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551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3193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0826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2344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761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81542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36232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2451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165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20379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2795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28575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46C5C-7B3C-46DF-B479-A650EF2753E0}" type="datetimeFigureOut">
              <a:rPr lang="sv-SE" smtClean="0"/>
              <a:t>2025-09-15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4267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emf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emf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12" y="-1631980"/>
            <a:ext cx="5334000" cy="4000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12" y="2368520"/>
            <a:ext cx="5334000" cy="400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97132" y="2268493"/>
            <a:ext cx="419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97132" y="6268993"/>
            <a:ext cx="419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035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925" y="-1723965"/>
            <a:ext cx="5334000" cy="4000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925" y="2333685"/>
            <a:ext cx="53340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89812" y="2219385"/>
            <a:ext cx="419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8375" y="6334185"/>
            <a:ext cx="419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165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2"/>
          <a:srcRect r="5659"/>
          <a:stretch/>
        </p:blipFill>
        <p:spPr>
          <a:xfrm>
            <a:off x="6220009" y="4605785"/>
            <a:ext cx="5032191" cy="400050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3"/>
          <a:srcRect r="6549"/>
          <a:stretch/>
        </p:blipFill>
        <p:spPr>
          <a:xfrm>
            <a:off x="6242143" y="605285"/>
            <a:ext cx="4984657" cy="4000500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99" y="597000"/>
            <a:ext cx="5334000" cy="40005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44" y="4605785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5758" y="4492046"/>
            <a:ext cx="533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endParaRPr lang="sv-S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55758" y="8592742"/>
            <a:ext cx="533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42602" y="4487155"/>
            <a:ext cx="533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endParaRPr lang="sv-S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68045" y="8587851"/>
            <a:ext cx="533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860232" y="5448300"/>
                <a:ext cx="2463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WTHD=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2.27%</m:t>
                    </m:r>
                  </m:oMath>
                </a14:m>
                <a:endParaRPr lang="sv-SE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232" y="5448300"/>
                <a:ext cx="2463800" cy="523220"/>
              </a:xfrm>
              <a:prstGeom prst="rect">
                <a:avLst/>
              </a:prstGeom>
              <a:blipFill>
                <a:blip r:embed="rId6"/>
                <a:stretch>
                  <a:fillRect l="-4950" t="-12791" b="-3139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194232" y="5448300"/>
                <a:ext cx="2463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WTHD=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.44%</m:t>
                    </m:r>
                  </m:oMath>
                </a14:m>
                <a:endParaRPr lang="sv-SE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232" y="5448300"/>
                <a:ext cx="2463800" cy="523220"/>
              </a:xfrm>
              <a:prstGeom prst="rect">
                <a:avLst/>
              </a:prstGeom>
              <a:blipFill>
                <a:blip r:embed="rId7"/>
                <a:stretch>
                  <a:fillRect l="-4950" t="-12791" b="-3139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 flipV="1">
            <a:off x="8567678" y="405859"/>
            <a:ext cx="4170" cy="955196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8836242" y="906175"/>
                <a:ext cx="16640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</m:sub>
                      </m:sSub>
                    </m:oMath>
                  </m:oMathPara>
                </a14:m>
                <a:endParaRPr lang="sv-S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242" y="906175"/>
                <a:ext cx="1664017" cy="461665"/>
              </a:xfrm>
              <a:prstGeom prst="rect">
                <a:avLst/>
              </a:prstGeom>
              <a:blipFill>
                <a:blip r:embed="rId8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046367" y="892569"/>
                <a:ext cx="1437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.14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</m:sub>
                      </m:sSub>
                    </m:oMath>
                  </m:oMathPara>
                </a14:m>
                <a:endParaRPr lang="sv-S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367" y="892569"/>
                <a:ext cx="1437800" cy="461665"/>
              </a:xfrm>
              <a:prstGeom prst="rect">
                <a:avLst/>
              </a:prstGeom>
              <a:blipFill>
                <a:blip r:embed="rId9"/>
                <a:stretch>
                  <a:fillRect l="-1271" r="-5508" b="-263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/>
          <p:cNvCxnSpPr/>
          <p:nvPr/>
        </p:nvCxnSpPr>
        <p:spPr>
          <a:xfrm flipV="1">
            <a:off x="2960758" y="511635"/>
            <a:ext cx="5828" cy="727074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312744" y="87877"/>
            <a:ext cx="15251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HF </a:t>
            </a:r>
          </a:p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CMV</a:t>
            </a:r>
            <a:endParaRPr lang="sv-S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496297" y="77583"/>
            <a:ext cx="1532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DC + LF </a:t>
            </a:r>
          </a:p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CMV</a:t>
            </a:r>
            <a:endParaRPr lang="sv-S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225367" y="868565"/>
                <a:ext cx="16640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.26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</m:sub>
                      </m:sSub>
                    </m:oMath>
                  </m:oMathPara>
                </a14:m>
                <a:endParaRPr lang="sv-S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367" y="868565"/>
                <a:ext cx="1664017" cy="461665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454239" y="870310"/>
                <a:ext cx="1437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.05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</m:sub>
                      </m:sSub>
                    </m:oMath>
                  </m:oMathPara>
                </a14:m>
                <a:endParaRPr lang="sv-S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239" y="870310"/>
                <a:ext cx="1437800" cy="461665"/>
              </a:xfrm>
              <a:prstGeom prst="rect">
                <a:avLst/>
              </a:prstGeom>
              <a:blipFill>
                <a:blip r:embed="rId11"/>
                <a:stretch>
                  <a:fillRect l="-1277" r="-5957" b="-4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/>
          <p:cNvSpPr txBox="1"/>
          <p:nvPr/>
        </p:nvSpPr>
        <p:spPr>
          <a:xfrm>
            <a:off x="8887009" y="87877"/>
            <a:ext cx="15251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HF </a:t>
            </a:r>
          </a:p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CMV</a:t>
            </a:r>
            <a:endParaRPr lang="sv-S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070562" y="77583"/>
            <a:ext cx="1532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DC + LF </a:t>
            </a:r>
          </a:p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CMV</a:t>
            </a:r>
            <a:endParaRPr lang="sv-S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92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524000"/>
            <a:ext cx="952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966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6918</TotalTime>
  <Words>60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95</cp:revision>
  <dcterms:created xsi:type="dcterms:W3CDTF">2023-07-06T09:42:55Z</dcterms:created>
  <dcterms:modified xsi:type="dcterms:W3CDTF">2025-09-15T10:08:27Z</dcterms:modified>
</cp:coreProperties>
</file>