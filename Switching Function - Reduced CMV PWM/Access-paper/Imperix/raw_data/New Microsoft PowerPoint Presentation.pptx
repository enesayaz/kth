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496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824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5744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92652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6922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671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8029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81126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695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358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7426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798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DEB30-33BC-43D9-BC16-9E4537202C6A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079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397500" y="2963723"/>
            <a:ext cx="632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7500" y="6875939"/>
            <a:ext cx="632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5394" t="6239" r="7907"/>
          <a:stretch/>
        </p:blipFill>
        <p:spPr>
          <a:xfrm>
            <a:off x="1200150" y="3333750"/>
            <a:ext cx="8258175" cy="357227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l="5599" t="4399" r="8601" b="15102"/>
          <a:stretch/>
        </p:blipFill>
        <p:spPr>
          <a:xfrm>
            <a:off x="1243012" y="28972"/>
            <a:ext cx="81724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90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2</cp:revision>
  <dcterms:created xsi:type="dcterms:W3CDTF">2025-04-22T14:02:26Z</dcterms:created>
  <dcterms:modified xsi:type="dcterms:W3CDTF">2025-04-22T14:17:46Z</dcterms:modified>
</cp:coreProperties>
</file>