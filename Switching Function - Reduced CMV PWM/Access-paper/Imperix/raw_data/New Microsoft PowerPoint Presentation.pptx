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2" r:id="rId5"/>
    <p:sldId id="263" r:id="rId6"/>
    <p:sldId id="264" r:id="rId7"/>
    <p:sldId id="258" r:id="rId8"/>
    <p:sldId id="259" r:id="rId9"/>
    <p:sldId id="261" r:id="rId10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456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78243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744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92652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922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16714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8029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11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695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3586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74267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983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00795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2"/>
          <a:srcRect l="5394" t="6239" r="7907"/>
          <a:stretch/>
        </p:blipFill>
        <p:spPr>
          <a:xfrm>
            <a:off x="1200150" y="3333750"/>
            <a:ext cx="8258175" cy="3572272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l="5599" t="4399" r="8601" b="15102"/>
          <a:stretch/>
        </p:blipFill>
        <p:spPr>
          <a:xfrm>
            <a:off x="1243012" y="28972"/>
            <a:ext cx="8172450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390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5201" t="6741" r="8299" b="15250"/>
          <a:stretch/>
        </p:blipFill>
        <p:spPr>
          <a:xfrm>
            <a:off x="1209675" y="9525"/>
            <a:ext cx="8239125" cy="29721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5600" r="8300"/>
          <a:stretch/>
        </p:blipFill>
        <p:spPr>
          <a:xfrm>
            <a:off x="1266825" y="3048000"/>
            <a:ext cx="8201025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41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8801" t="6741" r="8299" b="15250"/>
          <a:stretch/>
        </p:blipFill>
        <p:spPr>
          <a:xfrm>
            <a:off x="1552575" y="9525"/>
            <a:ext cx="7896225" cy="29721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7598" r="7602"/>
          <a:stretch/>
        </p:blipFill>
        <p:spPr>
          <a:xfrm>
            <a:off x="1428750" y="3048000"/>
            <a:ext cx="8077199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011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8801" t="6741" r="8299" b="15250"/>
          <a:stretch/>
        </p:blipFill>
        <p:spPr>
          <a:xfrm>
            <a:off x="1552575" y="9525"/>
            <a:ext cx="7896225" cy="297213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7036" r="8280"/>
          <a:stretch/>
        </p:blipFill>
        <p:spPr>
          <a:xfrm>
            <a:off x="1382545" y="3048000"/>
            <a:ext cx="8066255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820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8801" t="6741" r="8299" b="15250"/>
          <a:stretch/>
        </p:blipFill>
        <p:spPr>
          <a:xfrm>
            <a:off x="1552575" y="9525"/>
            <a:ext cx="7896225" cy="297213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1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7036" r="8109"/>
          <a:stretch/>
        </p:blipFill>
        <p:spPr>
          <a:xfrm>
            <a:off x="1366344" y="3048000"/>
            <a:ext cx="8082456" cy="381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551" t="5793" r="7697" b="15862"/>
          <a:stretch/>
        </p:blipFill>
        <p:spPr>
          <a:xfrm>
            <a:off x="1524788" y="63062"/>
            <a:ext cx="7977352" cy="2984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573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5700" t="5250" r="7700"/>
          <a:stretch/>
        </p:blipFill>
        <p:spPr>
          <a:xfrm>
            <a:off x="1876424" y="1724024"/>
            <a:ext cx="8248651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249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8500" r="7753"/>
          <a:stretch/>
        </p:blipFill>
        <p:spPr>
          <a:xfrm>
            <a:off x="1514475" y="3052763"/>
            <a:ext cx="7976997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69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8597" r="7307"/>
          <a:stretch/>
        </p:blipFill>
        <p:spPr>
          <a:xfrm>
            <a:off x="1545336" y="3108466"/>
            <a:ext cx="8010144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523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48</Words>
  <Application>Microsoft Office PowerPoint</Application>
  <PresentationFormat>Widescreen</PresentationFormat>
  <Paragraphs>16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15</cp:revision>
  <dcterms:created xsi:type="dcterms:W3CDTF">2025-04-22T14:02:26Z</dcterms:created>
  <dcterms:modified xsi:type="dcterms:W3CDTF">2025-04-23T10:34:32Z</dcterms:modified>
</cp:coreProperties>
</file>