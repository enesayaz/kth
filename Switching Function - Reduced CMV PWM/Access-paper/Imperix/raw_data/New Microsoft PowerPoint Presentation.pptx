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4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78243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57447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92652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6922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16714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8029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11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0695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3586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74267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983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DDEB30-33BC-43D9-BC16-9E4537202C6A}" type="datetimeFigureOut">
              <a:rPr lang="sv-SE" smtClean="0"/>
              <a:t>2025-04-22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C1C56-4F95-493F-93BB-EA3D3179862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00795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2"/>
          <a:srcRect l="5394" t="6239" r="7907"/>
          <a:stretch/>
        </p:blipFill>
        <p:spPr>
          <a:xfrm>
            <a:off x="1200150" y="3333750"/>
            <a:ext cx="8258175" cy="3572272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l="5599" t="4399" r="8601" b="15102"/>
          <a:stretch/>
        </p:blipFill>
        <p:spPr>
          <a:xfrm>
            <a:off x="1243012" y="28972"/>
            <a:ext cx="8172450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390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5201" t="6741" r="8299" b="15250"/>
          <a:stretch/>
        </p:blipFill>
        <p:spPr>
          <a:xfrm>
            <a:off x="1209675" y="9525"/>
            <a:ext cx="8239125" cy="297213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5600" r="8300"/>
          <a:stretch/>
        </p:blipFill>
        <p:spPr>
          <a:xfrm>
            <a:off x="1266825" y="3048000"/>
            <a:ext cx="8201025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41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8801" t="6741" r="8299" b="15250"/>
          <a:stretch/>
        </p:blipFill>
        <p:spPr>
          <a:xfrm>
            <a:off x="1552575" y="9525"/>
            <a:ext cx="7896225" cy="29721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7598" r="7602"/>
          <a:stretch/>
        </p:blipFill>
        <p:spPr>
          <a:xfrm>
            <a:off x="1428750" y="3048000"/>
            <a:ext cx="8077199" cy="381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-15195"/>
            <a:ext cx="333375" cy="297213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5201" t="6741" r="91299" b="15250"/>
          <a:stretch/>
        </p:blipFill>
        <p:spPr>
          <a:xfrm>
            <a:off x="1095375" y="3230116"/>
            <a:ext cx="333375" cy="297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011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5700" t="5250" r="7700"/>
          <a:stretch/>
        </p:blipFill>
        <p:spPr>
          <a:xfrm>
            <a:off x="1876424" y="1724024"/>
            <a:ext cx="8248651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249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397500" y="2963723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7500" y="6858000"/>
            <a:ext cx="6324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8001" r="7400" b="13000"/>
          <a:stretch/>
        </p:blipFill>
        <p:spPr>
          <a:xfrm>
            <a:off x="1466850" y="-257175"/>
            <a:ext cx="8058150" cy="33147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8500" r="7500"/>
          <a:stretch/>
        </p:blipFill>
        <p:spPr>
          <a:xfrm>
            <a:off x="1514475" y="3052763"/>
            <a:ext cx="8001000" cy="3810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4425" r="91700" b="13000"/>
          <a:stretch/>
        </p:blipFill>
        <p:spPr>
          <a:xfrm>
            <a:off x="1145381" y="-172897"/>
            <a:ext cx="369094" cy="33147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4425" r="91700" b="13000"/>
          <a:stretch/>
        </p:blipFill>
        <p:spPr>
          <a:xfrm>
            <a:off x="1145381" y="3108466"/>
            <a:ext cx="369094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69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24</Words>
  <Application>Microsoft Office PowerPoint</Application>
  <PresentationFormat>Widescreen</PresentationFormat>
  <Paragraphs>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8</cp:revision>
  <dcterms:created xsi:type="dcterms:W3CDTF">2025-04-22T14:02:26Z</dcterms:created>
  <dcterms:modified xsi:type="dcterms:W3CDTF">2025-04-22T17:15:15Z</dcterms:modified>
</cp:coreProperties>
</file>