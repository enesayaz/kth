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2025-04-23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1625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2025-04-23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37724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2025-04-23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6537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2025-04-23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1523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2025-04-23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280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2025-04-23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7831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2025-04-23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66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2025-04-23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6600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2025-04-23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05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2025-04-23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22475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CE-A86F-424A-B76D-4397202C805E}" type="datetimeFigureOut">
              <a:rPr lang="sv-SE" smtClean="0"/>
              <a:t>2025-04-23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7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5BACE-A86F-424A-B76D-4397202C805E}" type="datetimeFigureOut">
              <a:rPr lang="sv-SE" smtClean="0"/>
              <a:t>2025-04-23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0A732-907F-4674-9172-A7C9EC0A96F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903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1" t="22666" r="533" b="34000"/>
          <a:stretch/>
        </p:blipFill>
        <p:spPr>
          <a:xfrm>
            <a:off x="980002" y="4861086"/>
            <a:ext cx="7658417" cy="26292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7" t="36172" r="4602" b="13247"/>
          <a:stretch/>
        </p:blipFill>
        <p:spPr>
          <a:xfrm>
            <a:off x="2108199" y="1704974"/>
            <a:ext cx="6591301" cy="2800351"/>
          </a:xfrm>
          <a:prstGeom prst="rect">
            <a:avLst/>
          </a:prstGeom>
        </p:spPr>
      </p:pic>
      <p:cxnSp>
        <p:nvCxnSpPr>
          <p:cNvPr id="6" name="Straight Arrow Connector 5"/>
          <p:cNvCxnSpPr>
            <a:endCxn id="24" idx="2"/>
          </p:cNvCxnSpPr>
          <p:nvPr/>
        </p:nvCxnSpPr>
        <p:spPr>
          <a:xfrm flipH="1" flipV="1">
            <a:off x="3779898" y="2317750"/>
            <a:ext cx="7246" cy="107982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809211" y="2686210"/>
            <a:ext cx="708186" cy="35576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  <a:r>
              <a:rPr lang="sv-SE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Probes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2806700" y="2311400"/>
            <a:ext cx="27943" cy="61627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4" idx="2"/>
          </p:cNvCxnSpPr>
          <p:nvPr/>
        </p:nvCxnSpPr>
        <p:spPr>
          <a:xfrm flipH="1" flipV="1">
            <a:off x="5163304" y="3041971"/>
            <a:ext cx="9463" cy="31723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409136" y="1917700"/>
            <a:ext cx="741523" cy="40005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2L-3Ph </a:t>
            </a:r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5307929" y="3029457"/>
            <a:ext cx="24768" cy="36811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4979908" y="3029457"/>
            <a:ext cx="12700" cy="31723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293684" y="1884548"/>
            <a:ext cx="1015166" cy="2443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Oscilloscope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5962650" y="2028825"/>
            <a:ext cx="331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 flipV="1">
            <a:off x="6026983" y="3492500"/>
            <a:ext cx="5517" cy="25114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549979" y="3244850"/>
            <a:ext cx="954007" cy="22224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449909" y="1911350"/>
            <a:ext cx="741523" cy="40005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 flipH="1" flipV="1">
            <a:off x="7665283" y="2903883"/>
            <a:ext cx="5517" cy="25114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455733" y="2684921"/>
            <a:ext cx="419100" cy="217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1629333" y="2284598"/>
            <a:ext cx="16968" cy="5794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161288" y="1884548"/>
            <a:ext cx="916403" cy="40005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Induction</a:t>
            </a:r>
            <a:r>
              <a:rPr lang="sv-SE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Machines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131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4" t="18977" r="9720" b="37689"/>
          <a:stretch/>
        </p:blipFill>
        <p:spPr>
          <a:xfrm>
            <a:off x="1404938" y="1389226"/>
            <a:ext cx="6581776" cy="262921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3776685" y="2336800"/>
            <a:ext cx="7246" cy="78010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126045" y="2566033"/>
            <a:ext cx="708186" cy="35576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  <a:r>
              <a:rPr lang="sv-SE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Probes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2891977" y="2329736"/>
            <a:ext cx="9747" cy="34533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409136" y="1917700"/>
            <a:ext cx="741523" cy="40005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2L-3Ph </a:t>
            </a:r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5480138" y="2939249"/>
            <a:ext cx="0" cy="22573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307971" y="1884548"/>
            <a:ext cx="1015166" cy="2443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Oscilloscope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5976937" y="2006704"/>
            <a:ext cx="33103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 flipV="1">
            <a:off x="6166177" y="3212468"/>
            <a:ext cx="9042" cy="26328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698216" y="2974099"/>
            <a:ext cx="954007" cy="22224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530963" y="1906587"/>
            <a:ext cx="741523" cy="40005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 flipH="1" flipV="1">
            <a:off x="7431166" y="2675074"/>
            <a:ext cx="5517" cy="25114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227133" y="2442724"/>
            <a:ext cx="419100" cy="21751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1889125" y="2762251"/>
            <a:ext cx="1137" cy="29375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455697" y="2336800"/>
            <a:ext cx="916403" cy="40005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Induction</a:t>
            </a:r>
            <a:r>
              <a:rPr lang="sv-SE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51142" y="2279682"/>
            <a:ext cx="738103" cy="35576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sv-SE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Probe</a:t>
            </a:r>
            <a:endParaRPr lang="sv-SE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4741073" y="2635443"/>
            <a:ext cx="2774" cy="52954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  <a:effectLst>
            <a:glow rad="25400">
              <a:schemeClr val="bg1"/>
            </a:glow>
            <a:outerShdw blurRad="50800" dist="38100" dir="2700000" algn="tl" rotWithShape="0">
              <a:schemeClr val="bg1">
                <a:alpha val="0"/>
              </a:schemeClr>
            </a:outerShdw>
            <a:reflection blurRad="6350" stA="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906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4368</TotalTime>
  <Words>24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24</cp:revision>
  <dcterms:created xsi:type="dcterms:W3CDTF">2025-02-12T11:41:19Z</dcterms:created>
  <dcterms:modified xsi:type="dcterms:W3CDTF">2025-04-23T11:09:41Z</dcterms:modified>
</cp:coreProperties>
</file>