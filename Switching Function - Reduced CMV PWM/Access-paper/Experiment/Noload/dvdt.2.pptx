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8" r:id="rId3"/>
    <p:sldId id="257" r:id="rId4"/>
  </p:sldIdLst>
  <p:sldSz cx="28800425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BFF"/>
    <a:srgbClr val="3AE657"/>
    <a:srgbClr val="FF00FF"/>
    <a:srgbClr val="5BFF21"/>
    <a:srgbClr val="FE7ED0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7" autoAdjust="0"/>
    <p:restoredTop sz="74262" autoAdjust="0"/>
  </p:normalViewPr>
  <p:slideViewPr>
    <p:cSldViewPr snapToGrid="0">
      <p:cViewPr>
        <p:scale>
          <a:sx n="50" d="100"/>
          <a:sy n="50" d="100"/>
        </p:scale>
        <p:origin x="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4713405"/>
            <a:ext cx="24480361" cy="10026815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5126892"/>
            <a:ext cx="21600319" cy="695343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118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398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7180114"/>
            <a:ext cx="24840367" cy="11980175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19273626"/>
            <a:ext cx="24840367" cy="6300091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80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7666780"/>
            <a:ext cx="12240181" cy="182736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7666780"/>
            <a:ext cx="12240181" cy="182736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937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533362"/>
            <a:ext cx="24840367" cy="556675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060106"/>
            <a:ext cx="12183928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0520155"/>
            <a:ext cx="12183928" cy="1547356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060106"/>
            <a:ext cx="12243932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0520155"/>
            <a:ext cx="12243932" cy="1547356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782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498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53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146734"/>
            <a:ext cx="14580215" cy="20466969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780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146734"/>
            <a:ext cx="14580215" cy="20466969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462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84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533356"/>
            <a:ext cx="6210092" cy="24407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533356"/>
            <a:ext cx="18270270" cy="2440702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179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533362"/>
            <a:ext cx="2484036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7666780"/>
            <a:ext cx="2484036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2025-04-16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26693734"/>
            <a:ext cx="972014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68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8219" t="6111" r="8059" b="18855"/>
          <a:stretch/>
        </p:blipFill>
        <p:spPr>
          <a:xfrm>
            <a:off x="1554375" y="1238865"/>
            <a:ext cx="7663543" cy="41238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7901" t="7134" r="7901" b="18828"/>
          <a:stretch/>
        </p:blipFill>
        <p:spPr>
          <a:xfrm>
            <a:off x="17601793" y="1293667"/>
            <a:ext cx="7707086" cy="4069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7901" t="6110" r="7901" b="18633"/>
          <a:stretch/>
        </p:blipFill>
        <p:spPr>
          <a:xfrm>
            <a:off x="9620017" y="1238865"/>
            <a:ext cx="7707086" cy="413603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7851" r="7633" b="18647"/>
          <a:stretch/>
        </p:blipFill>
        <p:spPr>
          <a:xfrm>
            <a:off x="1554375" y="5633910"/>
            <a:ext cx="7736114" cy="44711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82436" y="542425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799374" y="542425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84363" y="5424939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79482" y="10102687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835160" y="10026108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36898" y="15011176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853721" y="10055124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524311" y="14949668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7737" t="7315" b="18313"/>
          <a:stretch/>
        </p:blipFill>
        <p:spPr>
          <a:xfrm>
            <a:off x="9592087" y="6015240"/>
            <a:ext cx="8445317" cy="408744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7"/>
          <a:srcRect l="7081" t="7307" r="7186" b="18660"/>
          <a:stretch/>
        </p:blipFill>
        <p:spPr>
          <a:xfrm>
            <a:off x="17531551" y="6033891"/>
            <a:ext cx="7847570" cy="406879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8"/>
          <a:srcRect l="7766" t="7248" b="18922"/>
          <a:stretch/>
        </p:blipFill>
        <p:spPr>
          <a:xfrm>
            <a:off x="5174775" y="10892018"/>
            <a:ext cx="8442595" cy="40576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9"/>
          <a:srcRect l="7081" t="7443" r="7602" b="18380"/>
          <a:stretch/>
        </p:blipFill>
        <p:spPr>
          <a:xfrm>
            <a:off x="13199453" y="10892018"/>
            <a:ext cx="7809471" cy="40767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327355" y="1238865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Rectangle 32"/>
          <p:cNvSpPr/>
          <p:nvPr/>
        </p:nvSpPr>
        <p:spPr>
          <a:xfrm>
            <a:off x="1528828" y="12527470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ctangle 19"/>
          <p:cNvSpPr/>
          <p:nvPr/>
        </p:nvSpPr>
        <p:spPr>
          <a:xfrm>
            <a:off x="1479754" y="1238865"/>
            <a:ext cx="24104395" cy="14267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8219" t="6111" r="8059" b="18855"/>
          <a:stretch/>
        </p:blipFill>
        <p:spPr>
          <a:xfrm>
            <a:off x="1554375" y="1238865"/>
            <a:ext cx="7663543" cy="41238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7901" t="7134" r="7901" b="18828"/>
          <a:stretch/>
        </p:blipFill>
        <p:spPr>
          <a:xfrm>
            <a:off x="1554375" y="6085562"/>
            <a:ext cx="7707086" cy="4069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7901" t="6110" r="7901" b="18633"/>
          <a:stretch/>
        </p:blipFill>
        <p:spPr>
          <a:xfrm>
            <a:off x="9620017" y="1238865"/>
            <a:ext cx="7707086" cy="413603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7851" r="7633" b="18647"/>
          <a:stretch/>
        </p:blipFill>
        <p:spPr>
          <a:xfrm>
            <a:off x="9744742" y="5685865"/>
            <a:ext cx="7736114" cy="44711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82436" y="542425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82436" y="10216150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84363" y="5424939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69849" y="10154642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00423" y="16774368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00423" y="21566263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002350" y="16775052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987836" y="2150475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7737" t="7315" b="18313"/>
          <a:stretch/>
        </p:blipFill>
        <p:spPr>
          <a:xfrm>
            <a:off x="1657350" y="12763500"/>
            <a:ext cx="8445317" cy="408744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7"/>
          <a:srcRect l="7081" t="7307" r="7186" b="18660"/>
          <a:stretch/>
        </p:blipFill>
        <p:spPr>
          <a:xfrm>
            <a:off x="9662979" y="12763500"/>
            <a:ext cx="7847570" cy="406879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8"/>
          <a:srcRect l="7766" t="7248" b="18922"/>
          <a:stretch/>
        </p:blipFill>
        <p:spPr>
          <a:xfrm>
            <a:off x="1638300" y="17447105"/>
            <a:ext cx="8442595" cy="40576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9"/>
          <a:srcRect l="7081" t="7443" r="7602" b="18380"/>
          <a:stretch/>
        </p:blipFill>
        <p:spPr>
          <a:xfrm>
            <a:off x="9662978" y="17447105"/>
            <a:ext cx="7809471" cy="40767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327355" y="1238865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Rectangle 32"/>
          <p:cNvSpPr/>
          <p:nvPr/>
        </p:nvSpPr>
        <p:spPr>
          <a:xfrm>
            <a:off x="1528828" y="12527470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26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966" t="6973" r="8067" b="18429"/>
          <a:stretch/>
        </p:blipFill>
        <p:spPr>
          <a:xfrm>
            <a:off x="8081319" y="10478530"/>
            <a:ext cx="7685903" cy="409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8043</TotalTime>
  <Words>48</Words>
  <Application>Microsoft Office PowerPoint</Application>
  <PresentationFormat>Custom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90</cp:revision>
  <dcterms:created xsi:type="dcterms:W3CDTF">2023-07-06T09:42:55Z</dcterms:created>
  <dcterms:modified xsi:type="dcterms:W3CDTF">2025-04-17T11:42:51Z</dcterms:modified>
</cp:coreProperties>
</file>