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8" r:id="rId3"/>
    <p:sldId id="257" r:id="rId4"/>
  </p:sldIdLst>
  <p:sldSz cx="28800425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BFF"/>
    <a:srgbClr val="3AE657"/>
    <a:srgbClr val="FF00FF"/>
    <a:srgbClr val="5BFF21"/>
    <a:srgbClr val="FE7ED0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7" autoAdjust="0"/>
    <p:restoredTop sz="74262" autoAdjust="0"/>
  </p:normalViewPr>
  <p:slideViewPr>
    <p:cSldViewPr snapToGrid="0">
      <p:cViewPr>
        <p:scale>
          <a:sx n="150" d="100"/>
          <a:sy n="150" d="100"/>
        </p:scale>
        <p:origin x="-6906" y="-10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4713405"/>
            <a:ext cx="24480361" cy="10026815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5126892"/>
            <a:ext cx="21600319" cy="695343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118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398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7180114"/>
            <a:ext cx="24840367" cy="11980175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19273626"/>
            <a:ext cx="24840367" cy="6300091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80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7666780"/>
            <a:ext cx="12240181" cy="182736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7666780"/>
            <a:ext cx="12240181" cy="182736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937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533362"/>
            <a:ext cx="24840367" cy="556675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060106"/>
            <a:ext cx="12183928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0520155"/>
            <a:ext cx="12183928" cy="1547356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060106"/>
            <a:ext cx="12243932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0520155"/>
            <a:ext cx="12243932" cy="1547356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782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498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53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146734"/>
            <a:ext cx="14580215" cy="20466969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780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146734"/>
            <a:ext cx="14580215" cy="20466969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462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84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533356"/>
            <a:ext cx="6210092" cy="24407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533356"/>
            <a:ext cx="18270270" cy="2440702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179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533362"/>
            <a:ext cx="2484036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7666780"/>
            <a:ext cx="2484036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26693734"/>
            <a:ext cx="972014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68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478" t="6355" r="6861" b="18498"/>
          <a:stretch/>
        </p:blipFill>
        <p:spPr>
          <a:xfrm>
            <a:off x="10507980" y="12001500"/>
            <a:ext cx="7840980" cy="413004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3898880" y="14363700"/>
            <a:ext cx="26670" cy="1831181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4089380" y="14363700"/>
            <a:ext cx="30480" cy="185928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4188440" y="14363700"/>
            <a:ext cx="30480" cy="1859280"/>
          </a:xfrm>
          <a:prstGeom prst="line">
            <a:avLst/>
          </a:prstGeom>
          <a:ln w="9525" cap="flat" cmpd="sng" algn="ctr">
            <a:solidFill>
              <a:srgbClr val="313B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3948410" y="14363700"/>
            <a:ext cx="20003" cy="1831181"/>
          </a:xfrm>
          <a:prstGeom prst="line">
            <a:avLst/>
          </a:prstGeom>
          <a:ln w="9525" cap="flat" cmpd="sng" algn="ctr">
            <a:solidFill>
              <a:srgbClr val="313B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6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4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8100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93</cp:revision>
  <dcterms:created xsi:type="dcterms:W3CDTF">2023-07-06T09:42:55Z</dcterms:created>
  <dcterms:modified xsi:type="dcterms:W3CDTF">2025-04-22T16:28:31Z</dcterms:modified>
</cp:coreProperties>
</file>