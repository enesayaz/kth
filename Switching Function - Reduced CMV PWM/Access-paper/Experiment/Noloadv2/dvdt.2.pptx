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58" r:id="rId3"/>
    <p:sldId id="257" r:id="rId4"/>
  </p:sldIdLst>
  <p:sldSz cx="28800425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BFF"/>
    <a:srgbClr val="3AE657"/>
    <a:srgbClr val="FF00FF"/>
    <a:srgbClr val="5BFF21"/>
    <a:srgbClr val="FE7ED0"/>
    <a:srgbClr val="0033CC"/>
    <a:srgbClr val="02C9CE"/>
    <a:srgbClr val="BC0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7" autoAdjust="0"/>
    <p:restoredTop sz="74262" autoAdjust="0"/>
  </p:normalViewPr>
  <p:slideViewPr>
    <p:cSldViewPr snapToGrid="0">
      <p:cViewPr varScale="1">
        <p:scale>
          <a:sx n="39" d="100"/>
          <a:sy n="39" d="100"/>
        </p:scale>
        <p:origin x="3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42EF-9523-44CC-A9D6-8A54B75E8B6F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A3E73-AB6F-473D-8A0C-3F8FACBF84D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55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4713405"/>
            <a:ext cx="24480361" cy="10026815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5126892"/>
            <a:ext cx="21600319" cy="6953434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81186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398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7180114"/>
            <a:ext cx="24840367" cy="11980175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19273626"/>
            <a:ext cx="24840367" cy="6300091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580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7666780"/>
            <a:ext cx="12240181" cy="1827360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7666780"/>
            <a:ext cx="12240181" cy="1827360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5937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533362"/>
            <a:ext cx="24840367" cy="556675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7060106"/>
            <a:ext cx="12183928" cy="3460049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0520155"/>
            <a:ext cx="12183928" cy="1547356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7060106"/>
            <a:ext cx="12243932" cy="3460049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0520155"/>
            <a:ext cx="12243932" cy="1547356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782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498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1534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20028"/>
            <a:ext cx="9288887" cy="672009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4146734"/>
            <a:ext cx="14580215" cy="20466969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8640127"/>
            <a:ext cx="9288887" cy="16006905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2780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20028"/>
            <a:ext cx="9288887" cy="672009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4146734"/>
            <a:ext cx="14580215" cy="20466969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8640127"/>
            <a:ext cx="9288887" cy="16006905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462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845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533356"/>
            <a:ext cx="6210092" cy="2440702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533356"/>
            <a:ext cx="18270270" cy="2440702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1179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533362"/>
            <a:ext cx="24840367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7666780"/>
            <a:ext cx="24840367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26693734"/>
            <a:ext cx="6480096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46C5C-7B3C-46DF-B479-A650EF2753E0}" type="datetimeFigureOut">
              <a:rPr lang="sv-SE" smtClean="0"/>
              <a:t>2025-04-22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26693734"/>
            <a:ext cx="9720143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26693734"/>
            <a:ext cx="6480096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68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1327355" y="1238865"/>
            <a:ext cx="16183194" cy="9500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Rectangle 19"/>
          <p:cNvSpPr/>
          <p:nvPr/>
        </p:nvSpPr>
        <p:spPr>
          <a:xfrm>
            <a:off x="474194" y="873177"/>
            <a:ext cx="26481556" cy="13608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7118"/>
          <a:stretch/>
        </p:blipFill>
        <p:spPr>
          <a:xfrm>
            <a:off x="8955188" y="895350"/>
            <a:ext cx="9153525" cy="51047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7464"/>
          <a:stretch/>
        </p:blipFill>
        <p:spPr>
          <a:xfrm>
            <a:off x="17411922" y="914400"/>
            <a:ext cx="9153525" cy="50856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839" y="4986459"/>
            <a:ext cx="9153525" cy="54959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1922" y="4969553"/>
            <a:ext cx="9153525" cy="5495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/>
          <a:srcRect t="7407"/>
          <a:stretch/>
        </p:blipFill>
        <p:spPr>
          <a:xfrm>
            <a:off x="474194" y="933450"/>
            <a:ext cx="9153525" cy="50888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194" y="4986458"/>
            <a:ext cx="9153525" cy="54959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85170" y="9476423"/>
            <a:ext cx="24493559" cy="853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8"/>
          <a:srcRect b="18701"/>
          <a:stretch/>
        </p:blipFill>
        <p:spPr>
          <a:xfrm>
            <a:off x="4411890" y="9476424"/>
            <a:ext cx="9153525" cy="44681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9"/>
          <a:srcRect b="18475"/>
          <a:stretch/>
        </p:blipFill>
        <p:spPr>
          <a:xfrm>
            <a:off x="13019708" y="9483140"/>
            <a:ext cx="9153525" cy="44805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98322" y="4901410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367441" y="4901410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26416" y="4894728"/>
            <a:ext cx="764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411280" y="9435290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947649" y="9366805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430283" y="9394354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44324" y="13893511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003949" y="13958185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30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8219" t="6111" r="8059" b="18855"/>
          <a:stretch/>
        </p:blipFill>
        <p:spPr>
          <a:xfrm>
            <a:off x="1554375" y="1238865"/>
            <a:ext cx="7663543" cy="41238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7901" t="7134" r="7901" b="18828"/>
          <a:stretch/>
        </p:blipFill>
        <p:spPr>
          <a:xfrm>
            <a:off x="1554375" y="6085562"/>
            <a:ext cx="7707086" cy="40690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7901" t="6110" r="7901" b="18633"/>
          <a:stretch/>
        </p:blipFill>
        <p:spPr>
          <a:xfrm>
            <a:off x="9620017" y="1238865"/>
            <a:ext cx="7707086" cy="413603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l="7851" r="7633" b="18647"/>
          <a:stretch/>
        </p:blipFill>
        <p:spPr>
          <a:xfrm>
            <a:off x="9744742" y="5685865"/>
            <a:ext cx="7736114" cy="44711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82436" y="5424255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82436" y="10216150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884363" y="5424939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869849" y="10154642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00423" y="16774368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00423" y="21566263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002350" y="16775052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987836" y="21504755"/>
            <a:ext cx="742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/>
          <a:srcRect l="7737" t="7315" b="18313"/>
          <a:stretch/>
        </p:blipFill>
        <p:spPr>
          <a:xfrm>
            <a:off x="1657350" y="12763500"/>
            <a:ext cx="8445317" cy="408744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7"/>
          <a:srcRect l="7081" t="7307" r="7186" b="18660"/>
          <a:stretch/>
        </p:blipFill>
        <p:spPr>
          <a:xfrm>
            <a:off x="9662979" y="12763500"/>
            <a:ext cx="7847570" cy="406879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8"/>
          <a:srcRect l="7766" t="7248" b="18922"/>
          <a:stretch/>
        </p:blipFill>
        <p:spPr>
          <a:xfrm>
            <a:off x="1638300" y="17447105"/>
            <a:ext cx="8442595" cy="405765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9"/>
          <a:srcRect l="7081" t="7443" r="7602" b="18380"/>
          <a:stretch/>
        </p:blipFill>
        <p:spPr>
          <a:xfrm>
            <a:off x="9662978" y="17447105"/>
            <a:ext cx="7809471" cy="40767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327355" y="1238865"/>
            <a:ext cx="16183194" cy="9500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3" name="Rectangle 32"/>
          <p:cNvSpPr/>
          <p:nvPr/>
        </p:nvSpPr>
        <p:spPr>
          <a:xfrm>
            <a:off x="1528828" y="12527470"/>
            <a:ext cx="16183194" cy="95005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265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7966" t="6973" r="8067" b="18429"/>
          <a:stretch/>
        </p:blipFill>
        <p:spPr>
          <a:xfrm>
            <a:off x="8081319" y="10478530"/>
            <a:ext cx="7685903" cy="409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0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8051</TotalTime>
  <Words>48</Words>
  <Application>Microsoft Office PowerPoint</Application>
  <PresentationFormat>Custom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91</cp:revision>
  <dcterms:created xsi:type="dcterms:W3CDTF">2023-07-06T09:42:55Z</dcterms:created>
  <dcterms:modified xsi:type="dcterms:W3CDTF">2025-04-22T11:05:12Z</dcterms:modified>
</cp:coreProperties>
</file>