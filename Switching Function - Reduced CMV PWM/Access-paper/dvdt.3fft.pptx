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85" r:id="rId2"/>
    <p:sldId id="286" r:id="rId3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13BFF"/>
    <a:srgbClr val="3AE657"/>
    <a:srgbClr val="FF00FF"/>
    <a:srgbClr val="5BFF21"/>
    <a:srgbClr val="FE7ED0"/>
    <a:srgbClr val="0033CC"/>
    <a:srgbClr val="02C9CE"/>
    <a:srgbClr val="BC04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339" autoAdjust="0"/>
    <p:restoredTop sz="74262" autoAdjust="0"/>
  </p:normalViewPr>
  <p:slideViewPr>
    <p:cSldViewPr snapToGrid="0">
      <p:cViewPr>
        <p:scale>
          <a:sx n="75" d="100"/>
          <a:sy n="75" d="100"/>
        </p:scale>
        <p:origin x="2346" y="19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1242EF-9523-44CC-A9D6-8A54B75E8B6F}" type="datetimeFigureOut">
              <a:rPr lang="sv-SE" smtClean="0"/>
              <a:t>2025-09-10</a:t>
            </a:fld>
            <a:endParaRPr lang="sv-S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7A3E73-AB6F-473D-8A0C-3F8FACBF84D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435510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46C5C-7B3C-46DF-B479-A650EF2753E0}" type="datetimeFigureOut">
              <a:rPr lang="sv-SE" smtClean="0"/>
              <a:t>2025-09-10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339-DE60-4EA1-A509-748D0784C31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031934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46C5C-7B3C-46DF-B479-A650EF2753E0}" type="datetimeFigureOut">
              <a:rPr lang="sv-SE" smtClean="0"/>
              <a:t>2025-09-10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339-DE60-4EA1-A509-748D0784C31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308264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46C5C-7B3C-46DF-B479-A650EF2753E0}" type="datetimeFigureOut">
              <a:rPr lang="sv-SE" smtClean="0"/>
              <a:t>2025-09-10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339-DE60-4EA1-A509-748D0784C31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923445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46C5C-7B3C-46DF-B479-A650EF2753E0}" type="datetimeFigureOut">
              <a:rPr lang="sv-SE" smtClean="0"/>
              <a:t>2025-09-10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339-DE60-4EA1-A509-748D0784C31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397618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46C5C-7B3C-46DF-B479-A650EF2753E0}" type="datetimeFigureOut">
              <a:rPr lang="sv-SE" smtClean="0"/>
              <a:t>2025-09-10</a:t>
            </a:fld>
            <a:endParaRPr lang="sv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339-DE60-4EA1-A509-748D0784C31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9815427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46C5C-7B3C-46DF-B479-A650EF2753E0}" type="datetimeFigureOut">
              <a:rPr lang="sv-SE" smtClean="0"/>
              <a:t>2025-09-10</a:t>
            </a:fld>
            <a:endParaRPr lang="sv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339-DE60-4EA1-A509-748D0784C31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736232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46C5C-7B3C-46DF-B479-A650EF2753E0}" type="datetimeFigureOut">
              <a:rPr lang="sv-SE" smtClean="0"/>
              <a:t>2025-09-10</a:t>
            </a:fld>
            <a:endParaRPr lang="sv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339-DE60-4EA1-A509-748D0784C31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024514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46C5C-7B3C-46DF-B479-A650EF2753E0}" type="datetimeFigureOut">
              <a:rPr lang="sv-SE" smtClean="0"/>
              <a:t>2025-09-10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339-DE60-4EA1-A509-748D0784C31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431651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46C5C-7B3C-46DF-B479-A650EF2753E0}" type="datetimeFigureOut">
              <a:rPr lang="sv-SE" smtClean="0"/>
              <a:t>2025-09-10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339-DE60-4EA1-A509-748D0784C31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720379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46C5C-7B3C-46DF-B479-A650EF2753E0}" type="datetimeFigureOut">
              <a:rPr lang="sv-SE" smtClean="0"/>
              <a:t>2025-09-10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339-DE60-4EA1-A509-748D0784C31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27955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46C5C-7B3C-46DF-B479-A650EF2753E0}" type="datetimeFigureOut">
              <a:rPr lang="sv-SE" smtClean="0"/>
              <a:t>2025-09-10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339-DE60-4EA1-A509-748D0784C31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428575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B46C5C-7B3C-46DF-B479-A650EF2753E0}" type="datetimeFigureOut">
              <a:rPr lang="sv-SE" smtClean="0"/>
              <a:t>2025-09-10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890339-DE60-4EA1-A509-748D0784C31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642677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6812" y="-1631980"/>
            <a:ext cx="5334000" cy="40005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6812" y="2368520"/>
            <a:ext cx="5334000" cy="40005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997132" y="2268493"/>
            <a:ext cx="4191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a)</a:t>
            </a:r>
            <a:endParaRPr lang="sv-SE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997132" y="6268993"/>
            <a:ext cx="4191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sv-SE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5035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925" y="-1723965"/>
            <a:ext cx="5334000" cy="40005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0925" y="2333685"/>
            <a:ext cx="5334000" cy="4000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89812" y="2219385"/>
            <a:ext cx="4191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a)</a:t>
            </a:r>
            <a:endParaRPr lang="sv-SE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8375" y="6334185"/>
            <a:ext cx="4191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sv-SE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91651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6828</TotalTime>
  <Words>8</Words>
  <Application>Microsoft Office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</vt:vector>
  </TitlesOfParts>
  <Company>KTH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Enes Ayaz</dc:creator>
  <cp:lastModifiedBy>Enes Ayaz</cp:lastModifiedBy>
  <cp:revision>87</cp:revision>
  <dcterms:created xsi:type="dcterms:W3CDTF">2023-07-06T09:42:55Z</dcterms:created>
  <dcterms:modified xsi:type="dcterms:W3CDTF">2025-09-10T14:55:49Z</dcterms:modified>
</cp:coreProperties>
</file>