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2026-10-16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2026-10-16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2026-10-16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2026-10-16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2026-10-16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E7C5D-AF1C-F411-1326-D5BFF7C5E3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9DF0A-F450-BCF0-C2A9-9321479E22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04722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73EA-8353-433A-3581-19DB41A58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AC9115-15D6-11BF-1576-0210C75BF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2FCC29-9566-0FD0-C771-C207A3B3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580704-9316-1459-4023-D6AF09B4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37653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26641344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3403590317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250960271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90997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7419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9768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0207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3451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38310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824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2623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3029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803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2624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64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8137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74B8B-5B03-3D3C-509C-E26F66492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28B5B-F395-4762-CA80-A5C189083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AE67D-B86D-A40E-A857-91B4816A8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F3FD2B-1DED-7107-DC36-6D6DAC9CB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1D4F9B8-0F13-6BCB-EEEA-3B9CEFF61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62376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3102544915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381713536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849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3054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9623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2180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00950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9973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4856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2145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7CB192C-35A6-989B-FAEA-54205EB458C3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783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007B-79E0-DB72-0BFD-8ACF52947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4F695-FB0E-A183-E1BE-1E53DD97C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B11ADD-CD88-912B-537C-5F65496E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3215A-01B1-549A-8814-38084C53D375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C6E109F-F499-5AA7-A59B-837CE00258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1020459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4114694955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7680553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8980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3622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8726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3481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833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661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3C690-BE40-E833-7357-B083C589E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93F66-735D-B511-B9EC-7CB8ADA9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97E55D-9B5E-7326-C77C-CCBC2E150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54E6D6-6AD0-630E-1E2E-B13528C64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4EA69-604B-14D0-BB04-FF3E2FFADDA4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8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0D734-6222-6AF1-72CB-D5E6E3CE3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1E33-3F76-2F1C-FB23-221F1F96C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C94F7-264F-5C75-C3A1-59300C180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F9A135-052A-E402-C4AC-6F48F21A9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F78B4B-F237-6233-E0A4-41A4122E1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575365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107585573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137799778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1912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419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6956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83579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374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809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C0771FF-44C8-A11F-971F-8460E42D803D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771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16BC6-1A0E-A84E-DF2A-1DEEFB029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EB3583-B075-4181-F56C-EC99D99B7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6DF1AA-FAF6-22F3-D526-8188DEDAD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E3DAC9-DD38-2E16-8338-3EA8EF188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4D43D1-DBF5-73DF-6C9D-12156D2C4C8E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CD77C1A-F4ED-09C2-CFCD-E92CC01CA5D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5539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A9E70-BE9C-D6C0-A705-08818131B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29E129-CD61-A455-5CDB-F886159C5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81C9ED-5FE9-D70A-32B8-DFF4DD7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101274-0159-8C23-1F3C-6E52E5D0C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EEF48E-181C-97A2-F7CD-76842AA3D43A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468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7D72-309D-87BA-E284-134595BDD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7E3B12-F33A-04BA-4655-B283BB33D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32FFD6-E28A-748C-4E5D-29B6B21C6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ECD5C-FD06-1F1D-FEDF-7974A285E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E05E4C-51C9-B1BB-CAAA-4AE0AFC1510C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2A4E7F38-1D3E-D117-771C-E2542A92481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298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0DF27-12EF-7C28-82D3-245E7E42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55A399-E064-4B66-D807-7996A0FD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326937-898E-15C9-8BB8-6F68CF30E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3EC129-A778-9A38-1F2F-8F6126C4A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068BBA-E21B-C97E-5024-E1C6A18D9870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175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F23BC-F62D-D877-FC12-ECC2B1B5C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5B92D-DDC4-7692-FA22-235BD10B2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4D790-70CB-A74D-0AD7-9073D3025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7DBA8B4-6C9E-FD00-8451-C350732F82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60274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92622975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57347917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9645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73215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2543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26269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61759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01962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FEB90E6-8F02-4977-D1BE-5466206C4F2B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9950F2-9C7F-B77A-5578-7C161826D14F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0411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49B1D-2C17-5162-33AC-21E23A0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0429F0-E9A4-E6F7-8E54-CF819A804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4C84CA-3775-459C-AA9D-662FCB202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DDF96-1B7D-B4A1-9F3C-CA0F2981E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C728FF-DEE8-41F6-BA71-A9AEFB845305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39AFEB5C-B075-4F16-25D1-1980D982ED3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883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DDE85-CD7C-62E7-6E5D-BC156CC51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83C6D6-42FC-50E2-E2F9-D6E34B48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53843D-2A30-8400-39B9-9552BADBC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94CD80-ADF9-42AF-C1B1-B2F3BCFB9B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DA9461-F42D-B95F-7387-3649149280FF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884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920C-8513-0628-A08A-3A2D7EB1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3010A9-AF66-174E-620E-266EA14C9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DF291F-7363-F07F-1C38-C36F590B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A8970C-B922-BC3D-2B29-1F5D88602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2037062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39745045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510913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1572677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0553486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83461269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6332517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9389082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2469262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57029600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6212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4305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0573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0876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9377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5988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4302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2507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53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31263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002049D-0C4C-81EC-B2C4-CE24B5FF6DE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0254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D897E-665C-B76F-F504-22186B6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A7B64A-0D6B-9A71-7995-EDEC55395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10636-AA2C-21A2-F2A9-D1613C5CB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85B4DC-E3E6-E6DF-8655-BCF8DA197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72B184-5FB4-BE81-436D-9B86B8DB104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20595FB3-B224-F6D4-7CC1-0E39142C550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4995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28907-F319-A752-26DD-CE159358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AF86D0-C4F7-0DAB-6BAF-77B98602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E411-5A88-E040-67B8-387182558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BB29E0-AD93-F804-8259-421434E668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C1540C-3A3F-8ABD-7871-AE84A6604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665373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815161007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903549817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4134865461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93916025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4524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81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9405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8329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2201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539E86-B02F-F2EF-F34E-D287E5CB247D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5C57CACB-6AC7-77EB-C698-B40188F24A9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209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FAFE1-F483-48B0-5FA6-1A3113FE0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74C594-4828-E7EB-AB98-C56309B16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0F7DA-7F4D-7E5D-86E6-5CC82D4AB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0B7528D-BACF-B31F-5D37-15BBF3246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450610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285142497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3333657498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2425353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89288812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16433508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372436149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0403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8934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8833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303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1391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4723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4776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176984C-780E-279A-B2A9-C67FC1E711EF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B251058A-8219-1D48-7DE6-B3C08893CA4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5518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E890-92AC-5C5C-3D44-4B6A23994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F93EB9-B613-0E9B-0ED1-4879DC0E1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8F9EC-BA15-420C-8CDE-61652531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E7472A-B25A-45C3-2EFB-E903640A9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08701A-FEAA-7C14-17DF-8D2B33FCD7D3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59E01929-7ECB-ABA8-2679-116EFC78104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188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0D20F-E117-B0A4-AE02-5F917F86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6AC3A7-1690-595C-9C91-D1DDFBFFA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01F8C7-1658-3883-AB71-DD9F255F5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5BB97F7-2724-3A5F-E451-1A6A50C16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499961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457703441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13127245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0417451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39011431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883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950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92130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98387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50D7C-1445-0F1E-767A-396102C5FDEF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BC6A5D-88F3-BFFB-E5BD-2277C604F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BD697984-3BD4-8C17-1733-A8757B25E037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5760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D62AB-6C29-AC1C-491B-ACE16E7B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16C7C1-A396-3CD3-2E2C-759779DAA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DC436E-EBA1-69DF-E4C2-24759122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C32432-5353-7F7F-1F1A-5BC5C69015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43917E-9D9A-BA8D-35F8-FF5F4373AD2E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0313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74D6-F547-60DF-38D1-DCCA1F8A2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E96BBB-95A3-B19F-426E-A422DBC01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3F3120-5157-BAC3-368F-5B11C55F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4FFF5E-DEFD-C788-465E-3C36FBDD82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ABC0C57-E365-C495-E980-1B29471D3BDD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equal, short (≈ 1.7 nH) and with their own Kelvin return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mirrored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1182DA8-454C-84BD-E897-0488B83C689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185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F4EDB-200F-78D4-3828-95CD5C912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778DE3-FF34-1828-994B-BC200943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BB53-D7BD-241A-C1F4-386C1E0E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8DC898-B7BC-587D-11B1-45D15DC73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340696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95320526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74058713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81546815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31346469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8919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1184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0440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42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1447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860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56694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D89E060-6799-9F20-ADBE-C8F06EC7F37C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−1.2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989F00-9255-D8F4-90B1-6809F14EF4D9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688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5D07-0008-6B88-B84B-00A3DA221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B1F5CE-0B1A-66C1-7BDF-418136E8A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42A17-785A-05B8-FBE8-47C6BEC0A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42E991-4461-C046-99A7-17565DADDA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C98A29F-B1E1-18C1-198C-5AD008C95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982650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674898795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3204174876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664335186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03133545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86917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mirrored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0742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6225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3094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9961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4804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254135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00B4F6FB-B9F6-447D-5961-457355FB14B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mirrored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3219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A540-4EC2-6414-CCE6-02606A69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79AD4-C7C8-F158-9ABB-4DB8C4A91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8CDE42-E2FE-7715-8D8A-B736C8BB6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703707-230F-5F64-FB6E-7EA420FDE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3445F2-8025-CDDA-CA3D-42E1CFAF0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B05C55-EFF7-5780-158B-E175A1A14AA7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 ⇒ +0.1 W per leg; undershoot −2.3 V (limit −4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≈ −1.2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1362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FEBDD-B5D7-C23E-4490-F9B040BF3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Building block: two mirrored cells, one centre driver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D563A-C86B-DCB6-1A38-5F64EC3E3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F0C1A-BF47-0DD2-F128-7E6E4E9A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0029F1-48AA-1F74-A5AA-F7246ED2E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83761C4-A306-C270-EEF0-4EB13DCAE25B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8D18411C-FBC2-0B04-8859-1B44CBFE76A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673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A548-7699-B18A-CCC6-53350EA6C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D51494-34D8-E96A-3185-87576136F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1F2277-EABF-D9E0-D167-B33AC0E1C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ACF652-1572-5783-031A-746484D2F05C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383B9A-357C-E391-79BA-0422A2AAAD30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119DAF-37AD-2E53-1233-843276AFDC96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8CD7CE3-E581-09B0-28F9-F736891FAEF3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03BE97-9D58-0F52-A330-F4506AD3E424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0DC5BF-0BB4-DBA7-B8E3-B97D60CE45BF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1565904-69BA-1A03-F23C-F96E433241DD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9F5FD1-1CDA-73A7-BED3-CF8FB5326E96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1D9E7FB-9C7D-32BD-C256-276070EAEDBF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47F351E-ACC1-1B19-688C-7A3EC6F2238B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4711F8-417F-86DE-6726-A689FBEBD802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FB9F33-1507-8257-EE50-7472F75070D3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01AB5C1-552C-37E2-7ADF-4D2D237BF96E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F3A6B9-8AFC-CB25-7B63-EE1F3D2A6B91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0345224-F190-6A42-01C0-0E598F0FC12A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B527F88-D6FA-9B47-2545-B04625BCD3BD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33999E1-1BE5-C3D4-9B1C-F0406719DD00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F54B90B-2171-CA4A-5DD8-8B24A2806C38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782FCCB-9E31-D8A1-95E0-4F8AEB24FAE5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66FA9C-1FF1-2E12-5C0B-217808F82D62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674FA8-B431-9F66-DCE1-AD015D69E53C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7CF222C-B135-288C-8FAE-08437EBD4FE7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A6E425F-C437-EC6D-4AB4-C364E462EE3F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76B60D7-5FDC-790F-8893-CD29C4757616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EA26495-2ACF-EAE6-6BE3-E7F58B352F1F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E3B0D62-7674-E1D1-EDCD-2E4857BC750A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18167B-178B-47E8-F85F-63531E142F62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8470239-ACD3-9A45-FB55-D6A67320EE17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ED4AEE8-DA12-1DE3-3152-693BBAA3A927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74FF331-8E06-95BE-072F-E330118E0F93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ED72948-FB35-E9BA-5279-90E9A6990B64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9B76EC6-EC70-CC9F-DCC8-01BD12AEE190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6EAD6DA-0A0E-05A7-F1B7-D26BA1BDB31A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C6EF9C3-3040-5791-12C0-9A422D7C1483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70B6B4D-5EF3-6921-E8A7-0120034FF6A5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4A61E68-423E-5316-9250-A25251C52FC8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8E549F2-C0AB-528B-8D3D-A591C9529623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DFA8186-9BA2-0482-A41A-74E3CD19FC9C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F615886-94E3-34D7-18ED-9C6A793C47AE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6B7C53-B303-05B9-E0D1-5BB686266F82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58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A344F-EE46-237B-AD29-69306343F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399DF-BF2F-550E-4927-A6653DA6B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CF7E02-D619-925F-78CD-2CBF9276E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49AC14-4C5F-A1BC-4A36-CD4F3629C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98598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10231920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11573029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107851118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3882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8454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2980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6340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0024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61491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7205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784952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15A03F9B-AA4F-611E-D136-7843860AA47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4316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2337-9DBD-DE6B-A187-FBB9FA70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CBED3A-1D06-8469-AA5A-1FFE92ABF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1E287-75AC-2F56-309D-CF2FC1FBB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A62B9B-0834-745E-8857-64CF0EB6B8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6C884C-19E9-8F65-BA66-7E8ED38F84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D65AE7-A24D-10AA-459C-4F099570639F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1755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34EB6-728B-55D5-1E7C-DD1C7FF47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4DC0EB-077B-F358-DA57-C4F2E4CE6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3E16A-7685-83BA-02EB-AC6EA5AF1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C05635-3850-7E95-6985-919CF7110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4CAA4B-6DEC-C0FE-ED84-6C2B86EC8E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DC2DFE-A184-7F04-E64C-DA90120E33C7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7271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403E7-2B2F-1D9C-72F2-82324B178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595D9C-114C-2414-1CFA-50A4A9F67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A45D07-7981-D575-9CAC-A47D8F68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33D458-83B8-C71E-9E81-6BFBEA4A25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E5558D-9EA3-7B7D-9F87-63760FB9D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22512F-BC50-4B82-3523-9CDEB8B84639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6DC7CE-62CE-0F09-8FE0-63822D8FE109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636E7-C76A-3F23-DAAC-0524417B5582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2C1D98-18E3-55B6-1786-9EFB94F06CAA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783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5C43C-98BF-AAF4-3D4D-C9448CAAB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96E4ED-33E1-D0BA-A5EF-7FA5092A9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AC03F-1572-7B8B-6E08-F18869266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B93CDC-DBD9-A8B1-7C3D-1EBDBA441A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F7AD2F-37D9-59EF-BF26-3C8E6EF273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053385-E1A3-F67C-B095-E5A8C688EA40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4C1722-F191-3ECF-8353-977F204F7050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17814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CCD2-C53B-4673-61DC-16C81F19A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9C3890-D1BA-19A1-6821-E7DE2597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A1230-86C9-97B6-4331-796B855A8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447E91-0724-8C0D-01EE-DF1BA1F3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7BDB41-0675-D2DE-32B2-329456F725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74278-5363-0493-6EBF-A7E84D63FDF4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probes,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53490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E0975-ECAD-9D13-550C-EA3946259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01FE73-7848-ADB1-4020-C09D8DE83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90A1B7-6BB4-F329-9EDC-45DA50F1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749E4E-9B51-ED48-2703-4196E6024767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0AE0C68-254C-D0CC-3892-1B9D67687B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65627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951764696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177290976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9564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633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2527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9946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3486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9B70EFE7-BE36-09E6-E837-DF683F558F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49A861F6-5BFD-39AA-DD4B-524EF36E5AE6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471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14BB-B299-7443-8F36-9119B5418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A5DF99-BB4C-719B-E5A2-51F4ADBFD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5CBCB-1D08-839F-4FEA-D4904B052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895EA-8159-0F5D-ECC4-B95DB536F6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13E4E0-A15D-22EA-BEBF-42AB3DED43AE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e.g.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6.3 V ⇒ −1.2 V off (bump mitigation);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476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4F7E-9AA9-3AD0-5B24-CF0DD3B89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B442C6-B6DD-700D-DE5A-12E15474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4C79-5620-8190-8512-979379EE1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F813E-C2BC-0422-A3F2-27ABBABE0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3DF3D7-E670-EBA0-BC41-BA9D2CE60C9A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0.75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0057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F156A-2B12-1D03-83D7-1F0C6EB8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91758-2001-15CB-B816-6242C6BC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714C8-B9F6-D007-909E-9574D6C24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195A2D-AFD0-20D9-6B59-3CD1B9F62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3830188"/>
              </p:ext>
            </p:extLst>
          </p:nvPr>
        </p:nvGraphicFramePr>
        <p:xfrm>
          <a:off x="238125" y="952500"/>
          <a:ext cx="49530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190668697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370525178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868535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71171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945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8099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4357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953 Ω (20:1 into 50 Ω)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4708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20384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66B02B91-D121-CE89-B567-FA620AA44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3231C0-A09B-1944-2961-3380F63EEDE3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20543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A8D30-B1BE-641E-6090-AB71B630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1DCFAC-66B9-4431-1352-1E19C4C57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3C1C38-E6BB-364F-637E-A257136FF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0C74D-B7B1-4568-5537-AE732D320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AE1F05-DC7E-9B22-B66C-DE769931B0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AC96E3-1CBE-3A75-03E5-E167F2E6BE2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899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E4525-BD83-8DD8-E88D-181C9297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7526EB-AAC0-75A3-8DB6-08AAE00B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2DB749-6191-571C-6C3E-E72C1203C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14737E-361A-2D13-EA2D-90290D602399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EB1C12F-7C4C-8CDB-B835-C4281F66D79C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7D04D63-FB17-C78F-300E-5ED8A29C6503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480299-D7E6-D9FF-5584-2933BE518E53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210BD4F-9AEC-15C5-87B7-19D34C78630A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EB2710-F410-62BE-F057-DD8845DB78E8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DDB1672-E337-3545-EC84-DD0169D0EBD0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9DE533-F657-4836-7F7A-B4B96BAA189C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80FB57-DDDD-11F4-B801-434EB25AF0D9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7C86A1-A7C5-9BB3-F7A0-696678A7FCF1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B2023C-F92F-9959-9512-F2BD5039C2F5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2AB54E-194B-F3B6-1F5B-87E785C602CC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244AF86-362A-F733-2DE6-72D918A2DE85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424AE0-537A-418A-4E0F-A3969B9FE8EC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8B893A8-7C3B-0008-760C-1B392E048015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14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7C260-5A7E-6C27-BD7B-FF9D56567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F7AD0D-2FBE-F408-2D24-8863290DB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BFB89-1B67-2010-31CA-5569A0808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2DA3DA-67E8-8940-62C0-1BA8CA894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B4E138-257D-C48B-7A74-0D1E3F721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132865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162255037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82316120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309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33729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07453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0443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3629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8536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5307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2E19A0D-B848-EE5D-B13F-D51EE5DE0668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320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1A930-8D0A-CD62-F01A-C2F6E928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7F46ED-3098-A44B-77B0-0D7B9B0AC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A9F474-35F2-8262-2632-4746F8239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AEA2B-34F4-B805-DC53-F268A8A78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2508F6-145D-B714-26DD-46A234A88B14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807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892DB-9325-097D-9F21-5648BD17C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6FC2E3-6154-644A-F34C-C68ADA93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1F32EB-1E45-D1A6-F0DB-6EC6A614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288DBB-C052-5FDC-0236-47091AAC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44E21A-9F81-8FA3-0B0C-1D51CF4A51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E5E9CE-9EDD-DD11-0748-8BC06173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36EE26F-DE07-B979-A64B-822A28476085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305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282A6-8AD7-0D60-5095-DCB587213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E45AFA-199F-BFA3-1514-6917F476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83110-4EC3-171D-AE86-49E1F2A1A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DFCC3D-F563-ABD5-D48B-FE34BE7E2821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65BC62-8603-D58B-A1C6-5C5C5486A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FE82458D-AD20-2777-DAB0-0E320648948F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9501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91DD-DA55-7A43-43A0-FF9758BA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CB9A8A-9786-0E13-C04B-E547F21A6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4D284-FDA2-7178-2B54-0A7DD7245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F8C49E-7990-A088-CB95-ADB3E7EBEF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059896-1282-A51B-FF35-1EBA03EF5180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DF8870-6C5A-A76B-837E-925D5C7D0C70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0815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89F04-06BE-5045-E773-F2AB41451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30D9B-5FA4-4D67-4B3E-2FD9713F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A47B4-C13F-3ED2-9AF1-AC7C04117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AE9FC16-6AA8-CBA2-BD14-30D0A7DF4A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849891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39293617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6774297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87264604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58902182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1767958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66852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90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5307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64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3162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0416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55208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706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63CCDE-922C-4A1D-C98C-5F287FAB950B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19182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19A4-BC70-85CF-6E88-38AE903ED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7FC360-071A-5D92-7A06-A798D96B5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E83D9-CB7C-A6C3-493A-26F8CBF6D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C9A663-8611-A05A-FD84-F53F89075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0C3A88F-AE3D-B7BB-1AF3-B0FE4F746A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109556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3393634139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833531081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6711057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3353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0.648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5156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0.645 / 0.658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56695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24314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95951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6E333AA-0777-4957-F40D-1DD58B43A9A4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2 %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6371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41ACC-32DF-BF66-DF3D-0070BBB59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06C1EE-9D0A-22B1-C8E6-AB6054B39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C8D84-1D67-EAB8-40C5-7C9D1A8BC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843094-6816-2B6A-2AD2-8C23F9D42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A2182C-3F5D-0560-93D5-CA03348079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C7BFF7-BE61-3576-D306-64CED4B5F042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9CF68C-7FA8-14AF-065D-5024DE087621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30738-E93D-14A4-064D-6A6F45A48784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0139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48510-9A7F-9328-AC52-C275E4BD1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3EA321-0E38-F6F4-E132-8EEBEC0B1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4C668F-C05B-6B97-0E46-39AF931FE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D9F9C24-CB21-D667-5BCD-9281E7219F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750820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3336443876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266719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068743867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417521842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883901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6711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420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995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35624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9629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C8A52A-5B71-8637-72BC-CD7DA260155F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4601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2AE53-A95E-5F51-A501-635A5B488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572641-CF7F-913C-EB41-BBBD22E11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6DDFD8-34DC-D37E-DC16-B3D67B354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1E79A9-BBE9-1D68-4B39-C307C2EDC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272411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311962198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56434210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0915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1296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1958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483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228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77337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6DA7921-2B05-3D44-A61F-F7741660B042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7323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700B3-1030-893B-267B-78F9DF48A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924B19-DC17-87C8-6A76-B9A26891A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0BD5A-5FB8-520B-1179-F43209867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DA9C36-AD71-09A6-8509-D500CEB279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13615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40984679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63218885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414405986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157793664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4950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9248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1281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8057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21790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96012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58D8E1B-7233-3282-AA69-A12667585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464B99C-D4FD-361D-7E4C-6DCFBA81038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442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20761-F23E-2A02-AB61-E059A9513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08E1-85AA-A1BE-6592-C6AD2EF98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483B5D-AF6B-24BD-F5FB-4EF34D64A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B41747-EB0E-B901-4B50-008E02CAC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911309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531416333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4207567568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82542164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4856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91427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0262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0106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4718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BF8FF3E-003E-A791-E792-17EFC82BB53B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E1C7BA-7C30-A1DC-B627-BCB04FFCC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4E509B-6721-E11D-2E21-C214559234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FD054F-0FC3-B40E-B302-914EDB1C6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3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92F31-9F41-0A45-3201-E96CE4D2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75099-4C49-7BB8-243D-2DB56BC8A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9D0AE3-FA7B-66DA-FCB7-C76213C7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871380F-D5CB-A287-BD64-FA51B37B7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597756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8599598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551947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5798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2393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3642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5540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8871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7803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4679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3169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2086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C8C4281-9878-0E9D-2241-7E5CBFE75AE3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7874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BFCA-1CF8-A164-BC13-B4D947AE90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96168-D103-10DB-8D63-0457645651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508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3</TotalTime>
  <Words>6837</Words>
  <Application>Microsoft Office PowerPoint</Application>
  <PresentationFormat>On-screen Show (16:9)</PresentationFormat>
  <Paragraphs>825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mirrored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2026-10-16T19:32:26Z</dcterms:modified>
</cp:coreProperties>
</file>