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2026-10-26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2026-10-26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2026-10-26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2026-10-26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DE9EE-749A-2DB9-9813-19FA2013CE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ABE8D6-2770-6984-DD9F-517C6D00A8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14729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B978-6E25-E5F4-CA75-957D2C143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32EA40-B5B0-EFC7-0EF6-97926E96B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9EA8E3-3887-58A3-E0F6-7AFAE24C8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4285C12-2295-4331-3656-35BC36797E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963315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63595171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3820586652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128936066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9700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8469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30100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285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34895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3813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3135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1707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8799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MMCX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0534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3767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62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2529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774D1-55BB-AE6B-4C6A-F7209BE7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D12996-D245-3C24-51A3-9A2A512D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2B83C-39E5-F06C-749F-BE3BC4E1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B24D3D-7B45-AF38-9B8B-78748564A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A99DE0F-A465-34DA-2F7A-6132EF7F0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347629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4214302564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88851008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3616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74257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7034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63058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31638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327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0769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668815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6D24E46-8C02-7306-99CC-FAE10F12849A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538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BD10A-57BB-24F5-89F4-D4F1DFDF7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0C28EA-0BBD-7B02-7CD6-CA59586DE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6AD3D7-BC61-36F1-4FCA-A83E598F8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CDC84-3B12-4C46-AF37-B8E031C414E5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D787B10-0258-6E67-D31D-0CDE161656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06104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353547705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81361697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5458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5350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94778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3761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1544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8615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F605-CB5B-2897-CBB8-E9BAE8E4E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4304F4-A567-2FFA-5557-739ABA83A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04BFE-61A2-10F7-9289-6CB5BD774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1CD3F5-1AB2-1065-E900-50A037664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7EF3C3-6FC2-6690-85B9-B100F9644B97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443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5C75-221D-A648-2A00-E2B9F10C5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CDA888-5817-0106-C451-CB3C562E3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6C6BD6-C5A9-371D-5EAB-981A9EC87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C5DC98-FB8C-6616-3EDB-D775B9BBB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A91CD82-9AF6-1042-3711-400A75FF0A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339775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626413276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129385863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7445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1414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58250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9937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6847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89457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31F3ED3-80C4-B2EB-00CE-3155E9BFE04D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452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2138D-30EF-FEF3-1266-BB13DB837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1AEB-D0C1-06F1-C7A1-449954597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FF570-51AA-6CD8-2203-CC775FC4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17F65D-E721-7270-0979-8C38858D1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C4FFC1-C25B-F27A-F39D-60F0A21CB597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A03A53A0-C150-C35D-E684-B2E74D5CA50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307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1E433-8DDE-4203-F3EB-8C620E81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91CC4A-C0A3-6B44-D4FD-9AF865120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84471-8014-FEEA-E467-BE91A37D2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4454D3-E0A3-26C0-BFC0-7C06DE285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E3A1D5-0291-98C2-26E9-E85F6D263EC2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496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98D55-04DF-8610-B1AF-4DA8B5260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DB548-0FE8-698A-DCD1-5EFD36C5E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3CB6AF-E892-5A2C-E1C1-872E5DF82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D02FC2-46FB-1922-F4F8-5BC8002FC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9296FA9-93F4-61DB-C8F7-720508CA725D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0879A8A8-A0A5-D7C1-D6CF-F156C88DF97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0775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C685F-746F-A66D-63AC-9A4FEFD93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4A6C43-B54F-4CBD-ECF4-6356A69B3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9F9AD-39FE-8A78-B71C-AD35B6675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BA0FAF-74F4-9134-5CBC-4B58130F3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A0AC8F-0BA1-714E-1342-551082D08466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69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240AB-B787-A427-F0A2-22AEB82DE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B0E32-6951-CC1D-3A63-D8E19F6AF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FC03E0-3D77-C520-5302-F9044B46A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DADEB7-F8B7-0D97-5101-00FC0ABE2A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032405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140114341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76121764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0137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702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845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9771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0148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1588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2D77CFE-AB3D-31D9-F14F-3648B8402C02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C56861-C663-BF43-C7A7-C6913C8F2A95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0396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FBE1F-2C62-E55F-404A-DC8C563E6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65D60E-7547-A9C9-9578-E025F159A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21E859-CE6C-3224-582E-44C76009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06637B-6FFE-483F-BAAC-E196911E5C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BA8969-3E5A-2F84-E90E-1DA465901995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40C7A105-D886-3690-1B46-83CBB6F44C2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6223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C8119-5D2D-D40E-479A-D7C98102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D9F07E-67F0-EA81-E24F-2560380E3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49092E-D2FC-32BE-C188-0FBE98398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E2D1EF-190C-BA12-D036-9E82976F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1AFB4D-64B1-3524-6B7E-535ADDA8D377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135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3CB88-8E42-2337-7543-7E4D099D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581A0A-4027-EC6C-A697-67B92F8F9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74755-521E-EDB6-DA89-D9A86D48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C9A3E4-2744-B4EF-1704-170F4CE87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6809922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23917818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5336151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081982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36947503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0957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602667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754284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82446116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79541802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9257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3123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95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505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209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9867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4865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3378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625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57724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FB6EB68-6AD6-037E-7CE8-4E5D2603228D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599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A6A5D-B336-CC36-C0F3-823131714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4411E-B5E4-3173-1B26-2C7A6B4D9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0F3714-43BD-FB7E-9BBB-642ED7C9F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FB2A27-54FD-2630-FD8F-834C294F1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81E621-7E8C-9520-E4B1-08496A7C4AF6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E64B0458-B399-F090-3B56-E30D533FF86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216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9CD9-DADF-F6B8-139A-84AE23C95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3C0097-0861-73FC-CE09-A303BFB5A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F151E-9C58-5392-D913-CAD9BA619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3CF729-927F-93EF-40B0-4784166F6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6C741B3-ACB8-E021-4A14-E516079376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832945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569137076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40415207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778562326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162302992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0685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3032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7897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2248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1863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6670991-99E6-FCBD-B545-1CCD245843F5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4F1FC346-4670-4B80-F60C-6211BA2F692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613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87F7D-8182-708D-6FCA-F53A81937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F06327-76B8-E7C7-0543-A738EEA60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A37EE0-C886-3B15-5BCE-FFE13A18F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63CBCB2-9183-3EB7-BFA9-5E51D9796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280112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2767701273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877662989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954201938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8552265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13039359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372468657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0921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3691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2410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4104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70056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39998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1251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7C9620-31FB-07D6-F13E-B9CFEDB4DE15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32DEEA82-C771-EFFB-ECA3-2C8A30694C5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1835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B2AE7-550A-B8EA-BFBF-C58C483F7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F18C29-04ED-E5BE-6007-EC4EA4C9C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06DD82-E113-2643-6352-FD0E64B4D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D35F1B-30C6-D486-5A61-73DF88E85F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F0E6C0-32E7-2235-A9FE-491ADE19DAAA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12D9CC0A-57F2-62C1-6E15-8F311965F7E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783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2B52-E927-9991-6D20-1D5106B62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F85CC-809A-34C2-7FBA-61575442F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0157A4-202F-1E4D-57B3-53971AF5B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F274370-BCDA-99FE-9C62-18A6B127F9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866360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4082432051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15055722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1122807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26673426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9861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754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5099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89582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D18A3-7891-3AE1-4B06-FC1602782D68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921FFE-AA14-55FF-F5A6-BDD98D1500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1BCC28AB-E4F2-1EDA-2A15-B20F75A8FF6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3370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8CFE-C9FD-AD9D-2327-4F20E87B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4C1E0C-4841-E04D-D953-EC7A26BA7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0ED327-4D60-87F2-7BF2-7F5BF730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A76630-DFCE-87ED-D8E4-E758849F91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E4D4EF4-93F7-3167-F863-98A37CAC49C3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8817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4C23-4707-1071-A948-C14D90624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2D7583-7724-5FEA-72C0-CBA5AB2E3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E8DF35-CC2D-A98A-B298-D6FF438F6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EB77BE-07F1-BB81-C92E-3046F91F61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B54FE2-B86A-015B-B7F1-445F2D350E26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 and with their own Kelvin return (design value ≈ 1.7 nH; extracted on the routed board: step 11)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point-symmetric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107609E1-57C2-1996-4F02-0553D42DCCC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1265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1412-7BE7-2E86-332A-BB4F01B1C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90A2C8-B15F-E355-2DAF-9C310EBBF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95BE5A-BBFB-76D3-E45A-BB686044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4B4F8C2-CAFE-57C3-BE9D-956FAFDFB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834670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11641171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77827956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105053744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416172615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695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653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8219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83684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6545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8563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2744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CA953E3-C049-A23D-9DBE-3C78BF705222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−1.9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8D0843-4B99-3CD4-9057-45221701FDF9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521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2501-C336-02CA-95BA-E1364AB1E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080B13-69DC-338B-C798-38F2F1756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E72065-4E4B-E9E0-32C0-27217C13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740AC7-C040-B96A-BE5F-7DB20984C9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51790C-A7D6-8402-F649-F65EC2BC3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526973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066952840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197652073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136300826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7507363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907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57580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47589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1717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215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8256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61190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F89C9167-B962-FFB6-5B95-357E14CE361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point-symmetric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43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9645F-1C85-C6E7-C7A5-298C0648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EF7AD4-A8BB-1159-A4BD-747678C8F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C4CB0-440F-25D6-A191-4AD9DE0A8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F2CF7A-9E8B-5588-E761-800FA2D2AE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8D15AF-BF22-3CAA-F8C5-22CDBA7C7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5E63AEF-246E-F868-67C2-5A92AE549BA2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|; off-state ringing must stay above the −4 V limit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=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−1.9 V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7 V), set with the extracted gate loop (step 11): bump ≤ −0.5 V, ringing ≈ −3.4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6220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028-1297-2A55-833C-42A44919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Building block: two point-symmetric cells, one centre driver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9EA02D-1932-D71B-AD8A-412CEF8A8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097A0-9B2B-1347-09E2-B3FE14469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67A9C4-B6F0-49AB-B045-5B4F001A57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C9A6D4-F560-ECE6-46E7-E13AFC10548D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rotated by 180° about the driver (point symmetry):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3659A778-1161-2542-58D7-D0E6CD48991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79349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C979B-3694-BAA2-2899-1380F7498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136CE3-D623-6CFB-8552-78AC24A0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34A89C-6704-3875-FCFF-2E3D4D58F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DC3ED3-B1A2-17B9-2EAF-EA5D7E6D76C7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A6C03F-D19B-5773-C5B8-7F6EC46F8EC4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60DA9C-9F07-0CD6-A540-73810BE0399F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2D8F6B5-D6DA-78C1-81BF-4CEAA23460A1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CFB1B87-4799-048C-83AC-A0048E393007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1A3B5-ADC4-9DC1-6562-51A497CE8EF3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88BEEDF-9167-EF57-E3AD-E221B7010B80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57C80F6-4D40-C1AB-734F-90E23D998ED8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87A7CC0-94E8-219A-9419-8FD550727E0B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249D0B3-82C6-9D47-11D1-09703CFE5AC6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F6DD2A7-C87D-6700-4BF8-905AFE99AE66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357E8D4-3FD9-AA8E-4012-EAEA3939BBC4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1EE3118-18C3-2588-8DDE-C68E8FF18BB1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C69EF03-2B25-C56D-F7DA-8C25CCBE3358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0E6E8C1-04DB-283F-C110-4527E8ABB409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610F120-E020-D099-F0D1-E8541E3C7AF1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4ED3DD9-1922-1552-AFCF-91B61C96BF70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219F7D-5AE5-BBF5-885C-D734A4350D29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5FE77CC-9CB3-5A6F-3A9A-ADFD6AFC5AE9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07B142-EFD8-98CA-03B5-8CE861D045E3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157562-239F-C885-D8BE-BC1B9AACB298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5F6011B-209A-0791-E712-74C8D11F4291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FD91B1A-9A4F-86B2-AD52-A3E27818F191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1A9CEB-A395-1F97-2776-DDB2C706052B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1646FF-7EC4-6FF0-FDA5-B7528D3EFF98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D9ED4A1-14D0-8A4A-4CEB-FF73945C278D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331DEB-1B07-FFF0-4BD5-F144406CE175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E74F171-F5B3-8C14-7505-5480ACB577F3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8D8ED5C-260D-AB9B-D9E0-3B8FE68128DD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54C613-8914-9483-B16C-E0019E49EFC3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C990E25-2543-747F-E6EA-9C4AB8EBBA63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C34B5B8-45E0-E70C-D3DE-524FFEC350A6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D9C6803-904F-D09B-76B0-8EA78E6E461A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E88F6FD-84D9-9118-3114-FC38BE635CAA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100EA51-35F8-DD28-57A0-B64A33F58732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9CE7E4E-CD08-7FEE-732D-824C64A8F309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D8C3D24-6688-4014-0980-A9DACFD0FDB9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3FC9415-1137-1E86-DE1D-76B9DC3A0BCA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33E62ED-E67D-0353-BBF3-6F2B9A52F66E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F8CA5E-6CD8-807B-10DF-E633CA5F1FAB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43497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FA9F3-4B86-C269-E0AB-9204B6699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AF442C-5646-8239-05C8-544E1742F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2BF0E-D5BA-5450-E82A-6CCCA8F5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8F8F41B-3AC9-D45B-E52E-8340AC1667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5832612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420089852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1170116887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1260450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0301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83774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0397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232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89962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5379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57204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293849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72B095F7-C5EE-D91F-D2E3-93BD6CC2C82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807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16AFC-208E-A789-7DF3-C33E256E5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4928D-FC3B-76AD-BFD2-0257E316F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5EA93-CB09-86D9-0E76-C066E0B93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210376-AF6C-F881-5086-496B058CA5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2AC328-5E17-F5DB-CE28-33162FB63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1CA35E6-B489-1F5C-50FA-1BFC993B3D29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8027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E3D14-DD72-99DD-4CF1-9C7B59886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3C57AE-121F-4E4D-FCFD-F5576EBB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F4A2A-A8D1-A6CF-A677-E5739E620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D427FA-D1BE-219F-871C-D9CB23EC5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8F3385-005F-57F0-AD5A-208FA5AC8C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5D95483-38E0-3BC3-0F10-7EC0E7FD30B6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651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26D08-D89B-390E-CCAA-C882187DA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4A4A7F-41B4-3D47-1811-7D3973B15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CDA5A-2B45-E6FD-1931-8E0AD4821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28B3E6-684D-2106-2FD3-3E0948B016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119514-327B-7700-93A4-0A2442246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9B2F5B-F351-0FC1-BEDE-6D7990D1F243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C95443-5759-E066-9DFC-2E5B514A66B8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B6367F-28F1-CD4A-462E-A77EA6E4864F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2137B3-FCA9-756A-5CA5-B0DCFF077F78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0213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C15F-7140-906B-C588-3329FFCBC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676934-FABA-D1A1-94D3-14D1BBBC7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09D068-6260-3F90-6C51-A196DB22C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A54B2D-08CF-EF13-389A-A9C514F1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D30970-7B02-F59A-2946-320ADB4D33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8B14FB-771D-28ED-DBFF-33C948FD8A7B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D1205F-F558-38BF-051C-DF2D72C862A6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1698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863C8-C60B-4BFA-C3EE-895240FC2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78C3AD-367E-98D9-20BC-57495D439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90153-63A3-D8B1-5924-A1EE9AEE8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0B5B57-CB32-9EEB-711A-1DE94396C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0FCAE1-39AA-AA91-1798-9A28175810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F31086F-013D-6CC9-A418-E41C0A1370F4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MMCX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ports,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44787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12BB-DD52-43D3-B468-9AABF394F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78540C-922C-427C-A5FB-119DD5DD2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B99F1B-36B6-325B-23A3-AB6D189B2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B044F5-0DA1-1068-C752-F7C0B8CE8C79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66D5D31-FD5C-6E7E-0E7B-57B7B6B68B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330823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3127664077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27916047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6585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3303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376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5168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170231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ABA50295-CFD7-9038-81F3-B13343E549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A1B8DA57-F923-9C2D-B490-805CA9B4A99F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744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B79CC-FC95-DEC3-B6EF-DDAE75A79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07A6C2-6FF3-78E7-1C56-C96BA0303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48FAB8-2272-6646-C820-7D0002764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65907F-41E9-BAEA-A435-D3AAFB468B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9BCDFC-E3A3-BEB9-A524-0C523841D120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7.0 V ⇒ −1.9 V off (bump mitigation, inside the −4 V limit);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064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93575-E627-C5F3-231C-774C18CC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3A9E20-F013-E976-24C6-C368E8118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BD61B-7BBE-BA7D-4F77-66162832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5E2C87-C0CE-CE17-4913-6CD51C6FCC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3C2499-C396-D3DD-AA8E-953A0AAF1167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2×5 control header (each signal next to its return); common-mode chokes on 12 V, DIS and NTC, none on PWM_H / PWM_L (no extra delay or LC ringing with the 100 pF input filter; removed after the PWM review)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1.5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(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shared by the pair),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 ⇒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3.5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device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3620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75103-1985-6D3C-99D2-B63358EF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DDB517-47CB-8509-50EB-FDF47185D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C014B6-D978-54A3-22FF-D883A01A1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96071A-A764-4FF8-0035-4067B1EC07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707692"/>
              </p:ext>
            </p:extLst>
          </p:nvPr>
        </p:nvGraphicFramePr>
        <p:xfrm>
          <a:off x="238125" y="952500"/>
          <a:ext cx="49530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2085320705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163629901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15547304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51854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7115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986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43471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 (DPT)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MMCX (WR-MMCX, 170 V rms): SW / LSRC, rated isolated probe (e.g. IsoVu TIVPMX50X)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next to each LS FET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0971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Bring-up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test points + spring-tip pads (V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), list in fab/testpoints.csv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both sides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6056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temperature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 at the driver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control side (GNDI)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762912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545AE136-2BCF-14AF-87D7-4AD5F0DB49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F6B055-9617-078F-3642-D94BA04721FA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5681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960A7-6ADF-6C58-4880-FCD393699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FBFE13-55A8-FC8A-CE5F-A5D2C63E1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D40E87-9DAE-74EF-17E1-A8BB1830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84C4C-B0A2-C31D-33BD-02F5CE50B7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6CABDF1-DB52-C664-A574-21ED9BF10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ABC2419-8A0B-BEC4-B141-77D127F1AD4E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88636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46B3E-5F4F-A195-0BBC-EA6EBBCF6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3C1110-A78C-D4DF-FA6C-28C4698E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355F1-2BC0-9FE0-981A-F1E642EB9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387354-D34B-FB7C-9F56-A16AD03610F5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8217458-9182-7576-FCA4-7654A8A366D0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6516CE0-BC46-BCEE-58C6-3C1D9076353C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1D0882-66A5-8414-5F5A-33C464951034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31F269-406D-0981-9D1F-BD04BA0BF195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C24645C-DC60-86AA-D506-2086B4AC9494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A61F1D-0ABC-19E5-333C-B67110CC5A05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BED0C4B-A1BE-52F3-D558-1313241D1985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307341-EFF0-0484-A904-0341327FFE46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F2C80A8-B1D4-CF1F-7F09-3E3E728D4443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6F9BADA-1C9E-5692-371C-8813E63081FA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6BB443-53A2-003D-212B-92CF50CE48C1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35952A1-62B4-E512-52D6-11819BA58ABA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32CD08-3A98-E3B0-8CC2-ECC6AA0A167C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C00717-8F59-8D82-0430-367075589134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6384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0FB1-F1B7-5364-5C3C-261773831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B83633-572A-C239-8F1A-1DE46C5C2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9EA77C-5DC4-2474-D071-3CBA69A6A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DB6D68-682D-1091-FFDB-4C8C684F22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C53DC88-0956-909C-DB35-F1FA8665A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433608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392805593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33675110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8823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4632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654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6368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72515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401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889034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2BF8FFB-DF7C-F1E7-C340-EA97F03AB4BA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4322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08C78-DE1C-3EB2-8ADA-54E1BA13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1539D3-2B97-0BDA-E258-B8E51C9F3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082678-47D9-F26B-3605-F404EDFA0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BBB34D-73AF-350B-D430-06E3459A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291E65-6CF8-9CB9-6A3F-4E5BD09FB962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0447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66876-1AEF-5516-18FA-C6FAC379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D326EA-597B-D6C5-5B8E-C33BE1986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05484E-6BAB-029D-C2F1-CA77C16F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FBA2F5-166B-1584-EF92-9B37A5AB4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878ACC-66D6-D798-EE2C-8D3BE0BBF7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F57EA8B-0ACB-7E7A-E437-ED6469F1D8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899D39F-7282-2F5F-8467-3948BD435EA1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3192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A3AC-0074-1545-ECF8-0DACA49D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6F1D1D-03B5-EEC6-9288-7640AA2D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FB16C9-61FC-C1CA-12B5-3ACBABCFC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66FBCF-1964-7C85-A516-B6620380C37B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7DB12B-6D2C-2C48-F9DE-798B78F56B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55943153-59C0-8818-7B1F-2539B24B67D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7506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438F-0285-F1EB-2815-05546A9A3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3AC37D-78DB-A3A2-6E08-4A987D06D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2B2DC-6C00-5032-4CD9-56EA5B56B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3A6562-C00F-7C07-0622-CF63332FA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393C8F-7B86-A2E0-0991-ABCC072136EC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A27333-2AD4-A969-771F-097532772F1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7853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10555-0AB3-E298-2EA3-F73263E47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01298C-9C50-29B1-56BB-886C57447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A0E0D-AF08-203B-C390-F0C0C49EB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E4E739-0A8D-DEC6-6C2D-CFFB8CD126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1768722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70452610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31819083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56782049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3601693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82740159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5673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787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1036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55119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3429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2121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90503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36454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75FF7CD-E919-91ED-B34C-5A3A8A63811A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6979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B2BC9-7949-0F34-399B-BAF06208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8A0199-D856-41F5-7A81-B27AB9BA0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7B4E5E-DA24-B830-ECAB-7BEFD34A1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03D05-3F6B-32E9-270B-5045F1CD78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C0EA861-A44F-380C-0D8A-785EC07DA5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527134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2991658587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114303471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73241914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2700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0.652 / 0.652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2759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0.653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3381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0651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9987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ECAA31-32B8-0E3A-BF81-7D8B5AB7D34A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1 %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6712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0C1BB-229F-BE9E-A8FF-720A0E66F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Q3D: coupling between the cells and the gate loops (DPT board)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69EBB-1E8F-363C-6453-A6B34D837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02C4ED-7B9B-C40A-0200-9D82DC850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6675B4A-AC0D-5874-39E8-90358BD00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477335"/>
              </p:ext>
            </p:extLst>
          </p:nvPr>
        </p:nvGraphicFramePr>
        <p:xfrm>
          <a:off x="238125" y="952500"/>
          <a:ext cx="381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4031146496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081864581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2594909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747856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 (pH), k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8033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0, 0.001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50118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21, 0.034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1597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91132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C021A1B-E26B-BD1F-D041-F0817E3792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699712"/>
              </p:ext>
            </p:extLst>
          </p:nvPr>
        </p:nvGraphicFramePr>
        <p:xfrm>
          <a:off x="238125" y="2381250"/>
          <a:ext cx="38100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280089002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97429614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76282278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Gate loop (nH, copper)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HS Q1 / Q2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LS Q3 / Q4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4981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 driven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12.53 / 12.56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7.61 / 7.62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7783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pair driven (operation)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20.6 / 20.6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/ 12.3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2169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branch / shared star-driver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4.5 / 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2.9 / 4.7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4435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gate-power coupling, both cells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9 pH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0.26 V at 30 A/ns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747488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9445A5D-B503-664E-CF5B-4132A614C1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6125" y="952500"/>
            <a:ext cx="3937000" cy="2952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388E60-F54D-41E0-A2D4-50B01F878574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Cells: at most 21 pH between neighbours (k ≤ 0.034) ⇒ each cell commutates through its own loop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Gate: Kelvin return on the adjacent layer from every gate pad to the driver caps; Q1 = Q2, Q3 = Q4 within 0.3 %, block 2 an identical copy ⇒ all four paralleled devices equal; but ≈ 10× the 1.7 nH design value (driver behind the barrier)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4954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B75CE-F539-FA86-523B-FBACAEFAD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Gate drive from the extracted gate network (SPICE, DPT board, 75 V, 322 A)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D8F49-A9E0-5B6B-0EDA-5CC8D12B6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8782F0-A1AF-7CC8-F8BB-4D0D11EFC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F8586C0-6D63-E1A6-944B-F204CE062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178191"/>
              </p:ext>
            </p:extLst>
          </p:nvPr>
        </p:nvGraphicFramePr>
        <p:xfrm>
          <a:off x="238125" y="952500"/>
          <a:ext cx="866775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>
                  <a:extLst>
                    <a:ext uri="{9D8B030D-6E8A-4147-A177-3AD203B41FA5}">
                      <a16:colId xmlns:a16="http://schemas.microsoft.com/office/drawing/2014/main" val="358130796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34598249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3882528910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45594829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678552719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3032174458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6979548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g,on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HS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/ 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(4 cells)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di/dt 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bump, held-off gate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3311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lumped 1.7 nH gate,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89.8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136 / 17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31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-1.04 … -1.00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7583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1.0 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105.3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97 / 20 µJ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49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-0.72 … -0.46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4332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RON 1.5 Ω (board)</a:t>
                      </a:r>
                      <a:endParaRPr lang="sv-SE" sz="1100" b="1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92.9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125 / 20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36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-0.76 … -0.50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425744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8B8FA6F-F4FC-55C0-0ED1-BD0C9FBEF325}"/>
              </a:ext>
            </a:extLst>
          </p:cNvPr>
          <p:cNvSpPr txBox="1"/>
          <p:nvPr/>
        </p:nvSpPr>
        <p:spPr>
          <a:xfrm>
            <a:off x="238125" y="24288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Extracted gate network: Q3D copper + 0.4 nH per 0603 resistor body + 1 nH D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; UFCS 120 pH as its own inductor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larger gate loop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speeds up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the turn-on ⇒ HS overshoot ≈ 75 V + 0.65 nH × di/dt: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1.0 Ω gives 105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−1.9 V off: bump of the held-off gate ≤ −0.5 V (≥ 1.3 V below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th,min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0.8 V); with 0 V off it was +1.2 … +1.4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Off-state ringing ≈ −3.4 V against the −4 V limit (EPC2361) ⇒ no larger negative bias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Turn-on of the four cells within 0.2 %; turn-off current inner vs outer cells ±1.5 % (power side)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9DE0F54D-75D1-0165-BE3D-5589A182838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DPT: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1.5 Ω (R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3.5 Ω),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7 V (−1.9 / +5.1 V); next revision: driver stage next to each pair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0582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40483-DBF2-4A0C-A24C-3CF44362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D9EE5-2705-6A81-ACD6-4F1745BF5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B468D-A757-A283-4927-E50F41BAE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31DB0F-B4A2-A429-99DD-1BC374EB27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667ABF-3054-9D9C-7C85-A5AD9E4F0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A41A2A-2FD2-3B68-0511-511BA10EC4D9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EB60F-AAB1-0530-CA01-6B2D0F3A9996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626050-F53C-3848-36D7-0F14FF1B2C28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9536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E2AE7-0050-D46E-8428-A7CFD1183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90DD07-D1A6-FE9B-465A-8E6479058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4D523-0033-4710-B174-70AB89B3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85E3D67-6E34-0A8E-586A-F76C934D6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731724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970896818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65808854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300211159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414333848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84597391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41706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9005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702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6148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46607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940DE7-BAAD-8AF6-691F-AED55AE66EB6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185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0EBE2-6869-D2B6-8DFA-A41BCFC5A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4B978E-161B-B869-E226-A7CBA3DE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DAFAFD-CDF3-380C-C9E7-E3D5754F4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66ED703-3159-AB2D-B97F-DA323A316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156249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80048403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421527144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801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949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30565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0620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5128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0407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FAEA285-80FD-28D7-5F7F-B19EB858337F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754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4C1F6-C5C8-9701-6BD6-F9B8DD384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D3AC-50E5-0BC9-8428-2ED1E377F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37541-DA15-572C-5776-06FFF70AD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F1FE62D-D3DC-DA14-2127-736F8CE789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211820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1029597295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59654577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842993143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36305065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7456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8545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3624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4259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0490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02479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A8F0C9A-0DCB-B278-9613-4F3E6B091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BC4A8F5-0723-EF9C-0C39-1081B68ECFF0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99225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27F19-5BE9-E1CC-320C-A7DBF7036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B365B-4688-B871-961A-FA1049827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E8E26-E8B1-13E5-3462-05575B08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41023A5-D0A3-6EBE-8FA2-A9EA23F11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426723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795940571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115648698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182103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8433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0620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9570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9393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05179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30A7972-447E-BA6E-0BAC-CAC18B95CAA6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01D0CA-5B75-BCA2-EF3E-A17D24A7D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33" y="3000375"/>
            <a:ext cx="1898285" cy="1809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432263-30D1-8C4B-2454-DBA5E4BC2A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483" y="3000375"/>
            <a:ext cx="1898285" cy="1809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947214-E325-697B-F245-C6935FB44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4592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8FA8-9D30-E104-2BFA-0D7374772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C9D094-BB38-B3A9-4F2B-AB176E2FC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5EB59F-C08A-BFDC-86E8-ED1F886BC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53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A8BB5E-8B65-3331-8FEC-32100F565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164362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833330985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6935787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3294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2515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91629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8353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365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00386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7233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94769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34750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728877-707C-75DD-4410-40A15667C72A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6757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1BD72-273F-6260-12FC-6483E6F0EA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4FE6D0-6E10-EAAD-34DE-40D6E91AF6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52600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1</TotalTime>
  <Words>7438</Words>
  <Application>Microsoft Office PowerPoint</Application>
  <PresentationFormat>On-screen Show (16:9)</PresentationFormat>
  <Paragraphs>896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point-symmetric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Q3D: coupling between the cells and the gate loops (DPT board)</vt:lpstr>
      <vt:lpstr>Gate drive from the extracted gate network (SPICE, DPT board, 75 V, 322 A)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2026-10-26T11:44:48Z</dcterms:modified>
</cp:coreProperties>
</file>