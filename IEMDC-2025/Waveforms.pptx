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8" r:id="rId2"/>
    <p:sldId id="259" r:id="rId3"/>
    <p:sldId id="260" r:id="rId4"/>
    <p:sldId id="266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6858000" cy="9144000"/>
  <p:defaultTextStyle>
    <a:defPPr>
      <a:defRPr lang="sv-S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44" autoAdjust="0"/>
    <p:restoredTop sz="94660"/>
  </p:normalViewPr>
  <p:slideViewPr>
    <p:cSldViewPr>
      <p:cViewPr varScale="1">
        <p:scale>
          <a:sx n="91" d="100"/>
          <a:sy n="91" d="100"/>
        </p:scale>
        <p:origin x="6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2" d="100"/>
          <a:sy n="92" d="100"/>
        </p:scale>
        <p:origin x="279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8641E886-6D8F-4DA2-898A-00B1EAE1AC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EDFE6A-05C8-4F6B-BA8A-F497180174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3AE95-3DFC-4DDB-A7BB-B9BF94A03429}" type="datetimeFigureOut">
              <a:rPr lang="sv-SE" smtClean="0"/>
              <a:t>2020-02-25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AE70C2B-4AA1-47BF-94B9-F7DF59FCFC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ED3EF666-D1D2-478D-9969-E1DE1FE2D0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96AD15-F18B-494F-8904-C45D7BCBE60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675942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539D3-FAF3-FC43-8825-CC8C9D4686B2}" type="datetimeFigureOut">
              <a:rPr lang="sv-SE" smtClean="0"/>
              <a:t>2020-02-25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B8005-7BF2-4B40-A831-B1EE96BFE5D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98434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2CF517-9DD4-421C-AE14-6B4A4453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B926A-213D-3B48-BB0C-19ADA28B3F4D}" type="datetime1">
              <a:rPr lang="sv-SE" smtClean="0"/>
              <a:t>2020-02-25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3CD4D9-900F-4086-81FD-AB6606D8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28E8603-97F6-448F-AF1B-7D33D8C7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t>‹#›</a:t>
            </a:fld>
            <a:endParaRPr lang="sv-SE"/>
          </a:p>
        </p:txBody>
      </p:sp>
      <p:sp>
        <p:nvSpPr>
          <p:cNvPr id="24" name="Rubrik 1">
            <a:extLst>
              <a:ext uri="{FF2B5EF4-FFF2-40B4-BE49-F238E27FC236}">
                <a16:creationId xmlns:a16="http://schemas.microsoft.com/office/drawing/2014/main" id="{2973C368-F8A4-41B1-9D52-4D7998813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28" y="1390867"/>
            <a:ext cx="8090297" cy="566641"/>
          </a:xfrm>
        </p:spPr>
        <p:txBody>
          <a:bodyPr anchor="t"/>
          <a:lstStyle>
            <a:lvl1pPr algn="l">
              <a:defRPr sz="2700"/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25" name="Underrubrik 2">
            <a:extLst>
              <a:ext uri="{FF2B5EF4-FFF2-40B4-BE49-F238E27FC236}">
                <a16:creationId xmlns:a16="http://schemas.microsoft.com/office/drawing/2014/main" id="{040AB90C-B2A7-4284-98E0-80DAE0A2C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28" y="1974952"/>
            <a:ext cx="8090297" cy="596798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sv-SE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83F7B48-BB86-D74E-A1EB-2C3CDBAC7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 r="700"/>
          <a:stretch/>
        </p:blipFill>
        <p:spPr>
          <a:xfrm>
            <a:off x="246063" y="2559025"/>
            <a:ext cx="8650292" cy="244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1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18E66E3-BED5-4C6D-B465-40B84B88D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28" y="1390867"/>
            <a:ext cx="8090297" cy="566641"/>
          </a:xfrm>
        </p:spPr>
        <p:txBody>
          <a:bodyPr anchor="t"/>
          <a:lstStyle>
            <a:lvl1pPr algn="l">
              <a:defRPr sz="2700"/>
            </a:lvl1pPr>
          </a:lstStyle>
          <a:p>
            <a:r>
              <a:rPr lang="en-US" smtClean="0"/>
              <a:t>Click to edit Master title style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FF22D944-0354-4DCD-8334-3FC7C9FFC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28" y="1974952"/>
            <a:ext cx="8090297" cy="596798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2CF517-9DD4-421C-AE14-6B4A4453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F508-B04A-E34A-80DD-59A12C5D1039}" type="datetime1">
              <a:rPr lang="sv-SE" smtClean="0"/>
              <a:t>2020-02-25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3CD4D9-900F-4086-81FD-AB6606D8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28E8603-97F6-448F-AF1B-7D33D8C7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t>‹#›</a:t>
            </a:fld>
            <a:endParaRPr lang="sv-SE"/>
          </a:p>
        </p:txBody>
      </p:sp>
      <p:pic>
        <p:nvPicPr>
          <p:cNvPr id="9" name="Bildobjekt 19">
            <a:extLst>
              <a:ext uri="{FF2B5EF4-FFF2-40B4-BE49-F238E27FC236}">
                <a16:creationId xmlns:a16="http://schemas.microsoft.com/office/drawing/2014/main" id="{D08EEA80-13E5-4697-A9DA-21277742FA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26476" y="333641"/>
            <a:ext cx="1287722" cy="205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50A1F01-262A-6542-96F8-9345B6213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rcRect r="700"/>
          <a:stretch/>
        </p:blipFill>
        <p:spPr>
          <a:xfrm>
            <a:off x="246063" y="2559025"/>
            <a:ext cx="8650292" cy="244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EB0B6BB-AC5F-485A-85BA-F56E433C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9A48BD2-8B5B-44E1-8F6C-9B0D41A68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3F4D8-4BE6-D743-AE27-D14757A6F270}" type="datetime1">
              <a:rPr lang="sv-SE" smtClean="0"/>
              <a:t>2020-02-25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1B72178-9B2F-45A7-A31E-7710591B0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155F99B-B767-4EF4-BDED-E7E361EB3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FA474A84-82A6-4747-B64B-83217A0CB5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31888" y="1194198"/>
            <a:ext cx="7765653" cy="3540919"/>
          </a:xfrm>
        </p:spPr>
        <p:txBody>
          <a:bodyPr>
            <a:normAutofit/>
          </a:bodyPr>
          <a:lstStyle>
            <a:lvl1pPr>
              <a:defRPr sz="1500"/>
            </a:lvl1pPr>
            <a:lvl2pPr marL="514350" indent="-171450">
              <a:buFont typeface="Arial" panose="020B0604020202020204" pitchFamily="34" charset="0"/>
              <a:buChar char="‒"/>
              <a:defRPr sz="1350"/>
            </a:lvl2pPr>
            <a:lvl3pPr marL="857250" indent="-171450">
              <a:buFont typeface="Arial" panose="020B0604020202020204" pitchFamily="34" charset="0"/>
              <a:buChar char="˃"/>
              <a:defRPr sz="1200"/>
            </a:lvl3pPr>
            <a:lvl4pPr>
              <a:defRPr sz="1050"/>
            </a:lvl4pPr>
            <a:lvl5pPr marL="1543050" indent="-171450">
              <a:buFont typeface="Arial" panose="020B0604020202020204" pitchFamily="34" charset="0"/>
              <a:buChar char="‒"/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2732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C966D54-57EE-458D-979F-B857F348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3559-229D-724F-BBD5-623E582CF5C1}" type="datetime1">
              <a:rPr lang="sv-SE" smtClean="0"/>
              <a:t>2020-02-25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C0D5306-1C16-4D96-8016-0B45E724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579ABBA-285A-4BDD-A8DE-D7E2326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1" name="Platshållare för innehåll 6">
            <a:extLst>
              <a:ext uri="{FF2B5EF4-FFF2-40B4-BE49-F238E27FC236}">
                <a16:creationId xmlns:a16="http://schemas.microsoft.com/office/drawing/2014/main" id="{C23E0C61-4086-4E9E-9765-C96613FBE5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3244" y="1193800"/>
            <a:ext cx="3794694" cy="3540919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2" name="Platshållare för innehåll 6">
            <a:extLst>
              <a:ext uri="{FF2B5EF4-FFF2-40B4-BE49-F238E27FC236}">
                <a16:creationId xmlns:a16="http://schemas.microsoft.com/office/drawing/2014/main" id="{F4B1B781-8A23-4309-9884-DD6E3CE0EF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31888" y="1194594"/>
            <a:ext cx="3794694" cy="3540919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6" name="Rubrik 5">
            <a:extLst>
              <a:ext uri="{FF2B5EF4-FFF2-40B4-BE49-F238E27FC236}">
                <a16:creationId xmlns:a16="http://schemas.microsoft.com/office/drawing/2014/main" id="{41903042-6CE8-4286-847C-7E810AF5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4158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underrubriker och 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945529D-785A-43B8-8CB0-BF49CF7DD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C966D54-57EE-458D-979F-B857F348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60D0-FE42-A248-8A54-F26FEA948759}" type="datetime1">
              <a:rPr lang="sv-SE" smtClean="0"/>
              <a:t>2020-02-25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C0D5306-1C16-4D96-8016-0B45E724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2579ABBA-285A-4BDD-A8DE-D7E2326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innehåll 6">
            <a:extLst>
              <a:ext uri="{FF2B5EF4-FFF2-40B4-BE49-F238E27FC236}">
                <a16:creationId xmlns:a16="http://schemas.microsoft.com/office/drawing/2014/main" id="{6304BE55-467D-4CE2-9B8D-EC038C989A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3244" y="1664494"/>
            <a:ext cx="3794297" cy="307062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2" name="Platshållare för text 10">
            <a:extLst>
              <a:ext uri="{FF2B5EF4-FFF2-40B4-BE49-F238E27FC236}">
                <a16:creationId xmlns:a16="http://schemas.microsoft.com/office/drawing/2014/main" id="{4D066E04-C797-4C85-AD05-F6EFD42AED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03244" y="1194197"/>
            <a:ext cx="3794297" cy="398859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Platshållare för innehåll 6">
            <a:extLst>
              <a:ext uri="{FF2B5EF4-FFF2-40B4-BE49-F238E27FC236}">
                <a16:creationId xmlns:a16="http://schemas.microsoft.com/office/drawing/2014/main" id="{20A69851-5F12-40D3-A417-2DCD7530A5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136220" y="1664494"/>
            <a:ext cx="3792153" cy="307062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 dirty="0"/>
          </a:p>
        </p:txBody>
      </p:sp>
      <p:sp>
        <p:nvSpPr>
          <p:cNvPr id="14" name="Platshållare för text 10">
            <a:extLst>
              <a:ext uri="{FF2B5EF4-FFF2-40B4-BE49-F238E27FC236}">
                <a16:creationId xmlns:a16="http://schemas.microsoft.com/office/drawing/2014/main" id="{9472B11D-1B06-4AB9-A788-CEFECBDC8E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6220" y="1194197"/>
            <a:ext cx="3792153" cy="398859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045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8A04EEF-7713-4918-A58B-127EED1C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1421C8-A909-4498-9C65-2C4F1875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7D9E-CD1D-F144-88A8-27D2C4D672B1}" type="datetime1">
              <a:rPr lang="sv-SE" smtClean="0"/>
              <a:t>2020-02-25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98402AB-3C0D-47F3-B526-AEE8B976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9E1C101-21B3-4DE8-ACC8-96D836B9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FECDBECF-4709-417A-8783-E9CAB0603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6460" y="1194198"/>
            <a:ext cx="8651081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533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två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8A04EEF-7713-4918-A58B-127EED1C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91421C8-A909-4498-9C65-2C4F1875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585DF-A6DF-A54D-9960-BE991B45200F}" type="datetime1">
              <a:rPr lang="sv-SE" smtClean="0"/>
              <a:t>2020-02-25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98402AB-3C0D-47F3-B526-AEE8B976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9E1C101-21B3-4DE8-ACC8-96D836B90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FECDBECF-4709-417A-8783-E9CAB0603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6460" y="1194594"/>
            <a:ext cx="4237209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  <p:sp>
        <p:nvSpPr>
          <p:cNvPr id="9" name="Platshållare för bild 6">
            <a:extLst>
              <a:ext uri="{FF2B5EF4-FFF2-40B4-BE49-F238E27FC236}">
                <a16:creationId xmlns:a16="http://schemas.microsoft.com/office/drawing/2014/main" id="{3747F699-0360-4395-8415-6E5114D6C6C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0332" y="1194198"/>
            <a:ext cx="4237210" cy="3540919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87958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F4B5727-3AF8-4023-B42B-839E8695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92B391E-9C84-4E0D-898B-8454343B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91D87-1285-6843-BFFA-E098C31F828A}" type="datetime1">
              <a:rPr lang="sv-SE" smtClean="0"/>
              <a:t>2020-02-25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2D627AA-4087-4599-9513-63987ED8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DE0A226-9A3A-4E94-A386-D753C79E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96585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EB551155-ADB6-4713-AD48-92A8C535A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680" y="250032"/>
            <a:ext cx="7763861" cy="6477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EFDED03-B73B-4057-9667-7B69EF4D7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1887" y="1194197"/>
            <a:ext cx="7765653" cy="34385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0C11F1C-711C-4AD7-A25F-D2B3F451BB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152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E8303-AD2F-DB4D-B8E2-7368B5FD02EE}" type="datetime1">
              <a:rPr lang="sv-SE" smtClean="0"/>
              <a:t>2020-02-25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9465249-3F3D-4589-A44C-3AA1952E4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02599"/>
            <a:ext cx="3086100" cy="2325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9DBF7EF-8E59-4075-A8F0-EF49E121C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35080" y="4902599"/>
            <a:ext cx="2057400" cy="2325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2A9A3-8636-4A04-BD48-3153280FB086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3C4B2EE-2B48-4379-BBD1-4FA250447FE8}"/>
              </a:ext>
            </a:extLst>
          </p:cNvPr>
          <p:cNvPicPr>
            <a:picLocks noChangeArrowheads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6551" y="250120"/>
            <a:ext cx="644150" cy="6523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ktangel 53">
            <a:extLst>
              <a:ext uri="{FF2B5EF4-FFF2-40B4-BE49-F238E27FC236}">
                <a16:creationId xmlns:a16="http://schemas.microsoft.com/office/drawing/2014/main" id="{D263F704-88D1-4479-BA22-2920B7F38621}"/>
              </a:ext>
            </a:extLst>
          </p:cNvPr>
          <p:cNvSpPr/>
          <p:nvPr userDrawn="1"/>
        </p:nvSpPr>
        <p:spPr>
          <a:xfrm>
            <a:off x="250750" y="4889099"/>
            <a:ext cx="8646791" cy="1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013"/>
          </a:p>
        </p:txBody>
      </p:sp>
    </p:spTree>
    <p:extLst>
      <p:ext uri="{BB962C8B-B14F-4D97-AF65-F5344CB8AC3E}">
        <p14:creationId xmlns:p14="http://schemas.microsoft.com/office/powerpoint/2010/main" val="276586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3" r:id="rId3"/>
    <p:sldLayoutId id="2147483654" r:id="rId4"/>
    <p:sldLayoutId id="2147483655" r:id="rId5"/>
    <p:sldLayoutId id="2147483651" r:id="rId6"/>
    <p:sldLayoutId id="2147483652" r:id="rId7"/>
    <p:sldLayoutId id="2147483650" r:id="rId8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&gt;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‒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713" userDrawn="1">
          <p15:clr>
            <a:srgbClr val="F26B43"/>
          </p15:clr>
        </p15:guide>
        <p15:guide id="4" pos="5454" userDrawn="1">
          <p15:clr>
            <a:srgbClr val="F26B43"/>
          </p15:clr>
        </p15:guide>
        <p15:guide id="6" pos="358" userDrawn="1">
          <p15:clr>
            <a:srgbClr val="F26B43"/>
          </p15:clr>
        </p15:guide>
        <p15:guide id="7" orient="horz" pos="158" userDrawn="1">
          <p15:clr>
            <a:srgbClr val="F26B43"/>
          </p15:clr>
        </p15:guide>
        <p15:guide id="8" orient="horz" pos="3084" userDrawn="1">
          <p15:clr>
            <a:srgbClr val="F26B43"/>
          </p15:clr>
        </p15:guide>
        <p15:guide id="9" pos="5605" userDrawn="1">
          <p15:clr>
            <a:srgbClr val="F26B43"/>
          </p15:clr>
        </p15:guide>
        <p15:guide id="10" pos="155" userDrawn="1">
          <p15:clr>
            <a:srgbClr val="F26B43"/>
          </p15:clr>
        </p15:guide>
        <p15:guide id="11" pos="560" userDrawn="1">
          <p15:clr>
            <a:srgbClr val="F26B43"/>
          </p15:clr>
        </p15:guide>
        <p15:guide id="12" orient="horz" pos="566" userDrawn="1">
          <p15:clr>
            <a:srgbClr val="F26B43"/>
          </p15:clr>
        </p15:guide>
        <p15:guide id="13" orient="horz" pos="752" userDrawn="1">
          <p15:clr>
            <a:srgbClr val="F26B43"/>
          </p15:clr>
        </p15:guide>
        <p15:guide id="14" orient="horz" pos="298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477E2580-045A-2C4E-BA82-D935EA0B1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FD966-E856-D943-A136-678CE7D86287}" type="datetime1">
              <a:rPr lang="sv-SE" smtClean="0"/>
              <a:pPr/>
              <a:t>2020-02-25</a:t>
            </a:fld>
            <a:endParaRPr lang="sv-SE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52042EA8-980A-C248-824E-A4B16B44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8351F6F7-4188-C641-8543-5926E4D07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1</a:t>
            </a:fld>
            <a:endParaRPr lang="sv-SE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0851F35-D7A4-2846-A843-8391B1C146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AD19FBC-DA9D-F040-ADEE-CDDBAEE4DA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16919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046A919-5EDA-8448-9EC7-04EDDB67C5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2E08D81-344D-5640-BC09-C6F8DF74B8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74705-AE8B-4A42-AB7F-E934F3FD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57DF-C448-9E4A-AC1B-538968DD2481}" type="datetime1">
              <a:rPr lang="sv-SE" smtClean="0"/>
              <a:pPr/>
              <a:t>2020-02-25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B2698-B4E9-7A4C-9527-FEC214F6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6620A-5648-0C4A-8D32-82D4B46D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2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50475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F7AB7781-EB32-CA48-82CD-DCA022824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9B273-EE96-A44E-A02A-C7AA1160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8D38B-7A85-7E4E-9C9B-12F394E7FE78}" type="datetime1">
              <a:rPr lang="sv-SE" smtClean="0"/>
              <a:pPr/>
              <a:t>2020-02-25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5A7F8-2F17-5E4B-966E-C438E61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B103-04C0-4846-BB5C-19A08F41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3</a:t>
            </a:fld>
            <a:endParaRPr lang="sv-SE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E8EBC3-06C1-9D44-A112-5549F827436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64042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3949A7A-89E7-DB45-87F8-4075EBCB7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3D9F21-D294-504A-9E68-E3CFA1741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3F4D8-4BE6-D743-AE27-D14757A6F270}" type="datetime1">
              <a:rPr lang="sv-SE" smtClean="0"/>
              <a:pPr/>
              <a:t>2020-02-25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E8507-E135-DF4E-80F8-5960E4249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80C37-6B93-7A4A-9AEF-AB34FD0D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4</a:t>
            </a:fld>
            <a:endParaRPr lang="sv-SE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8D7BD8B-5AC7-1648-9427-F927FEC589B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4468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61A77-36CD-DE4F-8CA6-569DA6FD0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6CAB-D6C5-C24C-A2B1-D43DE3A030AC}" type="datetime1">
              <a:rPr lang="sv-SE" smtClean="0"/>
              <a:pPr/>
              <a:t>2020-02-25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EEE17-AFAB-724E-9DF0-4C48FC08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B6CC9-3FEF-FB46-9337-9012AEB6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5</a:t>
            </a:fld>
            <a:endParaRPr lang="sv-SE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B4C73D4-0DD6-A842-A039-9A920F38E60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5D87D12F-74B0-D14F-BBF8-FCA4F4CA27CA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D402962F-4BCF-4C48-B489-6DA366CE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97109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63A9A3AB-01BC-764F-A16F-13B118149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22C82-39E9-D148-BDCF-FFE26B30D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F1E46-3763-E442-AD6C-53CAA07DC5B2}" type="datetime1">
              <a:rPr lang="sv-SE" smtClean="0"/>
              <a:pPr/>
              <a:t>2020-02-25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839E34-1560-554A-8511-D0FC0A136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50B72-54D9-6B4C-A0E4-04062D229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6</a:t>
            </a:fld>
            <a:endParaRPr lang="sv-SE"/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9049F80A-9AC3-0B47-AD54-37506C311FB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FC22D32-8AA7-8D4D-AD3F-2B3E4D2DE75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E8D89100-C8A7-C545-B625-7717F9CAD4EC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67EBCBD-B786-B742-882D-CD91F30985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484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2C60BC2C-E592-3047-911C-A73454C6F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3330AA-883B-1747-8613-8219B3FCB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E252-652C-A647-9CCC-5ABD38DB1C38}" type="datetime1">
              <a:rPr lang="sv-SE" smtClean="0"/>
              <a:pPr/>
              <a:t>2020-02-25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4D89B-A50C-7D4F-888A-1C480EC8B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AF1356-D266-D749-A7B1-172A14368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7</a:t>
            </a:fld>
            <a:endParaRPr lang="sv-SE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19582684-3AAD-7A4B-8A94-AEBFA53AA1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3308758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73A0632A-46B0-6046-98EC-07E3C3729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FA100E-A068-AB46-8A11-7C00C261A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29BD-7F82-284E-840C-5B988F5FA4FA}" type="datetime1">
              <a:rPr lang="sv-SE" smtClean="0"/>
              <a:pPr/>
              <a:t>2020-02-25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222BB-8E5B-744D-ADE7-3520FB60F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44A80-A68B-3745-8862-C9A42AD81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8</a:t>
            </a:fld>
            <a:endParaRPr lang="sv-SE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40A2A6B-D8B0-A24E-BA54-3C796B85E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C57197B-8AEA-2448-A541-6338E170F25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1583529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160A146-23CE-AE4A-8EB4-DFD22BBFA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45E3BF-8670-C844-822D-8BF468A11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50B31-B96A-3A42-94CF-E6CC153EBE7C}" type="datetime1">
              <a:rPr lang="sv-SE" smtClean="0"/>
              <a:pPr/>
              <a:t>2020-02-25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9C73A-77A3-C140-868B-5450EE0E3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Footer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1B1E5-86DE-9543-B2C1-78001E796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2A9A3-8636-4A04-BD48-3153280FB086}" type="slidenum">
              <a:rPr lang="sv-SE" smtClean="0"/>
              <a:pPr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42624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TH">
      <a:dk1>
        <a:srgbClr val="000000"/>
      </a:dk1>
      <a:lt1>
        <a:srgbClr val="FFFFFF"/>
      </a:lt1>
      <a:dk2>
        <a:srgbClr val="65656C"/>
      </a:dk2>
      <a:lt2>
        <a:srgbClr val="838389"/>
      </a:lt2>
      <a:accent1>
        <a:srgbClr val="1954A6"/>
      </a:accent1>
      <a:accent2>
        <a:srgbClr val="5E87C0"/>
      </a:accent2>
      <a:accent3>
        <a:srgbClr val="2091C3"/>
      </a:accent3>
      <a:accent4>
        <a:srgbClr val="D02F80"/>
      </a:accent4>
      <a:accent5>
        <a:srgbClr val="D95999"/>
      </a:accent5>
      <a:accent6>
        <a:srgbClr val="61922E"/>
      </a:accent6>
      <a:hlink>
        <a:srgbClr val="65656C"/>
      </a:hlink>
      <a:folHlink>
        <a:srgbClr val="83838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 sz="20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7121384-D8C6-FA41-9A6B-F4615C0099B0}" vid="{DF4435B0-2EFE-BF49-8755-0024FDD40B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KTH_16_9</Template>
  <TotalTime>1</TotalTime>
  <Words>27</Words>
  <Application>Microsoft Office PowerPoint</Application>
  <PresentationFormat>On-screen Show (16:9)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Office-tema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Malin Modig</dc:creator>
  <cp:lastModifiedBy>Malin Modig</cp:lastModifiedBy>
  <cp:revision>1</cp:revision>
  <dcterms:created xsi:type="dcterms:W3CDTF">2019-12-10T08:55:59Z</dcterms:created>
  <dcterms:modified xsi:type="dcterms:W3CDTF">2020-02-25T11:12:43Z</dcterms:modified>
</cp:coreProperties>
</file>