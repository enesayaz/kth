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5014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2399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1451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1157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37390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5181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895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648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30868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7322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36858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D4552-A69D-43CF-ABAE-C18BEC09595A}" type="datetimeFigureOut">
              <a:rPr lang="sv-SE" smtClean="0"/>
              <a:t>2025-03-14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68968-4DBD-4346-971A-71FD7BBF606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3830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07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2</cp:revision>
  <dcterms:created xsi:type="dcterms:W3CDTF">2025-03-14T14:36:13Z</dcterms:created>
  <dcterms:modified xsi:type="dcterms:W3CDTF">2025-03-14T20:20:45Z</dcterms:modified>
</cp:coreProperties>
</file>