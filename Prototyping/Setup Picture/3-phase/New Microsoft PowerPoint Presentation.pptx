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736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36EB5-A993-460C-949E-6C35921F53BB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E8F0F-E97E-4A65-B0A8-92C9A805B5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4252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E8F0F-E97E-4A65-B0A8-92C9A805B5FC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943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8418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9737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694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478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772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0502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085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279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0725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299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858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6933C-AAA8-456E-BC8B-CB72AD2F97E4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00FE2-807C-4CC8-AD9C-B16C979F5A1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793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9" t="17685" r="20694"/>
          <a:stretch/>
        </p:blipFill>
        <p:spPr>
          <a:xfrm>
            <a:off x="2025650" y="815720"/>
            <a:ext cx="6667500" cy="5645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5750" y="1748064"/>
            <a:ext cx="13906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Oscilloscope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>
            <a:stCxn id="5" idx="2"/>
          </p:cNvCxnSpPr>
          <p:nvPr/>
        </p:nvCxnSpPr>
        <p:spPr>
          <a:xfrm flipH="1">
            <a:off x="7348572" y="2117396"/>
            <a:ext cx="12503" cy="27873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30913" y="5406924"/>
            <a:ext cx="11580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Interphase Inductors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stCxn id="11" idx="3"/>
          </p:cNvCxnSpPr>
          <p:nvPr/>
        </p:nvCxnSpPr>
        <p:spPr>
          <a:xfrm flipV="1">
            <a:off x="3388977" y="4751738"/>
            <a:ext cx="444245" cy="97835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3"/>
          </p:cNvCxnSpPr>
          <p:nvPr/>
        </p:nvCxnSpPr>
        <p:spPr>
          <a:xfrm flipV="1">
            <a:off x="3388977" y="5345764"/>
            <a:ext cx="1060218" cy="38432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1" idx="3"/>
          </p:cNvCxnSpPr>
          <p:nvPr/>
        </p:nvCxnSpPr>
        <p:spPr>
          <a:xfrm>
            <a:off x="3388977" y="5730090"/>
            <a:ext cx="2142499" cy="22250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69868" y="3734567"/>
            <a:ext cx="100551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</a:p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4"/>
          <p:cNvCxnSpPr>
            <a:stCxn id="34" idx="0"/>
          </p:cNvCxnSpPr>
          <p:nvPr/>
        </p:nvCxnSpPr>
        <p:spPr>
          <a:xfrm flipV="1">
            <a:off x="2772625" y="3243288"/>
            <a:ext cx="37320" cy="49127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52464" y="975366"/>
            <a:ext cx="118278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 Exchanger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/>
          <p:cNvCxnSpPr>
            <a:stCxn id="43" idx="3"/>
          </p:cNvCxnSpPr>
          <p:nvPr/>
        </p:nvCxnSpPr>
        <p:spPr>
          <a:xfrm>
            <a:off x="3335244" y="1298532"/>
            <a:ext cx="676102" cy="269964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50" idx="2"/>
          </p:cNvCxnSpPr>
          <p:nvPr/>
        </p:nvCxnSpPr>
        <p:spPr>
          <a:xfrm flipH="1">
            <a:off x="5743575" y="1160032"/>
            <a:ext cx="12155" cy="268718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159212" y="790700"/>
            <a:ext cx="11930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69360" y="3028898"/>
            <a:ext cx="10242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Inverters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Straight Arrow Connector 56"/>
          <p:cNvCxnSpPr>
            <a:stCxn id="56" idx="0"/>
          </p:cNvCxnSpPr>
          <p:nvPr/>
        </p:nvCxnSpPr>
        <p:spPr>
          <a:xfrm flipH="1" flipV="1">
            <a:off x="5419655" y="2609711"/>
            <a:ext cx="61854" cy="4191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665750" y="3648570"/>
            <a:ext cx="103226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Probes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 flipH="1" flipV="1">
            <a:off x="6994826" y="3398230"/>
            <a:ext cx="187056" cy="25034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5" t="2907"/>
          <a:stretch/>
        </p:blipFill>
        <p:spPr>
          <a:xfrm>
            <a:off x="2976516" y="6895540"/>
            <a:ext cx="4886278" cy="3983876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395614" y="9572309"/>
            <a:ext cx="103226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Drives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Straight Arrow Connector 80"/>
          <p:cNvCxnSpPr>
            <a:stCxn id="80" idx="1"/>
          </p:cNvCxnSpPr>
          <p:nvPr/>
        </p:nvCxnSpPr>
        <p:spPr>
          <a:xfrm flipH="1" flipV="1">
            <a:off x="5730862" y="9726487"/>
            <a:ext cx="664752" cy="168988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047197" y="7009725"/>
            <a:ext cx="103226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</a:p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4" name="Straight Arrow Connector 83"/>
          <p:cNvCxnSpPr>
            <a:stCxn id="83" idx="2"/>
          </p:cNvCxnSpPr>
          <p:nvPr/>
        </p:nvCxnSpPr>
        <p:spPr>
          <a:xfrm flipH="1">
            <a:off x="3305592" y="7656056"/>
            <a:ext cx="257736" cy="169173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563328" y="7801747"/>
            <a:ext cx="122389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DC-link Capacitors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Straight Arrow Connector 90"/>
          <p:cNvCxnSpPr>
            <a:stCxn id="88" idx="2"/>
          </p:cNvCxnSpPr>
          <p:nvPr/>
        </p:nvCxnSpPr>
        <p:spPr>
          <a:xfrm flipH="1">
            <a:off x="4076264" y="8448078"/>
            <a:ext cx="99011" cy="52742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315071" y="10218640"/>
            <a:ext cx="103226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Modules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Straight Arrow Connector 98"/>
          <p:cNvCxnSpPr/>
          <p:nvPr/>
        </p:nvCxnSpPr>
        <p:spPr>
          <a:xfrm flipH="1" flipV="1">
            <a:off x="4468607" y="10078782"/>
            <a:ext cx="846465" cy="463024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395614" y="8586173"/>
            <a:ext cx="1393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Calorimetric Sensors 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Straight Arrow Connector 108"/>
          <p:cNvCxnSpPr>
            <a:stCxn id="108" idx="1"/>
          </p:cNvCxnSpPr>
          <p:nvPr/>
        </p:nvCxnSpPr>
        <p:spPr>
          <a:xfrm flipH="1">
            <a:off x="5955027" y="8909339"/>
            <a:ext cx="440587" cy="6627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108" idx="1"/>
          </p:cNvCxnSpPr>
          <p:nvPr/>
        </p:nvCxnSpPr>
        <p:spPr>
          <a:xfrm flipH="1">
            <a:off x="5881854" y="8909339"/>
            <a:ext cx="513760" cy="43845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08" idx="1"/>
          </p:cNvCxnSpPr>
          <p:nvPr/>
        </p:nvCxnSpPr>
        <p:spPr>
          <a:xfrm flipH="1">
            <a:off x="5698650" y="8909339"/>
            <a:ext cx="696964" cy="34532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5001687" y="6948741"/>
            <a:ext cx="1393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B-BOX RCP</a:t>
            </a:r>
          </a:p>
          <a:p>
            <a:pPr algn="ctr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2" name="Straight Arrow Connector 131"/>
          <p:cNvCxnSpPr/>
          <p:nvPr/>
        </p:nvCxnSpPr>
        <p:spPr>
          <a:xfrm flipH="1">
            <a:off x="5698650" y="7595072"/>
            <a:ext cx="898" cy="17851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  <a:effectLst>
            <a:glow rad="508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5231092" y="6466741"/>
            <a:ext cx="6643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231092" y="10942859"/>
            <a:ext cx="6643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768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31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</cp:revision>
  <dcterms:created xsi:type="dcterms:W3CDTF">2025-12-10T17:09:56Z</dcterms:created>
  <dcterms:modified xsi:type="dcterms:W3CDTF">2025-12-11T08:28:23Z</dcterms:modified>
</cp:coreProperties>
</file>