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53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44DBD-47BA-4D03-9F9F-CBAE86DE8F81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D0E4-988D-4C76-9229-1688095B13B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2537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44DBD-47BA-4D03-9F9F-CBAE86DE8F81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D0E4-988D-4C76-9229-1688095B13B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2202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44DBD-47BA-4D03-9F9F-CBAE86DE8F81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D0E4-988D-4C76-9229-1688095B13B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5195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44DBD-47BA-4D03-9F9F-CBAE86DE8F81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D0E4-988D-4C76-9229-1688095B13B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16129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44DBD-47BA-4D03-9F9F-CBAE86DE8F81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D0E4-988D-4C76-9229-1688095B13B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49910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44DBD-47BA-4D03-9F9F-CBAE86DE8F81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D0E4-988D-4C76-9229-1688095B13B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5028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44DBD-47BA-4D03-9F9F-CBAE86DE8F81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D0E4-988D-4C76-9229-1688095B13B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86351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44DBD-47BA-4D03-9F9F-CBAE86DE8F81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D0E4-988D-4C76-9229-1688095B13B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97240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44DBD-47BA-4D03-9F9F-CBAE86DE8F81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D0E4-988D-4C76-9229-1688095B13B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51236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44DBD-47BA-4D03-9F9F-CBAE86DE8F81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D0E4-988D-4C76-9229-1688095B13B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2851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44DBD-47BA-4D03-9F9F-CBAE86DE8F81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D0E4-988D-4C76-9229-1688095B13B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29888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44DBD-47BA-4D03-9F9F-CBAE86DE8F81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1D0E4-988D-4C76-9229-1688095B13B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79207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630" y="1491191"/>
            <a:ext cx="7210425" cy="1743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77" y="717661"/>
            <a:ext cx="9605963" cy="61044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794781"/>
              </p:ext>
            </p:extLst>
          </p:nvPr>
        </p:nvGraphicFramePr>
        <p:xfrm>
          <a:off x="1866900" y="3234266"/>
          <a:ext cx="8128000" cy="185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9876608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36972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Uc</a:t>
                      </a:r>
                      <a:r>
                        <a:rPr lang="en-US" dirty="0" smtClean="0"/>
                        <a:t>-min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15V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128501"/>
                  </a:ext>
                </a:extLst>
              </a:tr>
              <a:tr h="36999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Ip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300A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46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Is 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300/2000= 0.15A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633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Rsmax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22.5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266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RMmax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67.1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9509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310765" y="5529580"/>
                <a:ext cx="7240270" cy="664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50=7.5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=⇒1.12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=⇒1.7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765" y="5529580"/>
                <a:ext cx="7240270" cy="6647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6323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27400" y="108367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dirty="0" smtClean="0"/>
              <a:t>B-Box RJ45 (</a:t>
            </a:r>
            <a:r>
              <a:rPr lang="sv-SE" dirty="0" err="1" smtClean="0"/>
              <a:t>AINx</a:t>
            </a:r>
            <a:r>
              <a:rPr lang="sv-SE" dirty="0" smtClean="0"/>
              <a:t>)                 LEM LF 310-S (</a:t>
            </a:r>
            <a:r>
              <a:rPr lang="sv-SE" dirty="0" err="1" smtClean="0"/>
              <a:t>secondary</a:t>
            </a:r>
            <a:r>
              <a:rPr lang="sv-SE" dirty="0" smtClean="0"/>
              <a:t> </a:t>
            </a:r>
            <a:r>
              <a:rPr lang="sv-SE" dirty="0" err="1" smtClean="0"/>
              <a:t>connector</a:t>
            </a:r>
            <a:r>
              <a:rPr lang="sv-SE" dirty="0" smtClean="0"/>
              <a:t>)</a:t>
            </a:r>
          </a:p>
          <a:p>
            <a:r>
              <a:rPr lang="sv-SE" dirty="0" smtClean="0"/>
              <a:t>------------------                -----------------------------------</a:t>
            </a:r>
          </a:p>
          <a:p>
            <a:r>
              <a:rPr lang="sv-SE" dirty="0" smtClean="0"/>
              <a:t>Pin 1–2 : +15 V  ----------------&gt; +UC   (sensor +15 V)</a:t>
            </a:r>
          </a:p>
          <a:p>
            <a:r>
              <a:rPr lang="sv-SE" dirty="0" smtClean="0"/>
              <a:t>Pin 7–8 : –15 V  ----------------&gt; –UC   (sensor –15 V)</a:t>
            </a:r>
          </a:p>
          <a:p>
            <a:r>
              <a:rPr lang="sv-SE" dirty="0" smtClean="0"/>
              <a:t>Pin 3 &amp; 6 : 0 V -----------------&gt; 0V    (sensor 0 V </a:t>
            </a:r>
            <a:r>
              <a:rPr lang="sv-SE" dirty="0" err="1" smtClean="0"/>
              <a:t>reference</a:t>
            </a:r>
            <a:r>
              <a:rPr lang="sv-SE" dirty="0" smtClean="0"/>
              <a:t>)</a:t>
            </a:r>
          </a:p>
          <a:p>
            <a:endParaRPr lang="sv-SE" dirty="0" smtClean="0"/>
          </a:p>
          <a:p>
            <a:r>
              <a:rPr lang="sv-SE" dirty="0" smtClean="0"/>
              <a:t>Make </a:t>
            </a:r>
            <a:r>
              <a:rPr lang="sv-SE" dirty="0" err="1" smtClean="0"/>
              <a:t>Vout</a:t>
            </a:r>
            <a:r>
              <a:rPr lang="sv-SE" dirty="0" smtClean="0"/>
              <a:t> </a:t>
            </a:r>
            <a:r>
              <a:rPr lang="sv-SE" dirty="0" err="1" smtClean="0"/>
              <a:t>node</a:t>
            </a:r>
            <a:r>
              <a:rPr lang="sv-SE" dirty="0" smtClean="0"/>
              <a:t> </a:t>
            </a:r>
            <a:r>
              <a:rPr lang="sv-SE" dirty="0" err="1" smtClean="0"/>
              <a:t>with</a:t>
            </a:r>
            <a:r>
              <a:rPr lang="sv-SE" dirty="0" smtClean="0"/>
              <a:t> RM:</a:t>
            </a:r>
          </a:p>
          <a:p>
            <a:r>
              <a:rPr lang="sv-SE" dirty="0" smtClean="0"/>
              <a:t>  IS pin  ------------------------&gt;  </a:t>
            </a:r>
            <a:r>
              <a:rPr lang="sv-SE" dirty="0" err="1" smtClean="0"/>
              <a:t>one</a:t>
            </a:r>
            <a:r>
              <a:rPr lang="sv-SE" dirty="0" smtClean="0"/>
              <a:t> end </a:t>
            </a:r>
            <a:r>
              <a:rPr lang="sv-SE" dirty="0" err="1" smtClean="0"/>
              <a:t>of</a:t>
            </a:r>
            <a:r>
              <a:rPr lang="sv-SE" dirty="0" smtClean="0"/>
              <a:t> RM (</a:t>
            </a:r>
            <a:r>
              <a:rPr lang="sv-SE" dirty="0" err="1" smtClean="0"/>
              <a:t>this</a:t>
            </a:r>
            <a:r>
              <a:rPr lang="sv-SE" dirty="0" smtClean="0"/>
              <a:t> is </a:t>
            </a:r>
            <a:r>
              <a:rPr lang="sv-SE" dirty="0" err="1" smtClean="0"/>
              <a:t>Vout</a:t>
            </a:r>
            <a:r>
              <a:rPr lang="sv-SE" dirty="0" smtClean="0"/>
              <a:t> to the B-Box)</a:t>
            </a:r>
          </a:p>
          <a:p>
            <a:r>
              <a:rPr lang="sv-SE" dirty="0" smtClean="0"/>
              <a:t>  </a:t>
            </a:r>
            <a:r>
              <a:rPr lang="sv-SE" dirty="0" err="1" smtClean="0"/>
              <a:t>Other</a:t>
            </a:r>
            <a:r>
              <a:rPr lang="sv-SE" dirty="0" smtClean="0"/>
              <a:t> end </a:t>
            </a:r>
            <a:r>
              <a:rPr lang="sv-SE" dirty="0" err="1" smtClean="0"/>
              <a:t>of</a:t>
            </a:r>
            <a:r>
              <a:rPr lang="sv-SE" dirty="0" smtClean="0"/>
              <a:t> RM ----------------&gt;  0V</a:t>
            </a:r>
          </a:p>
          <a:p>
            <a:endParaRPr lang="sv-SE" dirty="0" smtClean="0"/>
          </a:p>
          <a:p>
            <a:r>
              <a:rPr lang="sv-SE" dirty="0" err="1" smtClean="0"/>
              <a:t>Feed</a:t>
            </a:r>
            <a:r>
              <a:rPr lang="sv-SE" dirty="0" smtClean="0"/>
              <a:t> the </a:t>
            </a:r>
            <a:r>
              <a:rPr lang="sv-SE" dirty="0" err="1" smtClean="0"/>
              <a:t>voltage</a:t>
            </a:r>
            <a:r>
              <a:rPr lang="sv-SE" dirty="0" smtClean="0"/>
              <a:t> to the ADC:</a:t>
            </a:r>
          </a:p>
          <a:p>
            <a:r>
              <a:rPr lang="sv-SE" dirty="0" smtClean="0"/>
              <a:t>Pin 4 : Positive input -----------o---- </a:t>
            </a:r>
            <a:r>
              <a:rPr lang="sv-SE" dirty="0" err="1" smtClean="0"/>
              <a:t>Vout</a:t>
            </a:r>
            <a:r>
              <a:rPr lang="sv-SE" dirty="0" smtClean="0"/>
              <a:t> (</a:t>
            </a:r>
            <a:r>
              <a:rPr lang="sv-SE" dirty="0" err="1" smtClean="0"/>
              <a:t>node</a:t>
            </a:r>
            <a:r>
              <a:rPr lang="sv-SE" dirty="0" smtClean="0"/>
              <a:t> </a:t>
            </a:r>
            <a:r>
              <a:rPr lang="sv-SE" dirty="0" err="1" smtClean="0"/>
              <a:t>between</a:t>
            </a:r>
            <a:r>
              <a:rPr lang="sv-SE" dirty="0" smtClean="0"/>
              <a:t> IS and RM)</a:t>
            </a:r>
          </a:p>
          <a:p>
            <a:r>
              <a:rPr lang="sv-SE" dirty="0" smtClean="0"/>
              <a:t>Pin 5 : Negative input -----------o---- 0V</a:t>
            </a:r>
            <a:endParaRPr lang="sv-S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913" y="4460459"/>
            <a:ext cx="6919912" cy="206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9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173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7</cp:revision>
  <dcterms:created xsi:type="dcterms:W3CDTF">2025-09-15T14:59:50Z</dcterms:created>
  <dcterms:modified xsi:type="dcterms:W3CDTF">2025-09-16T08:42:23Z</dcterms:modified>
</cp:coreProperties>
</file>