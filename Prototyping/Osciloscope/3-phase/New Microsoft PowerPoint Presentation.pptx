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453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5681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654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895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79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0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280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08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704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429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16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E517A-8A05-4B62-9CC0-9114548E46AF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8DC92-25E3-4516-AEE1-998F7F3C805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750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 t="11685" r="22084" b="7500"/>
          <a:stretch/>
        </p:blipFill>
        <p:spPr>
          <a:xfrm>
            <a:off x="1767839" y="434340"/>
            <a:ext cx="7778751" cy="55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8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</cp:revision>
  <dcterms:created xsi:type="dcterms:W3CDTF">2025-12-10T17:07:27Z</dcterms:created>
  <dcterms:modified xsi:type="dcterms:W3CDTF">2025-12-10T17:08:19Z</dcterms:modified>
</cp:coreProperties>
</file>