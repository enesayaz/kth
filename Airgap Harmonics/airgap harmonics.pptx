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6"/>
  </p:notesMasterIdLst>
  <p:sldIdLst>
    <p:sldId id="256" r:id="rId2"/>
    <p:sldId id="291" r:id="rId3"/>
    <p:sldId id="292" r:id="rId4"/>
    <p:sldId id="293" r:id="rId5"/>
  </p:sldIdLst>
  <p:sldSz cx="12192000" cy="6858000"/>
  <p:notesSz cx="6858000" cy="9144000"/>
  <p:embeddedFontLst>
    <p:embeddedFont>
      <p:font typeface="Figtree" panose="020B0604020202020204" charset="0"/>
      <p:regular r:id="rId7"/>
      <p:bold r:id="rId8"/>
      <p:italic r:id="rId9"/>
      <p:boldItalic r:id="rId10"/>
    </p:embeddedFont>
    <p:embeddedFont>
      <p:font typeface="Calibri" panose="020F0502020204030204" pitchFamily="34" charset="0"/>
      <p:regular r:id="rId11"/>
      <p:bold r:id="rId12"/>
      <p:italic r:id="rId13"/>
      <p:boldItalic r:id="rId14"/>
    </p:embeddedFont>
    <p:embeddedFont>
      <p:font typeface="Cambria Math" panose="02040503050406030204" pitchFamily="18" charset="0"/>
      <p:regular r:id="rId15"/>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13" autoAdjust="0"/>
    <p:restoredTop sz="96327"/>
  </p:normalViewPr>
  <p:slideViewPr>
    <p:cSldViewPr snapToGrid="0">
      <p:cViewPr varScale="1">
        <p:scale>
          <a:sx n="155" d="100"/>
          <a:sy n="155" d="100"/>
        </p:scale>
        <p:origin x="156" y="2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2.fntdata"/><Relationship Id="rId13" Type="http://schemas.openxmlformats.org/officeDocument/2006/relationships/font" Target="fonts/font7.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font" Target="fonts/font1.fntdata"/><Relationship Id="rId12" Type="http://schemas.openxmlformats.org/officeDocument/2006/relationships/font" Target="fonts/font6.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font" Target="fonts/font9.fntdata"/><Relationship Id="rId10" Type="http://schemas.openxmlformats.org/officeDocument/2006/relationships/font" Target="fonts/font4.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font" Target="fonts/font3.fntdata"/><Relationship Id="rId14"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2024-10-28</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2024-10-28</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2024-10-28</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2024-10-28</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2024-10-28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2024-10-28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2024-10-28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2024-10-28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2024-10-28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2024-10-28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2024-10-28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2024-10-28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2024-10-28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2024-10-28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2024-10-28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2024-10-28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2024-10-28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2024-10-28</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2024-10-28</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2024-10-28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2024-10-28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2024-10-28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2024-10-28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2024-10-28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2024-10-28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2024-10-28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2024-10-28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2024-10-28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2024-10-28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2024-10-28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2024-10-28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2024-10-28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2024-10-28</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2024-10-28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2024-10-28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2024-10-28</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2024-10-28</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2024-10-28</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2024-10-28</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2024-10-28</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2024-10-28</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23.png"/><Relationship Id="rId3" Type="http://schemas.openxmlformats.org/officeDocument/2006/relationships/image" Target="../media/image21.emf"/><Relationship Id="rId7" Type="http://schemas.openxmlformats.org/officeDocument/2006/relationships/image" Target="../media/image26.png"/><Relationship Id="rId12" Type="http://schemas.openxmlformats.org/officeDocument/2006/relationships/image" Target="../media/image31.png"/><Relationship Id="rId2" Type="http://schemas.openxmlformats.org/officeDocument/2006/relationships/image" Target="../media/image21.png"/><Relationship Id="rId1" Type="http://schemas.openxmlformats.org/officeDocument/2006/relationships/slideLayout" Target="../slideLayouts/slideLayout1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2.emf"/><Relationship Id="rId9" Type="http://schemas.openxmlformats.org/officeDocument/2006/relationships/image" Target="../media/image28.png"/><Relationship Id="rId14" Type="http://schemas.openxmlformats.org/officeDocument/2006/relationships/image" Target="../media/image32.png"/></Relationships>
</file>

<file path=ppt/slides/_rels/slide3.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24.emf"/><Relationship Id="rId2" Type="http://schemas.openxmlformats.org/officeDocument/2006/relationships/image" Target="../media/image23.emf"/><Relationship Id="rId1" Type="http://schemas.openxmlformats.org/officeDocument/2006/relationships/slideLayout" Target="../slideLayouts/slideLayout12.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4.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4.png"/><Relationship Id="rId3" Type="http://schemas.openxmlformats.org/officeDocument/2006/relationships/image" Target="../media/image45.png"/><Relationship Id="rId7" Type="http://schemas.openxmlformats.org/officeDocument/2006/relationships/image" Target="../media/image49.png"/><Relationship Id="rId12" Type="http://schemas.openxmlformats.org/officeDocument/2006/relationships/image" Target="../media/image24.emf"/><Relationship Id="rId17" Type="http://schemas.openxmlformats.org/officeDocument/2006/relationships/image" Target="../media/image58.png"/><Relationship Id="rId2" Type="http://schemas.openxmlformats.org/officeDocument/2006/relationships/image" Target="../media/image23.emf"/><Relationship Id="rId16" Type="http://schemas.openxmlformats.org/officeDocument/2006/relationships/image" Target="../media/image57.png"/><Relationship Id="rId1" Type="http://schemas.openxmlformats.org/officeDocument/2006/relationships/slideLayout" Target="../slideLayouts/slideLayout12.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5" Type="http://schemas.openxmlformats.org/officeDocument/2006/relationships/image" Target="../media/image56.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 Id="rId1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Enes Ayaz</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endParaRPr lang="sv-SE" dirty="0"/>
          </a:p>
        </p:txBody>
      </p:sp>
      <p:grpSp>
        <p:nvGrpSpPr>
          <p:cNvPr id="35" name="Group 34">
            <a:extLst>
              <a:ext uri="{FF2B5EF4-FFF2-40B4-BE49-F238E27FC236}">
                <a16:creationId xmlns:a16="http://schemas.microsoft.com/office/drawing/2014/main" id="{01029E6E-C7E3-487B-8AD6-0E31205192FB}"/>
              </a:ext>
            </a:extLst>
          </p:cNvPr>
          <p:cNvGrpSpPr/>
          <p:nvPr/>
        </p:nvGrpSpPr>
        <p:grpSpPr>
          <a:xfrm>
            <a:off x="1090677" y="2491636"/>
            <a:ext cx="2748641" cy="2032430"/>
            <a:chOff x="1150962" y="1507183"/>
            <a:chExt cx="2748641" cy="2032430"/>
          </a:xfrm>
        </p:grpSpPr>
        <p:cxnSp>
          <p:nvCxnSpPr>
            <p:cNvPr id="36" name="Straight Arrow Connector 35">
              <a:extLst>
                <a:ext uri="{FF2B5EF4-FFF2-40B4-BE49-F238E27FC236}">
                  <a16:creationId xmlns:a16="http://schemas.microsoft.com/office/drawing/2014/main" id="{5E7FDC9F-ED62-4622-8211-716BE7C32D6C}"/>
                </a:ext>
              </a:extLst>
            </p:cNvPr>
            <p:cNvCxnSpPr>
              <a:cxnSpLocks/>
            </p:cNvCxnSpPr>
            <p:nvPr/>
          </p:nvCxnSpPr>
          <p:spPr>
            <a:xfrm>
              <a:off x="1156196" y="3539612"/>
              <a:ext cx="1200647"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A7D5B58-A447-4209-84AE-18FF6900FEF0}"/>
                </a:ext>
              </a:extLst>
            </p:cNvPr>
            <p:cNvCxnSpPr>
              <a:cxnSpLocks/>
            </p:cNvCxnSpPr>
            <p:nvPr/>
          </p:nvCxnSpPr>
          <p:spPr>
            <a:xfrm flipV="1">
              <a:off x="2356843" y="2513991"/>
              <a:ext cx="1305355" cy="1025622"/>
            </a:xfrm>
            <a:prstGeom prst="straightConnector1">
              <a:avLst/>
            </a:prstGeom>
            <a:ln w="25400">
              <a:solidFill>
                <a:srgbClr val="0127E5"/>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F84F3113-1355-468D-9858-1FD859EEBAC8}"/>
                </a:ext>
              </a:extLst>
            </p:cNvPr>
            <p:cNvCxnSpPr>
              <a:cxnSpLocks/>
            </p:cNvCxnSpPr>
            <p:nvPr/>
          </p:nvCxnSpPr>
          <p:spPr>
            <a:xfrm flipV="1">
              <a:off x="3667433" y="1507183"/>
              <a:ext cx="232170" cy="1006809"/>
            </a:xfrm>
            <a:prstGeom prst="straightConnector1">
              <a:avLst/>
            </a:prstGeom>
            <a:ln w="25400">
              <a:solidFill>
                <a:srgbClr val="FE34F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E7D52C5-305A-4A46-9FAA-826598901875}"/>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296AFC2-51B8-41DD-9989-A174C5BC0A5D}"/>
                  </a:ext>
                </a:extLst>
              </p:cNvPr>
              <p:cNvSpPr txBox="1"/>
              <p:nvPr/>
            </p:nvSpPr>
            <p:spPr>
              <a:xfrm rot="19268304">
                <a:off x="1612405" y="3062755"/>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𝐴𝐵𝐶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40" name="TextBox 39">
                <a:extLst>
                  <a:ext uri="{FF2B5EF4-FFF2-40B4-BE49-F238E27FC236}">
                    <a16:creationId xmlns:a16="http://schemas.microsoft.com/office/drawing/2014/main" id="{1296AFC2-51B8-41DD-9989-A174C5BC0A5D}"/>
                  </a:ext>
                </a:extLst>
              </p:cNvPr>
              <p:cNvSpPr txBox="1">
                <a:spLocks noRot="1" noChangeAspect="1" noMove="1" noResize="1" noEditPoints="1" noAdjustHandles="1" noChangeArrowheads="1" noChangeShapeType="1" noTextEdit="1"/>
              </p:cNvSpPr>
              <p:nvPr/>
            </p:nvSpPr>
            <p:spPr>
              <a:xfrm rot="19268304">
                <a:off x="1612405" y="3062755"/>
                <a:ext cx="1634481" cy="352917"/>
              </a:xfrm>
              <a:prstGeom prst="rect">
                <a:avLst/>
              </a:prstGeom>
              <a:blipFill>
                <a:blip r:embed="rId2"/>
                <a:stretch>
                  <a:fillRect/>
                </a:stretch>
              </a:blipFill>
            </p:spPr>
            <p:txBody>
              <a:bodyPr/>
              <a:lstStyle/>
              <a:p>
                <a:r>
                  <a:rPr lang="sv-SE">
                    <a:noFill/>
                  </a:rPr>
                  <a:t> </a:t>
                </a:r>
              </a:p>
            </p:txBody>
          </p:sp>
        </mc:Fallback>
      </mc:AlternateContent>
      <p:pic>
        <p:nvPicPr>
          <p:cNvPr id="41" name="Picture 40">
            <a:extLst>
              <a:ext uri="{FF2B5EF4-FFF2-40B4-BE49-F238E27FC236}">
                <a16:creationId xmlns:a16="http://schemas.microsoft.com/office/drawing/2014/main" id="{D7624960-C59E-468A-98A2-273B33FD7DC6}"/>
              </a:ext>
            </a:extLst>
          </p:cNvPr>
          <p:cNvPicPr>
            <a:picLocks noChangeAspect="1"/>
          </p:cNvPicPr>
          <p:nvPr/>
        </p:nvPicPr>
        <p:blipFill>
          <a:blip r:embed="rId3"/>
          <a:stretch>
            <a:fillRect/>
          </a:stretch>
        </p:blipFill>
        <p:spPr>
          <a:xfrm>
            <a:off x="7546669" y="2271318"/>
            <a:ext cx="3810000" cy="2857500"/>
          </a:xfrm>
          <a:prstGeom prst="rect">
            <a:avLst/>
          </a:prstGeom>
        </p:spPr>
      </p:pic>
      <p:pic>
        <p:nvPicPr>
          <p:cNvPr id="42" name="Picture 41">
            <a:extLst>
              <a:ext uri="{FF2B5EF4-FFF2-40B4-BE49-F238E27FC236}">
                <a16:creationId xmlns:a16="http://schemas.microsoft.com/office/drawing/2014/main" id="{B80AFBB4-EF16-4ED3-8947-4270FC70B7D1}"/>
              </a:ext>
            </a:extLst>
          </p:cNvPr>
          <p:cNvPicPr>
            <a:picLocks noChangeAspect="1"/>
          </p:cNvPicPr>
          <p:nvPr/>
        </p:nvPicPr>
        <p:blipFill>
          <a:blip r:embed="rId4"/>
          <a:stretch>
            <a:fillRect/>
          </a:stretch>
        </p:blipFill>
        <p:spPr>
          <a:xfrm>
            <a:off x="4316772" y="2271318"/>
            <a:ext cx="3810000" cy="2857500"/>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97F114A-8C94-43CD-AFCA-03D895174D14}"/>
                  </a:ext>
                </a:extLst>
              </p:cNvPr>
              <p:cNvSpPr txBox="1"/>
              <p:nvPr/>
            </p:nvSpPr>
            <p:spPr>
              <a:xfrm>
                <a:off x="958421" y="4103279"/>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𝜙</m:t>
                      </m:r>
                    </m:oMath>
                  </m:oMathPara>
                </a14:m>
                <a:endParaRPr lang="en-US" dirty="0"/>
              </a:p>
            </p:txBody>
          </p:sp>
        </mc:Choice>
        <mc:Fallback xmlns="">
          <p:sp>
            <p:nvSpPr>
              <p:cNvPr id="43" name="TextBox 42">
                <a:extLst>
                  <a:ext uri="{FF2B5EF4-FFF2-40B4-BE49-F238E27FC236}">
                    <a16:creationId xmlns:a16="http://schemas.microsoft.com/office/drawing/2014/main" id="{C97F114A-8C94-43CD-AFCA-03D895174D14}"/>
                  </a:ext>
                </a:extLst>
              </p:cNvPr>
              <p:cNvSpPr txBox="1">
                <a:spLocks noRot="1" noChangeAspect="1" noMove="1" noResize="1" noEditPoints="1" noAdjustHandles="1" noChangeArrowheads="1" noChangeShapeType="1" noTextEdit="1"/>
              </p:cNvSpPr>
              <p:nvPr/>
            </p:nvSpPr>
            <p:spPr>
              <a:xfrm>
                <a:off x="958421" y="4103279"/>
                <a:ext cx="1634481" cy="276999"/>
              </a:xfrm>
              <a:prstGeom prst="rect">
                <a:avLst/>
              </a:prstGeom>
              <a:blipFill>
                <a:blip r:embed="rId5"/>
                <a:stretch>
                  <a:fillRect b="-34783"/>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4D4604F-582D-485F-8325-CA07721CA4C3}"/>
                  </a:ext>
                </a:extLst>
              </p:cNvPr>
              <p:cNvSpPr txBox="1"/>
              <p:nvPr/>
            </p:nvSpPr>
            <p:spPr>
              <a:xfrm rot="19308726">
                <a:off x="1936094" y="3672672"/>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𝐵</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44" name="TextBox 43">
                <a:extLst>
                  <a:ext uri="{FF2B5EF4-FFF2-40B4-BE49-F238E27FC236}">
                    <a16:creationId xmlns:a16="http://schemas.microsoft.com/office/drawing/2014/main" id="{44D4604F-582D-485F-8325-CA07721CA4C3}"/>
                  </a:ext>
                </a:extLst>
              </p:cNvPr>
              <p:cNvSpPr txBox="1">
                <a:spLocks noRot="1" noChangeAspect="1" noMove="1" noResize="1" noEditPoints="1" noAdjustHandles="1" noChangeArrowheads="1" noChangeShapeType="1" noTextEdit="1"/>
              </p:cNvSpPr>
              <p:nvPr/>
            </p:nvSpPr>
            <p:spPr>
              <a:xfrm rot="19308726">
                <a:off x="1936094" y="3672672"/>
                <a:ext cx="1634481" cy="352917"/>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5222623-F0E3-41DE-AF4E-A5895BEE42AF}"/>
                  </a:ext>
                </a:extLst>
              </p:cNvPr>
              <p:cNvSpPr txBox="1"/>
              <p:nvPr/>
            </p:nvSpPr>
            <p:spPr>
              <a:xfrm rot="16904928">
                <a:off x="2623686" y="2869457"/>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45" name="TextBox 44">
                <a:extLst>
                  <a:ext uri="{FF2B5EF4-FFF2-40B4-BE49-F238E27FC236}">
                    <a16:creationId xmlns:a16="http://schemas.microsoft.com/office/drawing/2014/main" id="{95222623-F0E3-41DE-AF4E-A5895BEE42AF}"/>
                  </a:ext>
                </a:extLst>
              </p:cNvPr>
              <p:cNvSpPr txBox="1">
                <a:spLocks noRot="1" noChangeAspect="1" noMove="1" noResize="1" noEditPoints="1" noAdjustHandles="1" noChangeArrowheads="1" noChangeShapeType="1" noTextEdit="1"/>
              </p:cNvSpPr>
              <p:nvPr/>
            </p:nvSpPr>
            <p:spPr>
              <a:xfrm rot="16904928">
                <a:off x="2623686" y="2869457"/>
                <a:ext cx="1634481" cy="352917"/>
              </a:xfrm>
              <a:prstGeom prst="rect">
                <a:avLst/>
              </a:prstGeom>
              <a:blipFill>
                <a:blip r:embed="rId7"/>
                <a:stretch>
                  <a:fillRect/>
                </a:stretch>
              </a:blipFill>
            </p:spPr>
            <p:txBody>
              <a:bodyPr/>
              <a:lstStyle/>
              <a:p>
                <a:r>
                  <a:rPr lang="sv-SE">
                    <a:noFill/>
                  </a:rPr>
                  <a:t> </a:t>
                </a:r>
              </a:p>
            </p:txBody>
          </p:sp>
        </mc:Fallback>
      </mc:AlternateContent>
      <p:sp>
        <p:nvSpPr>
          <p:cNvPr id="46" name="Arc 45">
            <a:extLst>
              <a:ext uri="{FF2B5EF4-FFF2-40B4-BE49-F238E27FC236}">
                <a16:creationId xmlns:a16="http://schemas.microsoft.com/office/drawing/2014/main" id="{FA92E3CA-3E32-4859-9FFF-4A87F77B4ACF}"/>
              </a:ext>
            </a:extLst>
          </p:cNvPr>
          <p:cNvSpPr/>
          <p:nvPr/>
        </p:nvSpPr>
        <p:spPr>
          <a:xfrm rot="2814214">
            <a:off x="1177462" y="4171318"/>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7AAFE0E-C8DF-4837-8AFF-CD67EA186199}"/>
                  </a:ext>
                </a:extLst>
              </p:cNvPr>
              <p:cNvSpPr txBox="1"/>
              <p:nvPr/>
            </p:nvSpPr>
            <p:spPr>
              <a:xfrm>
                <a:off x="958421" y="4583745"/>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47" name="TextBox 46">
                <a:extLst>
                  <a:ext uri="{FF2B5EF4-FFF2-40B4-BE49-F238E27FC236}">
                    <a16:creationId xmlns:a16="http://schemas.microsoft.com/office/drawing/2014/main" id="{47AAFE0E-C8DF-4837-8AFF-CD67EA186199}"/>
                  </a:ext>
                </a:extLst>
              </p:cNvPr>
              <p:cNvSpPr txBox="1">
                <a:spLocks noRot="1" noChangeAspect="1" noMove="1" noResize="1" noEditPoints="1" noAdjustHandles="1" noChangeArrowheads="1" noChangeShapeType="1" noTextEdit="1"/>
              </p:cNvSpPr>
              <p:nvPr/>
            </p:nvSpPr>
            <p:spPr>
              <a:xfrm>
                <a:off x="958421" y="4583745"/>
                <a:ext cx="1634481" cy="352917"/>
              </a:xfrm>
              <a:prstGeom prst="rect">
                <a:avLst/>
              </a:prstGeom>
              <a:blipFill>
                <a:blip r:embed="rId8"/>
                <a:stretch>
                  <a:fillRect t="-20690" b="-22414"/>
                </a:stretch>
              </a:blipFill>
            </p:spPr>
            <p:txBody>
              <a:bodyPr/>
              <a:lstStyle/>
              <a:p>
                <a:r>
                  <a:rPr lang="sv-SE">
                    <a:noFill/>
                  </a:rPr>
                  <a:t> </a:t>
                </a:r>
              </a:p>
            </p:txBody>
          </p:sp>
        </mc:Fallback>
      </mc:AlternateContent>
      <p:cxnSp>
        <p:nvCxnSpPr>
          <p:cNvPr id="48" name="Straight Connector 47">
            <a:extLst>
              <a:ext uri="{FF2B5EF4-FFF2-40B4-BE49-F238E27FC236}">
                <a16:creationId xmlns:a16="http://schemas.microsoft.com/office/drawing/2014/main" id="{D29DAD33-4FD8-4772-AB68-D038FE6B2C99}"/>
              </a:ext>
            </a:extLst>
          </p:cNvPr>
          <p:cNvCxnSpPr/>
          <p:nvPr/>
        </p:nvCxnSpPr>
        <p:spPr>
          <a:xfrm>
            <a:off x="2296558" y="4514232"/>
            <a:ext cx="20775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Arc 48">
            <a:extLst>
              <a:ext uri="{FF2B5EF4-FFF2-40B4-BE49-F238E27FC236}">
                <a16:creationId xmlns:a16="http://schemas.microsoft.com/office/drawing/2014/main" id="{5AFC94D4-D1EA-4233-B178-51DA8E21AF64}"/>
              </a:ext>
            </a:extLst>
          </p:cNvPr>
          <p:cNvSpPr/>
          <p:nvPr/>
        </p:nvSpPr>
        <p:spPr>
          <a:xfrm rot="2814214">
            <a:off x="2360800" y="4213505"/>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6486CC42-1884-404E-B4F7-388843E7DE79}"/>
                  </a:ext>
                </a:extLst>
              </p:cNvPr>
              <p:cNvSpPr txBox="1"/>
              <p:nvPr/>
            </p:nvSpPr>
            <p:spPr>
              <a:xfrm>
                <a:off x="2145615" y="4166312"/>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oMath>
                  </m:oMathPara>
                </a14:m>
                <a:endParaRPr lang="en-US" dirty="0"/>
              </a:p>
            </p:txBody>
          </p:sp>
        </mc:Choice>
        <mc:Fallback xmlns="">
          <p:sp>
            <p:nvSpPr>
              <p:cNvPr id="50" name="TextBox 49">
                <a:extLst>
                  <a:ext uri="{FF2B5EF4-FFF2-40B4-BE49-F238E27FC236}">
                    <a16:creationId xmlns:a16="http://schemas.microsoft.com/office/drawing/2014/main" id="{6486CC42-1884-404E-B4F7-388843E7DE79}"/>
                  </a:ext>
                </a:extLst>
              </p:cNvPr>
              <p:cNvSpPr txBox="1">
                <a:spLocks noRot="1" noChangeAspect="1" noMove="1" noResize="1" noEditPoints="1" noAdjustHandles="1" noChangeArrowheads="1" noChangeShapeType="1" noTextEdit="1"/>
              </p:cNvSpPr>
              <p:nvPr/>
            </p:nvSpPr>
            <p:spPr>
              <a:xfrm>
                <a:off x="2145615" y="4166312"/>
                <a:ext cx="1634481" cy="276999"/>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5EAD758F-3034-46CA-9062-883C2E53F1AE}"/>
                  </a:ext>
                </a:extLst>
              </p:cNvPr>
              <p:cNvSpPr txBox="1"/>
              <p:nvPr/>
            </p:nvSpPr>
            <p:spPr>
              <a:xfrm>
                <a:off x="3196958" y="2785548"/>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oMath>
                  </m:oMathPara>
                </a14:m>
                <a:endParaRPr lang="en-US" dirty="0"/>
              </a:p>
            </p:txBody>
          </p:sp>
        </mc:Choice>
        <mc:Fallback xmlns="">
          <p:sp>
            <p:nvSpPr>
              <p:cNvPr id="51" name="TextBox 50">
                <a:extLst>
                  <a:ext uri="{FF2B5EF4-FFF2-40B4-BE49-F238E27FC236}">
                    <a16:creationId xmlns:a16="http://schemas.microsoft.com/office/drawing/2014/main" id="{5EAD758F-3034-46CA-9062-883C2E53F1AE}"/>
                  </a:ext>
                </a:extLst>
              </p:cNvPr>
              <p:cNvSpPr txBox="1">
                <a:spLocks noRot="1" noChangeAspect="1" noMove="1" noResize="1" noEditPoints="1" noAdjustHandles="1" noChangeArrowheads="1" noChangeShapeType="1" noTextEdit="1"/>
              </p:cNvSpPr>
              <p:nvPr/>
            </p:nvSpPr>
            <p:spPr>
              <a:xfrm>
                <a:off x="3196958" y="2785548"/>
                <a:ext cx="1634481" cy="276999"/>
              </a:xfrm>
              <a:prstGeom prst="rect">
                <a:avLst/>
              </a:prstGeom>
              <a:blipFill>
                <a:blip r:embed="rId10"/>
                <a:stretch>
                  <a:fillRect b="-37778"/>
                </a:stretch>
              </a:blipFill>
            </p:spPr>
            <p:txBody>
              <a:bodyPr/>
              <a:lstStyle/>
              <a:p>
                <a:r>
                  <a:rPr lang="sv-SE">
                    <a:noFill/>
                  </a:rPr>
                  <a:t> </a:t>
                </a:r>
              </a:p>
            </p:txBody>
          </p:sp>
        </mc:Fallback>
      </mc:AlternateContent>
      <p:cxnSp>
        <p:nvCxnSpPr>
          <p:cNvPr id="52" name="Straight Connector 51">
            <a:extLst>
              <a:ext uri="{FF2B5EF4-FFF2-40B4-BE49-F238E27FC236}">
                <a16:creationId xmlns:a16="http://schemas.microsoft.com/office/drawing/2014/main" id="{F1CA4872-C19A-43D2-B100-9706E2A6D49A}"/>
              </a:ext>
            </a:extLst>
          </p:cNvPr>
          <p:cNvCxnSpPr>
            <a:cxnSpLocks/>
          </p:cNvCxnSpPr>
          <p:nvPr/>
        </p:nvCxnSpPr>
        <p:spPr>
          <a:xfrm flipV="1">
            <a:off x="3601913" y="2734595"/>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Arc 52">
            <a:extLst>
              <a:ext uri="{FF2B5EF4-FFF2-40B4-BE49-F238E27FC236}">
                <a16:creationId xmlns:a16="http://schemas.microsoft.com/office/drawing/2014/main" id="{B5022622-41C3-4375-B0CE-A8D251DA5836}"/>
              </a:ext>
            </a:extLst>
          </p:cNvPr>
          <p:cNvSpPr/>
          <p:nvPr/>
        </p:nvSpPr>
        <p:spPr>
          <a:xfrm rot="1387721">
            <a:off x="3588188" y="3082281"/>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A50857D-DD7D-439E-850E-887C3C50152E}"/>
                  </a:ext>
                </a:extLst>
              </p:cNvPr>
              <p:cNvSpPr txBox="1"/>
              <p:nvPr/>
            </p:nvSpPr>
            <p:spPr>
              <a:xfrm>
                <a:off x="5517717" y="5773374"/>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𝐴</m:t>
                          </m:r>
                        </m:sub>
                      </m:sSub>
                    </m:oMath>
                  </m:oMathPara>
                </a14:m>
                <a:endParaRPr lang="en-US" dirty="0"/>
              </a:p>
            </p:txBody>
          </p:sp>
        </mc:Choice>
        <mc:Fallback xmlns="">
          <p:sp>
            <p:nvSpPr>
              <p:cNvPr id="54" name="TextBox 53">
                <a:extLst>
                  <a:ext uri="{FF2B5EF4-FFF2-40B4-BE49-F238E27FC236}">
                    <a16:creationId xmlns:a16="http://schemas.microsoft.com/office/drawing/2014/main" id="{FA50857D-DD7D-439E-850E-887C3C50152E}"/>
                  </a:ext>
                </a:extLst>
              </p:cNvPr>
              <p:cNvSpPr txBox="1">
                <a:spLocks noRot="1" noChangeAspect="1" noMove="1" noResize="1" noEditPoints="1" noAdjustHandles="1" noChangeArrowheads="1" noChangeShapeType="1" noTextEdit="1"/>
              </p:cNvSpPr>
              <p:nvPr/>
            </p:nvSpPr>
            <p:spPr>
              <a:xfrm>
                <a:off x="5517717" y="5773374"/>
                <a:ext cx="1950296" cy="276999"/>
              </a:xfrm>
              <a:prstGeom prst="rect">
                <a:avLst/>
              </a:prstGeom>
              <a:blipFill>
                <a:blip r:embed="rId11"/>
                <a:stretch>
                  <a:fillRect b="-34783"/>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4763A97-98A3-4427-B019-A0B70C22D960}"/>
                  </a:ext>
                </a:extLst>
              </p:cNvPr>
              <p:cNvSpPr txBox="1"/>
              <p:nvPr/>
            </p:nvSpPr>
            <p:spPr>
              <a:xfrm>
                <a:off x="5495290" y="6095725"/>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𝐶</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oMath>
                  </m:oMathPara>
                </a14:m>
                <a:endParaRPr lang="en-US" dirty="0"/>
              </a:p>
            </p:txBody>
          </p:sp>
        </mc:Choice>
        <mc:Fallback xmlns="">
          <p:sp>
            <p:nvSpPr>
              <p:cNvPr id="55" name="TextBox 54">
                <a:extLst>
                  <a:ext uri="{FF2B5EF4-FFF2-40B4-BE49-F238E27FC236}">
                    <a16:creationId xmlns:a16="http://schemas.microsoft.com/office/drawing/2014/main" id="{A4763A97-98A3-4427-B019-A0B70C22D960}"/>
                  </a:ext>
                </a:extLst>
              </p:cNvPr>
              <p:cNvSpPr txBox="1">
                <a:spLocks noRot="1" noChangeAspect="1" noMove="1" noResize="1" noEditPoints="1" noAdjustHandles="1" noChangeArrowheads="1" noChangeShapeType="1" noTextEdit="1"/>
              </p:cNvSpPr>
              <p:nvPr/>
            </p:nvSpPr>
            <p:spPr>
              <a:xfrm>
                <a:off x="5495290" y="6095725"/>
                <a:ext cx="1950296" cy="276999"/>
              </a:xfrm>
              <a:prstGeom prst="rect">
                <a:avLst/>
              </a:prstGeom>
              <a:blipFill>
                <a:blip r:embed="rId12"/>
                <a:stretch>
                  <a:fillRect b="-37778"/>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5FBD2FD-8F17-4D5E-BAD8-39F470AC843F}"/>
                  </a:ext>
                </a:extLst>
              </p:cNvPr>
              <p:cNvSpPr txBox="1"/>
              <p:nvPr/>
            </p:nvSpPr>
            <p:spPr>
              <a:xfrm>
                <a:off x="6251269" y="1837431"/>
                <a:ext cx="1216744"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oMath>
                </a14:m>
                <a:r>
                  <a:rPr lang="en-US" sz="1200" dirty="0">
                    <a:solidFill>
                      <a:schemeClr val="tx1"/>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1" dirty="0" smtClean="0">
                        <a:solidFill>
                          <a:schemeClr val="tx1"/>
                        </a:solidFill>
                        <a:latin typeface="Cambria Math" panose="02040503050406030204" pitchFamily="18" charset="0"/>
                      </a:rPr>
                      <m:t>|</m:t>
                    </m:r>
                  </m:oMath>
                </a14:m>
                <a:endParaRPr lang="en-US" sz="1200" dirty="0">
                  <a:solidFill>
                    <a:schemeClr val="tx1"/>
                  </a:solidFill>
                </a:endParaRPr>
              </a:p>
            </p:txBody>
          </p:sp>
        </mc:Choice>
        <mc:Fallback xmlns="">
          <p:sp>
            <p:nvSpPr>
              <p:cNvPr id="56" name="TextBox 55">
                <a:extLst>
                  <a:ext uri="{FF2B5EF4-FFF2-40B4-BE49-F238E27FC236}">
                    <a16:creationId xmlns:a16="http://schemas.microsoft.com/office/drawing/2014/main" id="{B5FBD2FD-8F17-4D5E-BAD8-39F470AC843F}"/>
                  </a:ext>
                </a:extLst>
              </p:cNvPr>
              <p:cNvSpPr txBox="1">
                <a:spLocks noRot="1" noChangeAspect="1" noMove="1" noResize="1" noEditPoints="1" noAdjustHandles="1" noChangeArrowheads="1" noChangeShapeType="1" noTextEdit="1"/>
              </p:cNvSpPr>
              <p:nvPr/>
            </p:nvSpPr>
            <p:spPr>
              <a:xfrm>
                <a:off x="6251269" y="1837431"/>
                <a:ext cx="1216744" cy="327526"/>
              </a:xfrm>
              <a:prstGeom prst="rect">
                <a:avLst/>
              </a:prstGeom>
              <a:blipFill>
                <a:blip r:embed="rId13"/>
                <a:stretch>
                  <a:fillRect/>
                </a:stretch>
              </a:blipFill>
            </p:spPr>
            <p:txBody>
              <a:bodyPr/>
              <a:lstStyle/>
              <a:p>
                <a:r>
                  <a:rPr lang="sv-SE">
                    <a:noFill/>
                  </a:rPr>
                  <a:t> </a:t>
                </a:r>
              </a:p>
            </p:txBody>
          </p:sp>
        </mc:Fallback>
      </mc:AlternateContent>
      <p:sp>
        <p:nvSpPr>
          <p:cNvPr id="57" name="TextBox 56">
            <a:extLst>
              <a:ext uri="{FF2B5EF4-FFF2-40B4-BE49-F238E27FC236}">
                <a16:creationId xmlns:a16="http://schemas.microsoft.com/office/drawing/2014/main" id="{B7D58F41-D6FF-4866-8BE7-F8EB535439E9}"/>
              </a:ext>
            </a:extLst>
          </p:cNvPr>
          <p:cNvSpPr txBox="1"/>
          <p:nvPr/>
        </p:nvSpPr>
        <p:spPr>
          <a:xfrm>
            <a:off x="6056359" y="5128818"/>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(b)</a:t>
            </a:r>
          </a:p>
        </p:txBody>
      </p:sp>
      <p:sp>
        <p:nvSpPr>
          <p:cNvPr id="58" name="TextBox 57">
            <a:extLst>
              <a:ext uri="{FF2B5EF4-FFF2-40B4-BE49-F238E27FC236}">
                <a16:creationId xmlns:a16="http://schemas.microsoft.com/office/drawing/2014/main" id="{332DDC6B-D970-48D6-B263-19F0911EBBA4}"/>
              </a:ext>
            </a:extLst>
          </p:cNvPr>
          <p:cNvSpPr txBox="1"/>
          <p:nvPr/>
        </p:nvSpPr>
        <p:spPr>
          <a:xfrm>
            <a:off x="9286256" y="5128818"/>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(c)</a:t>
            </a:r>
          </a:p>
        </p:txBody>
      </p:sp>
      <p:cxnSp>
        <p:nvCxnSpPr>
          <p:cNvPr id="59" name="Straight Connector 58">
            <a:extLst>
              <a:ext uri="{FF2B5EF4-FFF2-40B4-BE49-F238E27FC236}">
                <a16:creationId xmlns:a16="http://schemas.microsoft.com/office/drawing/2014/main" id="{9817EF20-A17D-4916-BA17-EAEB26517AD9}"/>
              </a:ext>
            </a:extLst>
          </p:cNvPr>
          <p:cNvCxnSpPr>
            <a:cxnSpLocks/>
          </p:cNvCxnSpPr>
          <p:nvPr/>
        </p:nvCxnSpPr>
        <p:spPr>
          <a:xfrm>
            <a:off x="6282578" y="1506860"/>
            <a:ext cx="0" cy="2008364"/>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EC40EFA2-1D81-49A9-9FC8-D019462DDE2E}"/>
              </a:ext>
            </a:extLst>
          </p:cNvPr>
          <p:cNvCxnSpPr>
            <a:cxnSpLocks/>
          </p:cNvCxnSpPr>
          <p:nvPr/>
        </p:nvCxnSpPr>
        <p:spPr>
          <a:xfrm>
            <a:off x="7033817" y="2164957"/>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426E3CFF-02F6-4B50-BCB8-2C9765B2FB1A}"/>
              </a:ext>
            </a:extLst>
          </p:cNvPr>
          <p:cNvCxnSpPr>
            <a:cxnSpLocks/>
          </p:cNvCxnSpPr>
          <p:nvPr/>
        </p:nvCxnSpPr>
        <p:spPr>
          <a:xfrm>
            <a:off x="6330469" y="2184812"/>
            <a:ext cx="64158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EFB99296-1F71-4956-B484-D3ED2D359A6E}"/>
              </a:ext>
            </a:extLst>
          </p:cNvPr>
          <p:cNvSpPr txBox="1"/>
          <p:nvPr/>
        </p:nvSpPr>
        <p:spPr>
          <a:xfrm>
            <a:off x="2413219" y="5122675"/>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(a)</a:t>
            </a:r>
          </a:p>
        </p:txBody>
      </p:sp>
      <p:cxnSp>
        <p:nvCxnSpPr>
          <p:cNvPr id="63" name="Straight Connector 62">
            <a:extLst>
              <a:ext uri="{FF2B5EF4-FFF2-40B4-BE49-F238E27FC236}">
                <a16:creationId xmlns:a16="http://schemas.microsoft.com/office/drawing/2014/main" id="{CB0D510F-D91A-452A-B687-65BDC6EDEE76}"/>
              </a:ext>
            </a:extLst>
          </p:cNvPr>
          <p:cNvCxnSpPr>
            <a:cxnSpLocks/>
          </p:cNvCxnSpPr>
          <p:nvPr/>
        </p:nvCxnSpPr>
        <p:spPr>
          <a:xfrm>
            <a:off x="7388707" y="1506860"/>
            <a:ext cx="0" cy="2067987"/>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18C0BE8-1A89-45BB-A868-7BF9657E7E2A}"/>
                  </a:ext>
                </a:extLst>
              </p:cNvPr>
              <p:cNvSpPr txBox="1"/>
              <p:nvPr/>
            </p:nvSpPr>
            <p:spPr>
              <a:xfrm>
                <a:off x="6221772" y="1149647"/>
                <a:ext cx="1994216"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0" dirty="0" smtClean="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i="1" dirty="0">
                        <a:latin typeface="Cambria Math" panose="02040503050406030204" pitchFamily="18" charset="0"/>
                      </a:rPr>
                      <m:t>|</m:t>
                    </m:r>
                  </m:oMath>
                </a14:m>
                <a:endParaRPr lang="en-US" sz="1200" dirty="0">
                  <a:solidFill>
                    <a:schemeClr val="tx1"/>
                  </a:solidFill>
                </a:endParaRPr>
              </a:p>
            </p:txBody>
          </p:sp>
        </mc:Choice>
        <mc:Fallback xmlns="">
          <p:sp>
            <p:nvSpPr>
              <p:cNvPr id="64" name="TextBox 63">
                <a:extLst>
                  <a:ext uri="{FF2B5EF4-FFF2-40B4-BE49-F238E27FC236}">
                    <a16:creationId xmlns:a16="http://schemas.microsoft.com/office/drawing/2014/main" id="{E18C0BE8-1A89-45BB-A868-7BF9657E7E2A}"/>
                  </a:ext>
                </a:extLst>
              </p:cNvPr>
              <p:cNvSpPr txBox="1">
                <a:spLocks noRot="1" noChangeAspect="1" noMove="1" noResize="1" noEditPoints="1" noAdjustHandles="1" noChangeArrowheads="1" noChangeShapeType="1" noTextEdit="1"/>
              </p:cNvSpPr>
              <p:nvPr/>
            </p:nvSpPr>
            <p:spPr>
              <a:xfrm>
                <a:off x="6221772" y="1149647"/>
                <a:ext cx="1994216" cy="327526"/>
              </a:xfrm>
              <a:prstGeom prst="rect">
                <a:avLst/>
              </a:prstGeom>
              <a:blipFill>
                <a:blip r:embed="rId14"/>
                <a:stretch>
                  <a:fillRect b="-1887"/>
                </a:stretch>
              </a:blipFill>
            </p:spPr>
            <p:txBody>
              <a:bodyPr/>
              <a:lstStyle/>
              <a:p>
                <a:r>
                  <a:rPr lang="sv-SE">
                    <a:noFill/>
                  </a:rPr>
                  <a:t> </a:t>
                </a:r>
              </a:p>
            </p:txBody>
          </p:sp>
        </mc:Fallback>
      </mc:AlternateContent>
      <p:cxnSp>
        <p:nvCxnSpPr>
          <p:cNvPr id="65" name="Straight Arrow Connector 64">
            <a:extLst>
              <a:ext uri="{FF2B5EF4-FFF2-40B4-BE49-F238E27FC236}">
                <a16:creationId xmlns:a16="http://schemas.microsoft.com/office/drawing/2014/main" id="{BAC168FF-56DC-4228-B9CC-3748E052FD48}"/>
              </a:ext>
            </a:extLst>
          </p:cNvPr>
          <p:cNvCxnSpPr>
            <a:cxnSpLocks/>
          </p:cNvCxnSpPr>
          <p:nvPr/>
        </p:nvCxnSpPr>
        <p:spPr>
          <a:xfrm>
            <a:off x="6282578" y="1678451"/>
            <a:ext cx="1018286"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489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5862505" y="2792972"/>
            <a:ext cx="3810000" cy="2857500"/>
          </a:xfrm>
          <a:prstGeom prst="rect">
            <a:avLst/>
          </a:prstGeom>
        </p:spPr>
      </p:pic>
      <p:grpSp>
        <p:nvGrpSpPr>
          <p:cNvPr id="34" name="Group 33">
            <a:extLst>
              <a:ext uri="{FF2B5EF4-FFF2-40B4-BE49-F238E27FC236}">
                <a16:creationId xmlns:a16="http://schemas.microsoft.com/office/drawing/2014/main" id="{42931F40-6C16-4D21-A9C5-F36DFF06BB93}"/>
              </a:ext>
            </a:extLst>
          </p:cNvPr>
          <p:cNvGrpSpPr/>
          <p:nvPr/>
        </p:nvGrpSpPr>
        <p:grpSpPr>
          <a:xfrm>
            <a:off x="4272179" y="123692"/>
            <a:ext cx="2748641" cy="2032430"/>
            <a:chOff x="1150962" y="1507183"/>
            <a:chExt cx="2748641" cy="2032430"/>
          </a:xfrm>
        </p:grpSpPr>
        <p:cxnSp>
          <p:nvCxnSpPr>
            <p:cNvPr id="35" name="Straight Arrow Connector 34">
              <a:extLst>
                <a:ext uri="{FF2B5EF4-FFF2-40B4-BE49-F238E27FC236}">
                  <a16:creationId xmlns:a16="http://schemas.microsoft.com/office/drawing/2014/main" id="{8687EC02-15CD-49D2-8D11-D775B5BD7E18}"/>
                </a:ext>
              </a:extLst>
            </p:cNvPr>
            <p:cNvCxnSpPr>
              <a:cxnSpLocks/>
            </p:cNvCxnSpPr>
            <p:nvPr/>
          </p:nvCxnSpPr>
          <p:spPr>
            <a:xfrm>
              <a:off x="1156196" y="3539612"/>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891F983-6451-47A5-AC38-A0001366C6C3}"/>
                </a:ext>
              </a:extLst>
            </p:cNvPr>
            <p:cNvCxnSpPr>
              <a:cxnSpLocks/>
            </p:cNvCxnSpPr>
            <p:nvPr/>
          </p:nvCxnSpPr>
          <p:spPr>
            <a:xfrm flipV="1">
              <a:off x="2356843" y="2513991"/>
              <a:ext cx="1305355" cy="1025622"/>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838007F-26DE-4538-8E08-DE7810BA5B4D}"/>
                </a:ext>
              </a:extLst>
            </p:cNvPr>
            <p:cNvCxnSpPr>
              <a:cxnSpLocks/>
            </p:cNvCxnSpPr>
            <p:nvPr/>
          </p:nvCxnSpPr>
          <p:spPr>
            <a:xfrm flipV="1">
              <a:off x="3667433" y="1507183"/>
              <a:ext cx="232170" cy="1006809"/>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6EDD62-DB12-48EE-9BA0-2970AA56E861}"/>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F93607E-475E-40E0-A95C-3F1CB97383FC}"/>
                  </a:ext>
                </a:extLst>
              </p:cNvPr>
              <p:cNvSpPr txBox="1"/>
              <p:nvPr/>
            </p:nvSpPr>
            <p:spPr>
              <a:xfrm rot="19268304">
                <a:off x="4793907" y="655634"/>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9268304">
                <a:off x="4793907" y="655634"/>
                <a:ext cx="1634481" cy="43127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39C0750-3089-473F-8FC7-5CF12CE44F1A}"/>
                  </a:ext>
                </a:extLst>
              </p:cNvPr>
              <p:cNvSpPr txBox="1"/>
              <p:nvPr/>
            </p:nvSpPr>
            <p:spPr>
              <a:xfrm>
                <a:off x="4139923" y="173533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4139923" y="1735335"/>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C5B954CE-BAA8-448C-AA48-A99159F29801}"/>
                  </a:ext>
                </a:extLst>
              </p:cNvPr>
              <p:cNvSpPr txBox="1"/>
              <p:nvPr/>
            </p:nvSpPr>
            <p:spPr>
              <a:xfrm rot="19308726">
                <a:off x="5128684" y="1227910"/>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9308726">
                <a:off x="5128684" y="1227910"/>
                <a:ext cx="1634481" cy="42909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6FA2E7C-3570-4D85-9E6C-FDE449602597}"/>
                  </a:ext>
                </a:extLst>
              </p:cNvPr>
              <p:cNvSpPr txBox="1"/>
              <p:nvPr/>
            </p:nvSpPr>
            <p:spPr>
              <a:xfrm rot="16904928">
                <a:off x="5805188" y="462336"/>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2" name="TextBox 4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16904928">
                <a:off x="5805188" y="462336"/>
                <a:ext cx="1634481" cy="431272"/>
              </a:xfrm>
              <a:prstGeom prst="rect">
                <a:avLst/>
              </a:prstGeom>
              <a:blipFill>
                <a:blip r:embed="rId6"/>
                <a:stretch>
                  <a:fillRect/>
                </a:stretch>
              </a:blipFill>
            </p:spPr>
            <p:txBody>
              <a:bodyPr/>
              <a:lstStyle/>
              <a:p>
                <a:r>
                  <a:rPr lang="sv-SE">
                    <a:noFill/>
                  </a:rPr>
                  <a:t> </a:t>
                </a:r>
              </a:p>
            </p:txBody>
          </p:sp>
        </mc:Fallback>
      </mc:AlternateContent>
      <p:sp>
        <p:nvSpPr>
          <p:cNvPr id="43" name="Arc 42">
            <a:extLst>
              <a:ext uri="{FF2B5EF4-FFF2-40B4-BE49-F238E27FC236}">
                <a16:creationId xmlns:a16="http://schemas.microsoft.com/office/drawing/2014/main" id="{D4A3E4AF-9DBA-4862-A0A7-A453C4582F60}"/>
              </a:ext>
            </a:extLst>
          </p:cNvPr>
          <p:cNvSpPr/>
          <p:nvPr/>
        </p:nvSpPr>
        <p:spPr>
          <a:xfrm rot="2814214">
            <a:off x="4358964" y="180337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FC3E724-4164-42F4-B6CD-CCDD3A37AB7B}"/>
                  </a:ext>
                </a:extLst>
              </p:cNvPr>
              <p:cNvSpPr txBox="1"/>
              <p:nvPr/>
            </p:nvSpPr>
            <p:spPr>
              <a:xfrm>
                <a:off x="4139923" y="2215801"/>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4" name="TextBox 4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4139923" y="2215801"/>
                <a:ext cx="1634481" cy="429092"/>
              </a:xfrm>
              <a:prstGeom prst="rect">
                <a:avLst/>
              </a:prstGeom>
              <a:blipFill>
                <a:blip r:embed="rId7"/>
                <a:stretch>
                  <a:fillRect t="-14085" b="-21127"/>
                </a:stretch>
              </a:blipFill>
            </p:spPr>
            <p:txBody>
              <a:bodyPr/>
              <a:lstStyle/>
              <a:p>
                <a:r>
                  <a:rPr lang="sv-SE">
                    <a:noFill/>
                  </a:rPr>
                  <a:t> </a:t>
                </a:r>
              </a:p>
            </p:txBody>
          </p:sp>
        </mc:Fallback>
      </mc:AlternateContent>
      <p:cxnSp>
        <p:nvCxnSpPr>
          <p:cNvPr id="45" name="Straight Connector 44">
            <a:extLst>
              <a:ext uri="{FF2B5EF4-FFF2-40B4-BE49-F238E27FC236}">
                <a16:creationId xmlns:a16="http://schemas.microsoft.com/office/drawing/2014/main" id="{09AF85FA-0B95-4CD6-83B4-5551F56BE402}"/>
              </a:ext>
            </a:extLst>
          </p:cNvPr>
          <p:cNvCxnSpPr/>
          <p:nvPr/>
        </p:nvCxnSpPr>
        <p:spPr>
          <a:xfrm>
            <a:off x="5478060" y="2146288"/>
            <a:ext cx="1859472" cy="98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Arc 45">
            <a:extLst>
              <a:ext uri="{FF2B5EF4-FFF2-40B4-BE49-F238E27FC236}">
                <a16:creationId xmlns:a16="http://schemas.microsoft.com/office/drawing/2014/main" id="{3D767F05-08C7-455D-B8C9-32C8230132C1}"/>
              </a:ext>
            </a:extLst>
          </p:cNvPr>
          <p:cNvSpPr/>
          <p:nvPr/>
        </p:nvSpPr>
        <p:spPr>
          <a:xfrm rot="2814214">
            <a:off x="5542302" y="184556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AB7A3D7-2541-417F-AF34-EC5A2E4DCE53}"/>
                  </a:ext>
                </a:extLst>
              </p:cNvPr>
              <p:cNvSpPr txBox="1"/>
              <p:nvPr/>
            </p:nvSpPr>
            <p:spPr>
              <a:xfrm>
                <a:off x="5327117" y="1798368"/>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7" name="TextBox 4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327117" y="1798368"/>
                <a:ext cx="1634481"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66F919-25EF-4866-8D83-02D9455783A5}"/>
                  </a:ext>
                </a:extLst>
              </p:cNvPr>
              <p:cNvSpPr txBox="1"/>
              <p:nvPr/>
            </p:nvSpPr>
            <p:spPr>
              <a:xfrm>
                <a:off x="6332404" y="378220"/>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48" name="TextBox 4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6332404" y="378220"/>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49" name="Straight Connector 48">
            <a:extLst>
              <a:ext uri="{FF2B5EF4-FFF2-40B4-BE49-F238E27FC236}">
                <a16:creationId xmlns:a16="http://schemas.microsoft.com/office/drawing/2014/main" id="{FEAE24A3-7280-4EF7-9DF2-796E3573FD0F}"/>
              </a:ext>
            </a:extLst>
          </p:cNvPr>
          <p:cNvCxnSpPr>
            <a:cxnSpLocks/>
          </p:cNvCxnSpPr>
          <p:nvPr/>
        </p:nvCxnSpPr>
        <p:spPr>
          <a:xfrm flipV="1">
            <a:off x="6783415" y="366651"/>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88C2E955-622F-424C-A8BB-85266E8ACF08}"/>
              </a:ext>
            </a:extLst>
          </p:cNvPr>
          <p:cNvSpPr/>
          <p:nvPr/>
        </p:nvSpPr>
        <p:spPr>
          <a:xfrm rot="1387721">
            <a:off x="6769690" y="714337"/>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9C14C47-7BE8-489B-8823-016DA802BE87}"/>
                  </a:ext>
                </a:extLst>
              </p:cNvPr>
              <p:cNvSpPr txBox="1"/>
              <p:nvPr/>
            </p:nvSpPr>
            <p:spPr>
              <a:xfrm>
                <a:off x="7521725" y="2325327"/>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1" name="TextBox 5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a:off x="7521725" y="2325327"/>
                <a:ext cx="1846248" cy="445250"/>
              </a:xfrm>
              <a:prstGeom prst="rect">
                <a:avLst/>
              </a:prstGeom>
              <a:blipFill>
                <a:blip r:embed="rId10"/>
                <a:stretch>
                  <a:fillRect t="-5479" b="-8219"/>
                </a:stretch>
              </a:blipFill>
            </p:spPr>
            <p:txBody>
              <a:bodyPr/>
              <a:lstStyle/>
              <a:p>
                <a:r>
                  <a:rPr lang="sv-SE">
                    <a:noFill/>
                  </a:rPr>
                  <a:t> </a:t>
                </a:r>
              </a:p>
            </p:txBody>
          </p:sp>
        </mc:Fallback>
      </mc:AlternateContent>
      <p:sp>
        <p:nvSpPr>
          <p:cNvPr id="52" name="TextBox 51">
            <a:extLst>
              <a:ext uri="{FF2B5EF4-FFF2-40B4-BE49-F238E27FC236}">
                <a16:creationId xmlns:a16="http://schemas.microsoft.com/office/drawing/2014/main" id="{71EAB1BB-A155-493B-8CB6-C93DDCB934A8}"/>
              </a:ext>
            </a:extLst>
          </p:cNvPr>
          <p:cNvSpPr txBox="1"/>
          <p:nvPr/>
        </p:nvSpPr>
        <p:spPr>
          <a:xfrm>
            <a:off x="7541286" y="5687974"/>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(b)</a:t>
            </a:r>
            <a:endParaRPr lang="en-US" sz="2200" dirty="0">
              <a:latin typeface="Times New Roman" panose="02020603050405020304" pitchFamily="18" charset="0"/>
              <a:cs typeface="Times New Roman" panose="02020603050405020304" pitchFamily="18" charset="0"/>
            </a:endParaRPr>
          </a:p>
        </p:txBody>
      </p:sp>
      <p:sp>
        <p:nvSpPr>
          <p:cNvPr id="53" name="TextBox 52">
            <a:extLst>
              <a:ext uri="{FF2B5EF4-FFF2-40B4-BE49-F238E27FC236}">
                <a16:creationId xmlns:a16="http://schemas.microsoft.com/office/drawing/2014/main" id="{9AC663BD-B449-49A1-AFF8-7712C577E07E}"/>
              </a:ext>
            </a:extLst>
          </p:cNvPr>
          <p:cNvSpPr txBox="1"/>
          <p:nvPr/>
        </p:nvSpPr>
        <p:spPr>
          <a:xfrm>
            <a:off x="4576860" y="5676270"/>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(a)</a:t>
            </a:r>
            <a:endParaRPr lang="en-US" sz="2200" dirty="0">
              <a:latin typeface="Times New Roman" panose="02020603050405020304" pitchFamily="18" charset="0"/>
              <a:cs typeface="Times New Roman" panose="02020603050405020304" pitchFamily="18" charset="0"/>
            </a:endParaRPr>
          </a:p>
        </p:txBody>
      </p:sp>
      <p:cxnSp>
        <p:nvCxnSpPr>
          <p:cNvPr id="54" name="Straight Connector 53">
            <a:extLst>
              <a:ext uri="{FF2B5EF4-FFF2-40B4-BE49-F238E27FC236}">
                <a16:creationId xmlns:a16="http://schemas.microsoft.com/office/drawing/2014/main" id="{19EBD052-6C55-45ED-A299-DDEA50CA9371}"/>
              </a:ext>
            </a:extLst>
          </p:cNvPr>
          <p:cNvCxnSpPr>
            <a:cxnSpLocks/>
          </p:cNvCxnSpPr>
          <p:nvPr/>
        </p:nvCxnSpPr>
        <p:spPr>
          <a:xfrm>
            <a:off x="7767505" y="2237607"/>
            <a:ext cx="0" cy="1836773"/>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BBAEC16-F3FF-435B-96B7-CF2B1A76221F}"/>
              </a:ext>
            </a:extLst>
          </p:cNvPr>
          <p:cNvCxnSpPr>
            <a:cxnSpLocks/>
          </p:cNvCxnSpPr>
          <p:nvPr/>
        </p:nvCxnSpPr>
        <p:spPr>
          <a:xfrm>
            <a:off x="8518744" y="2724113"/>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12C561D5-BF09-4503-B138-D7F0ABD85EF9}"/>
              </a:ext>
            </a:extLst>
          </p:cNvPr>
          <p:cNvCxnSpPr>
            <a:cxnSpLocks/>
          </p:cNvCxnSpPr>
          <p:nvPr/>
        </p:nvCxnSpPr>
        <p:spPr>
          <a:xfrm>
            <a:off x="7815396" y="2743968"/>
            <a:ext cx="795493"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F3454730-E93C-4477-A98A-968C5EE570D3}"/>
              </a:ext>
            </a:extLst>
          </p:cNvPr>
          <p:cNvSpPr txBox="1"/>
          <p:nvPr/>
        </p:nvSpPr>
        <p:spPr>
          <a:xfrm>
            <a:off x="6000677" y="2296928"/>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58" name="Straight Connector 57">
            <a:extLst>
              <a:ext uri="{FF2B5EF4-FFF2-40B4-BE49-F238E27FC236}">
                <a16:creationId xmlns:a16="http://schemas.microsoft.com/office/drawing/2014/main" id="{9413D2C3-2B18-4664-881C-430350C8A0D2}"/>
              </a:ext>
            </a:extLst>
          </p:cNvPr>
          <p:cNvCxnSpPr>
            <a:cxnSpLocks/>
          </p:cNvCxnSpPr>
          <p:nvPr/>
        </p:nvCxnSpPr>
        <p:spPr>
          <a:xfrm>
            <a:off x="8873634" y="2215801"/>
            <a:ext cx="0" cy="1918202"/>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3461328C-55E6-46B8-B840-8C8A3C370AC9}"/>
                  </a:ext>
                </a:extLst>
              </p:cNvPr>
              <p:cNvSpPr txBox="1"/>
              <p:nvPr/>
            </p:nvSpPr>
            <p:spPr>
              <a:xfrm>
                <a:off x="7500979" y="1774170"/>
                <a:ext cx="1688741"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9" name="TextBox 5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a:off x="7500979" y="1774170"/>
                <a:ext cx="1688741" cy="445250"/>
              </a:xfrm>
              <a:prstGeom prst="rect">
                <a:avLst/>
              </a:prstGeom>
              <a:blipFill>
                <a:blip r:embed="rId11"/>
                <a:stretch>
                  <a:fillRect t="-5479" b="-8219"/>
                </a:stretch>
              </a:blipFill>
            </p:spPr>
            <p:txBody>
              <a:bodyPr/>
              <a:lstStyle/>
              <a:p>
                <a:r>
                  <a:rPr lang="sv-SE">
                    <a:noFill/>
                  </a:rPr>
                  <a:t> </a:t>
                </a:r>
              </a:p>
            </p:txBody>
          </p:sp>
        </mc:Fallback>
      </mc:AlternateContent>
      <p:cxnSp>
        <p:nvCxnSpPr>
          <p:cNvPr id="60" name="Straight Arrow Connector 59">
            <a:extLst>
              <a:ext uri="{FF2B5EF4-FFF2-40B4-BE49-F238E27FC236}">
                <a16:creationId xmlns:a16="http://schemas.microsoft.com/office/drawing/2014/main" id="{61209277-7535-4ECB-AE4F-B8E59175BFA4}"/>
              </a:ext>
            </a:extLst>
          </p:cNvPr>
          <p:cNvCxnSpPr>
            <a:cxnSpLocks/>
          </p:cNvCxnSpPr>
          <p:nvPr/>
        </p:nvCxnSpPr>
        <p:spPr>
          <a:xfrm flipV="1">
            <a:off x="7815396" y="2250072"/>
            <a:ext cx="997302" cy="330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61" name="Picture 6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2926080" y="2811275"/>
            <a:ext cx="3810000" cy="2857500"/>
          </a:xfrm>
          <a:prstGeom prst="rect">
            <a:avLst/>
          </a:prstGeom>
        </p:spPr>
      </p:pic>
    </p:spTree>
    <p:extLst>
      <p:ext uri="{BB962C8B-B14F-4D97-AF65-F5344CB8AC3E}">
        <p14:creationId xmlns:p14="http://schemas.microsoft.com/office/powerpoint/2010/main" val="397944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6776943" y="3435439"/>
            <a:ext cx="3810000" cy="2857500"/>
          </a:xfrm>
          <a:prstGeom prst="rect">
            <a:avLst/>
          </a:prstGeom>
        </p:spPr>
      </p:pic>
      <p:cxnSp>
        <p:nvCxnSpPr>
          <p:cNvPr id="5" name="Straight Arrow Connector 4">
            <a:extLst>
              <a:ext uri="{FF2B5EF4-FFF2-40B4-BE49-F238E27FC236}">
                <a16:creationId xmlns:a16="http://schemas.microsoft.com/office/drawing/2014/main" id="{8687EC02-15CD-49D2-8D11-D775B5BD7E18}"/>
              </a:ext>
            </a:extLst>
          </p:cNvPr>
          <p:cNvCxnSpPr>
            <a:cxnSpLocks/>
          </p:cNvCxnSpPr>
          <p:nvPr/>
        </p:nvCxnSpPr>
        <p:spPr>
          <a:xfrm>
            <a:off x="3939595" y="2051489"/>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891F983-6451-47A5-AC38-A0001366C6C3}"/>
              </a:ext>
            </a:extLst>
          </p:cNvPr>
          <p:cNvCxnSpPr>
            <a:cxnSpLocks/>
          </p:cNvCxnSpPr>
          <p:nvPr/>
        </p:nvCxnSpPr>
        <p:spPr>
          <a:xfrm flipV="1">
            <a:off x="5140242" y="126767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838007F-26DE-4538-8E08-DE7810BA5B4D}"/>
              </a:ext>
            </a:extLst>
          </p:cNvPr>
          <p:cNvCxnSpPr>
            <a:cxnSpLocks/>
          </p:cNvCxnSpPr>
          <p:nvPr/>
        </p:nvCxnSpPr>
        <p:spPr>
          <a:xfrm flipV="1">
            <a:off x="5410922" y="1053115"/>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6EDD62-DB12-48EE-9BA0-2970AA56E861}"/>
              </a:ext>
            </a:extLst>
          </p:cNvPr>
          <p:cNvCxnSpPr>
            <a:cxnSpLocks/>
          </p:cNvCxnSpPr>
          <p:nvPr/>
        </p:nvCxnSpPr>
        <p:spPr>
          <a:xfrm>
            <a:off x="3934361" y="2051490"/>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F93607E-475E-40E0-A95C-3F1CB97383FC}"/>
                  </a:ext>
                </a:extLst>
              </p:cNvPr>
              <p:cNvSpPr txBox="1"/>
              <p:nvPr/>
            </p:nvSpPr>
            <p:spPr>
              <a:xfrm rot="1503227">
                <a:off x="4073158" y="2297705"/>
                <a:ext cx="74979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9" name="TextBox 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503227">
                <a:off x="4073158" y="2297705"/>
                <a:ext cx="749791" cy="431272"/>
              </a:xfrm>
              <a:prstGeom prst="rect">
                <a:avLst/>
              </a:prstGeom>
              <a:blipFill>
                <a:blip r:embed="rId3"/>
                <a:stretch>
                  <a:fillRect l="-6993" t="-9402" r="-699" b="-1709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39C0750-3089-473F-8FC7-5CF12CE44F1A}"/>
                  </a:ext>
                </a:extLst>
              </p:cNvPr>
              <p:cNvSpPr txBox="1"/>
              <p:nvPr/>
            </p:nvSpPr>
            <p:spPr>
              <a:xfrm>
                <a:off x="3981289" y="2033861"/>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10" name="TextBox 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3981289" y="2033861"/>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5B954CE-BAA8-448C-AA48-A99159F29801}"/>
                  </a:ext>
                </a:extLst>
              </p:cNvPr>
              <p:cNvSpPr txBox="1"/>
              <p:nvPr/>
            </p:nvSpPr>
            <p:spPr>
              <a:xfrm rot="17351717">
                <a:off x="4631285" y="1327597"/>
                <a:ext cx="707218"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1" name="TextBox 1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7351717">
                <a:off x="4631285" y="1327597"/>
                <a:ext cx="707218" cy="429092"/>
              </a:xfrm>
              <a:prstGeom prst="rect">
                <a:avLst/>
              </a:prstGeom>
              <a:blipFill>
                <a:blip r:embed="rId5"/>
                <a:stretch>
                  <a:fillRect l="-8491" r="-9434" b="-373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6FA2E7C-3570-4D85-9E6C-FDE449602597}"/>
                  </a:ext>
                </a:extLst>
              </p:cNvPr>
              <p:cNvSpPr txBox="1"/>
              <p:nvPr/>
            </p:nvSpPr>
            <p:spPr>
              <a:xfrm rot="20272713">
                <a:off x="5121642" y="1161889"/>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2" name="TextBox 1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20272713">
                <a:off x="5121642" y="1161889"/>
                <a:ext cx="1634481" cy="431272"/>
              </a:xfrm>
              <a:prstGeom prst="rect">
                <a:avLst/>
              </a:prstGeom>
              <a:blipFill>
                <a:blip r:embed="rId6"/>
                <a:stretch>
                  <a:fillRect/>
                </a:stretch>
              </a:blipFill>
            </p:spPr>
            <p:txBody>
              <a:bodyPr/>
              <a:lstStyle/>
              <a:p>
                <a:r>
                  <a:rPr lang="sv-SE">
                    <a:noFill/>
                  </a:rPr>
                  <a:t> </a:t>
                </a:r>
              </a:p>
            </p:txBody>
          </p:sp>
        </mc:Fallback>
      </mc:AlternateContent>
      <p:sp>
        <p:nvSpPr>
          <p:cNvPr id="13" name="Arc 12">
            <a:extLst>
              <a:ext uri="{FF2B5EF4-FFF2-40B4-BE49-F238E27FC236}">
                <a16:creationId xmlns:a16="http://schemas.microsoft.com/office/drawing/2014/main" id="{D4A3E4AF-9DBA-4862-A0A7-A453C4582F60}"/>
              </a:ext>
            </a:extLst>
          </p:cNvPr>
          <p:cNvSpPr/>
          <p:nvPr/>
        </p:nvSpPr>
        <p:spPr>
          <a:xfrm rot="5400000">
            <a:off x="4266396" y="2031921"/>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C3E724-4164-42F4-B6CD-CCDD3A37AB7B}"/>
                  </a:ext>
                </a:extLst>
              </p:cNvPr>
              <p:cNvSpPr txBox="1"/>
              <p:nvPr/>
            </p:nvSpPr>
            <p:spPr>
              <a:xfrm>
                <a:off x="3841225" y="1547451"/>
                <a:ext cx="758764"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4" name="TextBox 1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3841225" y="1547451"/>
                <a:ext cx="758764" cy="429092"/>
              </a:xfrm>
              <a:prstGeom prst="rect">
                <a:avLst/>
              </a:prstGeom>
              <a:blipFill>
                <a:blip r:embed="rId7"/>
                <a:stretch>
                  <a:fillRect l="-2400" t="-15714" b="-21429"/>
                </a:stretch>
              </a:blipFill>
            </p:spPr>
            <p:txBody>
              <a:bodyPr/>
              <a:lstStyle/>
              <a:p>
                <a:r>
                  <a:rPr lang="sv-SE">
                    <a:noFill/>
                  </a:rPr>
                  <a:t> </a:t>
                </a:r>
              </a:p>
            </p:txBody>
          </p:sp>
        </mc:Fallback>
      </mc:AlternateContent>
      <p:cxnSp>
        <p:nvCxnSpPr>
          <p:cNvPr id="15" name="Straight Connector 14">
            <a:extLst>
              <a:ext uri="{FF2B5EF4-FFF2-40B4-BE49-F238E27FC236}">
                <a16:creationId xmlns:a16="http://schemas.microsoft.com/office/drawing/2014/main" id="{09AF85FA-0B95-4CD6-83B4-5551F56BE402}"/>
              </a:ext>
            </a:extLst>
          </p:cNvPr>
          <p:cNvCxnSpPr>
            <a:cxnSpLocks/>
          </p:cNvCxnSpPr>
          <p:nvPr/>
        </p:nvCxnSpPr>
        <p:spPr>
          <a:xfrm flipV="1">
            <a:off x="5140242" y="2032109"/>
            <a:ext cx="4629211" cy="9548"/>
          </a:xfrm>
          <a:prstGeom prst="line">
            <a:avLst/>
          </a:prstGeom>
          <a:ln>
            <a:solidFill>
              <a:srgbClr val="7030A0"/>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16" name="Arc 15">
            <a:extLst>
              <a:ext uri="{FF2B5EF4-FFF2-40B4-BE49-F238E27FC236}">
                <a16:creationId xmlns:a16="http://schemas.microsoft.com/office/drawing/2014/main" id="{3D767F05-08C7-455D-B8C9-32C8230132C1}"/>
              </a:ext>
            </a:extLst>
          </p:cNvPr>
          <p:cNvSpPr/>
          <p:nvPr/>
        </p:nvSpPr>
        <p:spPr>
          <a:xfrm rot="2814214">
            <a:off x="4899181" y="174180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AB7A3D7-2541-417F-AF34-EC5A2E4DCE53}"/>
                  </a:ext>
                </a:extLst>
              </p:cNvPr>
              <p:cNvSpPr txBox="1"/>
              <p:nvPr/>
            </p:nvSpPr>
            <p:spPr>
              <a:xfrm>
                <a:off x="5424260" y="1656110"/>
                <a:ext cx="522930"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17" name="TextBox 1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424260" y="1656110"/>
                <a:ext cx="522930"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666F919-25EF-4866-8D83-02D9455783A5}"/>
                  </a:ext>
                </a:extLst>
              </p:cNvPr>
              <p:cNvSpPr txBox="1"/>
              <p:nvPr/>
            </p:nvSpPr>
            <p:spPr>
              <a:xfrm>
                <a:off x="4996246" y="70964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18" name="TextBox 1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4996246" y="709645"/>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19" name="Straight Connector 18">
            <a:extLst>
              <a:ext uri="{FF2B5EF4-FFF2-40B4-BE49-F238E27FC236}">
                <a16:creationId xmlns:a16="http://schemas.microsoft.com/office/drawing/2014/main" id="{FEAE24A3-7280-4EF7-9DF2-796E3573FD0F}"/>
              </a:ext>
            </a:extLst>
          </p:cNvPr>
          <p:cNvCxnSpPr>
            <a:cxnSpLocks/>
          </p:cNvCxnSpPr>
          <p:nvPr/>
        </p:nvCxnSpPr>
        <p:spPr>
          <a:xfrm flipV="1">
            <a:off x="5408915" y="651907"/>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20" name="Arc 19">
            <a:extLst>
              <a:ext uri="{FF2B5EF4-FFF2-40B4-BE49-F238E27FC236}">
                <a16:creationId xmlns:a16="http://schemas.microsoft.com/office/drawing/2014/main" id="{88C2E955-622F-424C-A8BB-85266E8ACF08}"/>
              </a:ext>
            </a:extLst>
          </p:cNvPr>
          <p:cNvSpPr/>
          <p:nvPr/>
        </p:nvSpPr>
        <p:spPr>
          <a:xfrm rot="1387721">
            <a:off x="5245645" y="102515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C14C47-7BE8-489B-8823-016DA802BE87}"/>
                  </a:ext>
                </a:extLst>
              </p:cNvPr>
              <p:cNvSpPr txBox="1"/>
              <p:nvPr/>
            </p:nvSpPr>
            <p:spPr>
              <a:xfrm rot="16200000">
                <a:off x="9381710" y="3960369"/>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1" name="TextBox 2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rot="16200000">
                <a:off x="9381710" y="3960369"/>
                <a:ext cx="1846248" cy="445250"/>
              </a:xfrm>
              <a:prstGeom prst="rect">
                <a:avLst/>
              </a:prstGeom>
              <a:blipFill>
                <a:blip r:embed="rId10"/>
                <a:stretch>
                  <a:fillRect l="-5479" r="-6849"/>
                </a:stretch>
              </a:blipFill>
            </p:spPr>
            <p:txBody>
              <a:bodyPr/>
              <a:lstStyle/>
              <a:p>
                <a:r>
                  <a:rPr lang="sv-SE">
                    <a:noFill/>
                  </a:rPr>
                  <a:t> </a:t>
                </a:r>
              </a:p>
            </p:txBody>
          </p:sp>
        </mc:Fallback>
      </mc:AlternateContent>
      <p:sp>
        <p:nvSpPr>
          <p:cNvPr id="22" name="TextBox 21">
            <a:extLst>
              <a:ext uri="{FF2B5EF4-FFF2-40B4-BE49-F238E27FC236}">
                <a16:creationId xmlns:a16="http://schemas.microsoft.com/office/drawing/2014/main" id="{71EAB1BB-A155-493B-8CB6-C93DDCB934A8}"/>
              </a:ext>
            </a:extLst>
          </p:cNvPr>
          <p:cNvSpPr txBox="1"/>
          <p:nvPr/>
        </p:nvSpPr>
        <p:spPr>
          <a:xfrm>
            <a:off x="8455724" y="6330441"/>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(b)</a:t>
            </a:r>
            <a:endParaRPr lang="en-US" sz="2200"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9AC663BD-B449-49A1-AFF8-7712C577E07E}"/>
              </a:ext>
            </a:extLst>
          </p:cNvPr>
          <p:cNvSpPr txBox="1"/>
          <p:nvPr/>
        </p:nvSpPr>
        <p:spPr>
          <a:xfrm>
            <a:off x="4913776" y="6330441"/>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(a)</a:t>
            </a:r>
            <a:endParaRPr lang="en-US" sz="2200" dirty="0">
              <a:latin typeface="Times New Roman" panose="02020603050405020304" pitchFamily="18" charset="0"/>
              <a:cs typeface="Times New Roman" panose="02020603050405020304" pitchFamily="18" charset="0"/>
            </a:endParaRPr>
          </a:p>
        </p:txBody>
      </p:sp>
      <p:cxnSp>
        <p:nvCxnSpPr>
          <p:cNvPr id="24" name="Straight Connector 23">
            <a:extLst>
              <a:ext uri="{FF2B5EF4-FFF2-40B4-BE49-F238E27FC236}">
                <a16:creationId xmlns:a16="http://schemas.microsoft.com/office/drawing/2014/main" id="{19EBD052-6C55-45ED-A299-DDEA50CA9371}"/>
              </a:ext>
            </a:extLst>
          </p:cNvPr>
          <p:cNvCxnSpPr>
            <a:cxnSpLocks/>
          </p:cNvCxnSpPr>
          <p:nvPr/>
        </p:nvCxnSpPr>
        <p:spPr>
          <a:xfrm>
            <a:off x="6881181" y="4665881"/>
            <a:ext cx="3146837" cy="0"/>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BBAEC16-F3FF-435B-96B7-CF2B1A76221F}"/>
              </a:ext>
            </a:extLst>
          </p:cNvPr>
          <p:cNvCxnSpPr>
            <a:cxnSpLocks/>
          </p:cNvCxnSpPr>
          <p:nvPr/>
        </p:nvCxnSpPr>
        <p:spPr>
          <a:xfrm flipH="1">
            <a:off x="8666480" y="3985195"/>
            <a:ext cx="1361538" cy="0"/>
          </a:xfrm>
          <a:prstGeom prst="line">
            <a:avLst/>
          </a:prstGeom>
          <a:ln w="12700">
            <a:solidFill>
              <a:srgbClr val="FF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2C561D5-BF09-4503-B138-D7F0ABD85EF9}"/>
              </a:ext>
            </a:extLst>
          </p:cNvPr>
          <p:cNvCxnSpPr>
            <a:cxnSpLocks/>
          </p:cNvCxnSpPr>
          <p:nvPr/>
        </p:nvCxnSpPr>
        <p:spPr>
          <a:xfrm>
            <a:off x="10028018" y="3980917"/>
            <a:ext cx="0" cy="684964"/>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F3454730-E93C-4477-A98A-968C5EE570D3}"/>
              </a:ext>
            </a:extLst>
          </p:cNvPr>
          <p:cNvSpPr txBox="1"/>
          <p:nvPr/>
        </p:nvSpPr>
        <p:spPr>
          <a:xfrm>
            <a:off x="4829966" y="3022147"/>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28" name="Straight Connector 27">
            <a:extLst>
              <a:ext uri="{FF2B5EF4-FFF2-40B4-BE49-F238E27FC236}">
                <a16:creationId xmlns:a16="http://schemas.microsoft.com/office/drawing/2014/main" id="{9413D2C3-2B18-4664-881C-430350C8A0D2}"/>
              </a:ext>
            </a:extLst>
          </p:cNvPr>
          <p:cNvCxnSpPr>
            <a:cxnSpLocks/>
          </p:cNvCxnSpPr>
          <p:nvPr/>
        </p:nvCxnSpPr>
        <p:spPr>
          <a:xfrm flipH="1">
            <a:off x="6881181" y="3641374"/>
            <a:ext cx="1574545" cy="20785"/>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461328C-55E6-46B8-B840-8C8A3C370AC9}"/>
                  </a:ext>
                </a:extLst>
              </p:cNvPr>
              <p:cNvSpPr txBox="1"/>
              <p:nvPr/>
            </p:nvSpPr>
            <p:spPr>
              <a:xfrm rot="16200000">
                <a:off x="5338105" y="3556816"/>
                <a:ext cx="2536664"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9" name="TextBox 2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rot="16200000">
                <a:off x="5338105" y="3556816"/>
                <a:ext cx="2536664" cy="445250"/>
              </a:xfrm>
              <a:prstGeom prst="rect">
                <a:avLst/>
              </a:prstGeom>
              <a:blipFill>
                <a:blip r:embed="rId11"/>
                <a:stretch>
                  <a:fillRect l="-5479" r="-8219"/>
                </a:stretch>
              </a:blipFill>
            </p:spPr>
            <p:txBody>
              <a:bodyPr/>
              <a:lstStyle/>
              <a:p>
                <a:r>
                  <a:rPr lang="sv-SE">
                    <a:noFill/>
                  </a:rPr>
                  <a:t> </a:t>
                </a:r>
              </a:p>
            </p:txBody>
          </p:sp>
        </mc:Fallback>
      </mc:AlternateContent>
      <p:cxnSp>
        <p:nvCxnSpPr>
          <p:cNvPr id="30" name="Straight Arrow Connector 29">
            <a:extLst>
              <a:ext uri="{FF2B5EF4-FFF2-40B4-BE49-F238E27FC236}">
                <a16:creationId xmlns:a16="http://schemas.microsoft.com/office/drawing/2014/main" id="{61209277-7535-4ECB-AE4F-B8E59175BFA4}"/>
              </a:ext>
            </a:extLst>
          </p:cNvPr>
          <p:cNvCxnSpPr>
            <a:cxnSpLocks/>
          </p:cNvCxnSpPr>
          <p:nvPr/>
        </p:nvCxnSpPr>
        <p:spPr>
          <a:xfrm>
            <a:off x="7033581" y="3651766"/>
            <a:ext cx="0" cy="1014115"/>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3203847" y="3380846"/>
            <a:ext cx="3810000" cy="2857500"/>
          </a:xfrm>
          <a:prstGeom prst="rect">
            <a:avLst/>
          </a:prstGeom>
        </p:spPr>
      </p:pic>
      <p:cxnSp>
        <p:nvCxnSpPr>
          <p:cNvPr id="32" name="Straight Arrow Connector 31">
            <a:extLst>
              <a:ext uri="{FF2B5EF4-FFF2-40B4-BE49-F238E27FC236}">
                <a16:creationId xmlns:a16="http://schemas.microsoft.com/office/drawing/2014/main" id="{DA6ECEDA-AE7A-411F-8479-709AF23E0541}"/>
              </a:ext>
            </a:extLst>
          </p:cNvPr>
          <p:cNvCxnSpPr>
            <a:cxnSpLocks/>
          </p:cNvCxnSpPr>
          <p:nvPr/>
        </p:nvCxnSpPr>
        <p:spPr>
          <a:xfrm flipV="1">
            <a:off x="4821533" y="2059924"/>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78D1484-15FE-4FF9-8BC9-86EF5F39DEA6}"/>
              </a:ext>
            </a:extLst>
          </p:cNvPr>
          <p:cNvCxnSpPr>
            <a:cxnSpLocks/>
          </p:cNvCxnSpPr>
          <p:nvPr/>
        </p:nvCxnSpPr>
        <p:spPr>
          <a:xfrm flipV="1">
            <a:off x="4844684" y="2740758"/>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B3B3F29-EDEC-4595-A375-80DFA7AB7DCA}"/>
              </a:ext>
            </a:extLst>
          </p:cNvPr>
          <p:cNvCxnSpPr>
            <a:cxnSpLocks/>
          </p:cNvCxnSpPr>
          <p:nvPr/>
        </p:nvCxnSpPr>
        <p:spPr>
          <a:xfrm>
            <a:off x="3934361"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6206749-B0F1-4229-A581-92461336F45B}"/>
              </a:ext>
            </a:extLst>
          </p:cNvPr>
          <p:cNvCxnSpPr>
            <a:cxnSpLocks/>
          </p:cNvCxnSpPr>
          <p:nvPr/>
        </p:nvCxnSpPr>
        <p:spPr>
          <a:xfrm rot="20199754">
            <a:off x="7593208" y="1794878"/>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E134156-BEFD-4ED1-95A8-4479094B7835}"/>
              </a:ext>
            </a:extLst>
          </p:cNvPr>
          <p:cNvCxnSpPr>
            <a:cxnSpLocks/>
          </p:cNvCxnSpPr>
          <p:nvPr/>
        </p:nvCxnSpPr>
        <p:spPr>
          <a:xfrm rot="20199754" flipV="1">
            <a:off x="8578947" y="75426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DAE119A-A3FD-49CA-80B2-78A838CFBF9B}"/>
              </a:ext>
            </a:extLst>
          </p:cNvPr>
          <p:cNvCxnSpPr>
            <a:cxnSpLocks/>
          </p:cNvCxnSpPr>
          <p:nvPr/>
        </p:nvCxnSpPr>
        <p:spPr>
          <a:xfrm rot="20199754" flipV="1">
            <a:off x="8617053" y="389182"/>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8498E386-4B5E-4CFF-91A4-E26117CCCA42}"/>
              </a:ext>
            </a:extLst>
          </p:cNvPr>
          <p:cNvCxnSpPr>
            <a:cxnSpLocks/>
          </p:cNvCxnSpPr>
          <p:nvPr/>
        </p:nvCxnSpPr>
        <p:spPr>
          <a:xfrm rot="20199754">
            <a:off x="7707658" y="1685139"/>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09077D4-54C0-4368-B362-E8DFBA6ED395}"/>
                  </a:ext>
                </a:extLst>
              </p:cNvPr>
              <p:cNvSpPr txBox="1"/>
              <p:nvPr/>
            </p:nvSpPr>
            <p:spPr>
              <a:xfrm>
                <a:off x="7704085" y="2036883"/>
                <a:ext cx="885128"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C09077D4-54C0-4368-B362-E8DFBA6ED395}"/>
                  </a:ext>
                </a:extLst>
              </p:cNvPr>
              <p:cNvSpPr txBox="1">
                <a:spLocks noRot="1" noChangeAspect="1" noMove="1" noResize="1" noEditPoints="1" noAdjustHandles="1" noChangeArrowheads="1" noChangeShapeType="1" noTextEdit="1"/>
              </p:cNvSpPr>
              <p:nvPr/>
            </p:nvSpPr>
            <p:spPr>
              <a:xfrm>
                <a:off x="7704085" y="2036883"/>
                <a:ext cx="885128" cy="431272"/>
              </a:xfrm>
              <a:prstGeom prst="rect">
                <a:avLst/>
              </a:prstGeom>
              <a:blipFill>
                <a:blip r:embed="rId13"/>
                <a:stretch>
                  <a:fillRect l="-9655" t="-14085" b="-2112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AE80993-2C5C-47EA-9639-59C2161995CD}"/>
                  </a:ext>
                </a:extLst>
              </p:cNvPr>
              <p:cNvSpPr txBox="1"/>
              <p:nvPr/>
            </p:nvSpPr>
            <p:spPr>
              <a:xfrm rot="20199754">
                <a:off x="7673819" y="166239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AE80993-2C5C-47EA-9639-59C2161995CD}"/>
                  </a:ext>
                </a:extLst>
              </p:cNvPr>
              <p:cNvSpPr txBox="1">
                <a:spLocks noRot="1" noChangeAspect="1" noMove="1" noResize="1" noEditPoints="1" noAdjustHandles="1" noChangeArrowheads="1" noChangeShapeType="1" noTextEdit="1"/>
              </p:cNvSpPr>
              <p:nvPr/>
            </p:nvSpPr>
            <p:spPr>
              <a:xfrm rot="20199754">
                <a:off x="7673819" y="1662395"/>
                <a:ext cx="1634481" cy="338554"/>
              </a:xfrm>
              <a:prstGeom prst="rect">
                <a:avLst/>
              </a:prstGeom>
              <a:blipFill>
                <a:blip r:embed="rId1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755B3158-A8FB-432A-8CE2-035FB56F4FFE}"/>
                  </a:ext>
                </a:extLst>
              </p:cNvPr>
              <p:cNvSpPr txBox="1"/>
              <p:nvPr/>
            </p:nvSpPr>
            <p:spPr>
              <a:xfrm rot="15951471">
                <a:off x="8098246" y="913993"/>
                <a:ext cx="614262"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755B3158-A8FB-432A-8CE2-035FB56F4FFE}"/>
                  </a:ext>
                </a:extLst>
              </p:cNvPr>
              <p:cNvSpPr txBox="1">
                <a:spLocks noRot="1" noChangeAspect="1" noMove="1" noResize="1" noEditPoints="1" noAdjustHandles="1" noChangeArrowheads="1" noChangeShapeType="1" noTextEdit="1"/>
              </p:cNvSpPr>
              <p:nvPr/>
            </p:nvSpPr>
            <p:spPr>
              <a:xfrm rot="15951471">
                <a:off x="8098246" y="913993"/>
                <a:ext cx="614262" cy="429092"/>
              </a:xfrm>
              <a:prstGeom prst="rect">
                <a:avLst/>
              </a:prstGeom>
              <a:blipFill>
                <a:blip r:embed="rId15"/>
                <a:stretch>
                  <a:fillRect l="-11538" r="-15385" b="-14151"/>
                </a:stretch>
              </a:blipFill>
            </p:spPr>
            <p:txBody>
              <a:bodyPr/>
              <a:lstStyle/>
              <a:p>
                <a:r>
                  <a:rPr lang="sv-SE">
                    <a:noFill/>
                  </a:rPr>
                  <a:t> </a:t>
                </a:r>
              </a:p>
            </p:txBody>
          </p:sp>
        </mc:Fallback>
      </mc:AlternateContent>
      <p:sp>
        <p:nvSpPr>
          <p:cNvPr id="42" name="Arc 41">
            <a:extLst>
              <a:ext uri="{FF2B5EF4-FFF2-40B4-BE49-F238E27FC236}">
                <a16:creationId xmlns:a16="http://schemas.microsoft.com/office/drawing/2014/main" id="{91A56D0B-0D7D-416E-BC2D-2147FE30EFE0}"/>
              </a:ext>
            </a:extLst>
          </p:cNvPr>
          <p:cNvSpPr/>
          <p:nvPr/>
        </p:nvSpPr>
        <p:spPr>
          <a:xfrm rot="3999754">
            <a:off x="7957807" y="1768686"/>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2810583-B948-4C07-B987-3A0ACEFAEC6F}"/>
                  </a:ext>
                </a:extLst>
              </p:cNvPr>
              <p:cNvSpPr txBox="1"/>
              <p:nvPr/>
            </p:nvSpPr>
            <p:spPr>
              <a:xfrm rot="20199754">
                <a:off x="7694997" y="1367315"/>
                <a:ext cx="537199"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3" name="TextBox 42">
                <a:extLst>
                  <a:ext uri="{FF2B5EF4-FFF2-40B4-BE49-F238E27FC236}">
                    <a16:creationId xmlns:a16="http://schemas.microsoft.com/office/drawing/2014/main" id="{C2810583-B948-4C07-B987-3A0ACEFAEC6F}"/>
                  </a:ext>
                </a:extLst>
              </p:cNvPr>
              <p:cNvSpPr txBox="1">
                <a:spLocks noRot="1" noChangeAspect="1" noMove="1" noResize="1" noEditPoints="1" noAdjustHandles="1" noChangeArrowheads="1" noChangeShapeType="1" noTextEdit="1"/>
              </p:cNvSpPr>
              <p:nvPr/>
            </p:nvSpPr>
            <p:spPr>
              <a:xfrm rot="20199754">
                <a:off x="7694997" y="1367315"/>
                <a:ext cx="537199" cy="429092"/>
              </a:xfrm>
              <a:prstGeom prst="rect">
                <a:avLst/>
              </a:prstGeom>
              <a:blipFill>
                <a:blip r:embed="rId16"/>
                <a:stretch>
                  <a:fillRect l="-9091" t="-5941" r="-10000" b="-1980"/>
                </a:stretch>
              </a:blipFill>
            </p:spPr>
            <p:txBody>
              <a:bodyPr/>
              <a:lstStyle/>
              <a:p>
                <a:r>
                  <a:rPr lang="sv-SE">
                    <a:noFill/>
                  </a:rPr>
                  <a:t> </a:t>
                </a:r>
              </a:p>
            </p:txBody>
          </p:sp>
        </mc:Fallback>
      </mc:AlternateContent>
      <p:sp>
        <p:nvSpPr>
          <p:cNvPr id="44" name="Arc 43">
            <a:extLst>
              <a:ext uri="{FF2B5EF4-FFF2-40B4-BE49-F238E27FC236}">
                <a16:creationId xmlns:a16="http://schemas.microsoft.com/office/drawing/2014/main" id="{E1CADF48-19C4-464E-9A0C-5834086642AF}"/>
              </a:ext>
            </a:extLst>
          </p:cNvPr>
          <p:cNvSpPr/>
          <p:nvPr/>
        </p:nvSpPr>
        <p:spPr>
          <a:xfrm rot="1413968">
            <a:off x="8427264" y="1250930"/>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027AD0A-7E8B-439C-9C1E-4378A72A4760}"/>
                  </a:ext>
                </a:extLst>
              </p:cNvPr>
              <p:cNvSpPr txBox="1"/>
              <p:nvPr/>
            </p:nvSpPr>
            <p:spPr>
              <a:xfrm rot="20199754">
                <a:off x="8847217" y="998264"/>
                <a:ext cx="462615"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5" name="TextBox 44">
                <a:extLst>
                  <a:ext uri="{FF2B5EF4-FFF2-40B4-BE49-F238E27FC236}">
                    <a16:creationId xmlns:a16="http://schemas.microsoft.com/office/drawing/2014/main" id="{E027AD0A-7E8B-439C-9C1E-4378A72A4760}"/>
                  </a:ext>
                </a:extLst>
              </p:cNvPr>
              <p:cNvSpPr txBox="1">
                <a:spLocks noRot="1" noChangeAspect="1" noMove="1" noResize="1" noEditPoints="1" noAdjustHandles="1" noChangeArrowheads="1" noChangeShapeType="1" noTextEdit="1"/>
              </p:cNvSpPr>
              <p:nvPr/>
            </p:nvSpPr>
            <p:spPr>
              <a:xfrm rot="20199754">
                <a:off x="8847217" y="998264"/>
                <a:ext cx="462615" cy="338554"/>
              </a:xfrm>
              <a:prstGeom prst="rect">
                <a:avLst/>
              </a:prstGeom>
              <a:blipFill>
                <a:blip r:embed="rId17"/>
                <a:stretch>
                  <a:fillRect/>
                </a:stretch>
              </a:blipFill>
            </p:spPr>
            <p:txBody>
              <a:bodyPr/>
              <a:lstStyle/>
              <a:p>
                <a:r>
                  <a:rPr lang="sv-SE">
                    <a:noFill/>
                  </a:rPr>
                  <a:t> </a:t>
                </a:r>
              </a:p>
            </p:txBody>
          </p:sp>
        </mc:Fallback>
      </mc:AlternateContent>
      <p:cxnSp>
        <p:nvCxnSpPr>
          <p:cNvPr id="46" name="Straight Connector 45">
            <a:extLst>
              <a:ext uri="{FF2B5EF4-FFF2-40B4-BE49-F238E27FC236}">
                <a16:creationId xmlns:a16="http://schemas.microsoft.com/office/drawing/2014/main" id="{97B79CFE-2B7C-4147-9FDB-81087584EF0E}"/>
              </a:ext>
            </a:extLst>
          </p:cNvPr>
          <p:cNvCxnSpPr>
            <a:cxnSpLocks/>
          </p:cNvCxnSpPr>
          <p:nvPr/>
        </p:nvCxnSpPr>
        <p:spPr>
          <a:xfrm rot="20199754" flipV="1">
            <a:off x="8555361" y="98385"/>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47" name="Arc 46">
            <a:extLst>
              <a:ext uri="{FF2B5EF4-FFF2-40B4-BE49-F238E27FC236}">
                <a16:creationId xmlns:a16="http://schemas.microsoft.com/office/drawing/2014/main" id="{F4FBA915-B2D1-4C10-9B86-B4B8A0C0AA32}"/>
              </a:ext>
            </a:extLst>
          </p:cNvPr>
          <p:cNvSpPr/>
          <p:nvPr/>
        </p:nvSpPr>
        <p:spPr>
          <a:xfrm rot="21587475">
            <a:off x="8461486" y="45566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p:cxnSp>
        <p:nvCxnSpPr>
          <p:cNvPr id="48" name="Straight Arrow Connector 47">
            <a:extLst>
              <a:ext uri="{FF2B5EF4-FFF2-40B4-BE49-F238E27FC236}">
                <a16:creationId xmlns:a16="http://schemas.microsoft.com/office/drawing/2014/main" id="{A92B350C-FC8E-431C-9EDC-2141A4C7082B}"/>
              </a:ext>
            </a:extLst>
          </p:cNvPr>
          <p:cNvCxnSpPr>
            <a:cxnSpLocks/>
          </p:cNvCxnSpPr>
          <p:nvPr/>
        </p:nvCxnSpPr>
        <p:spPr>
          <a:xfrm rot="20199754" flipV="1">
            <a:off x="8622355" y="1592515"/>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51BAE4-1F11-401C-BC2C-BD1CFE8C8720}"/>
              </a:ext>
            </a:extLst>
          </p:cNvPr>
          <p:cNvCxnSpPr>
            <a:cxnSpLocks/>
          </p:cNvCxnSpPr>
          <p:nvPr/>
        </p:nvCxnSpPr>
        <p:spPr>
          <a:xfrm rot="20199754" flipV="1">
            <a:off x="8755171" y="2158074"/>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A1825A7-14F1-498C-99CD-379126712392}"/>
              </a:ext>
            </a:extLst>
          </p:cNvPr>
          <p:cNvCxnSpPr>
            <a:cxnSpLocks/>
          </p:cNvCxnSpPr>
          <p:nvPr/>
        </p:nvCxnSpPr>
        <p:spPr>
          <a:xfrm rot="20199754" flipV="1">
            <a:off x="8634217" y="1303640"/>
            <a:ext cx="1423446" cy="7213"/>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578FF35-EDA3-4B34-A4A1-37A1E5BA7657}"/>
              </a:ext>
            </a:extLst>
          </p:cNvPr>
          <p:cNvCxnSpPr>
            <a:cxnSpLocks/>
          </p:cNvCxnSpPr>
          <p:nvPr/>
        </p:nvCxnSpPr>
        <p:spPr>
          <a:xfrm>
            <a:off x="7637515"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0C7D81C7-3398-411A-8D3D-4CFAC59DB148}"/>
              </a:ext>
            </a:extLst>
          </p:cNvPr>
          <p:cNvSpPr txBox="1"/>
          <p:nvPr/>
        </p:nvSpPr>
        <p:spPr>
          <a:xfrm>
            <a:off x="8455724" y="2943024"/>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(b)</a:t>
            </a:r>
          </a:p>
        </p:txBody>
      </p:sp>
    </p:spTree>
    <p:extLst>
      <p:ext uri="{BB962C8B-B14F-4D97-AF65-F5344CB8AC3E}">
        <p14:creationId xmlns:p14="http://schemas.microsoft.com/office/powerpoint/2010/main" val="3411200524"/>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11614</TotalTime>
  <Words>398</Words>
  <Application>Microsoft Office PowerPoint</Application>
  <PresentationFormat>Widescreen</PresentationFormat>
  <Paragraphs>45</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Figtree</vt:lpstr>
      <vt:lpstr>Calibri</vt:lpstr>
      <vt:lpstr>Arial</vt:lpstr>
      <vt:lpstr>Times New Roman</vt:lpstr>
      <vt:lpstr>Cambria Math</vt:lpstr>
      <vt:lpstr>Office-tema</vt:lpstr>
      <vt:lpstr>PowerPoint Presentation</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111</cp:revision>
  <dcterms:created xsi:type="dcterms:W3CDTF">2024-01-10T13:17:29Z</dcterms:created>
  <dcterms:modified xsi:type="dcterms:W3CDTF">2024-10-31T10:43:53Z</dcterms:modified>
</cp:coreProperties>
</file>