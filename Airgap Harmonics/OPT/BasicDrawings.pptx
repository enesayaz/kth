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9" autoAdjust="0"/>
    <p:restoredTop sz="94660"/>
  </p:normalViewPr>
  <p:slideViewPr>
    <p:cSldViewPr snapToGrid="0">
      <p:cViewPr>
        <p:scale>
          <a:sx n="125" d="100"/>
          <a:sy n="125" d="100"/>
        </p:scale>
        <p:origin x="172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2648-B100-082A-165A-FA4BF14E5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2D51C-9D94-87FE-8667-EE2989D29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1B36E-49BF-936C-992A-EB2C88FC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3C72A-A6E7-D20F-CA92-6CFAE9E6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B9BBE-6E22-4531-03BC-6A6BB804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523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0441-61F7-847D-E217-7C1EE65E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5165-521F-BDB6-69E2-57DCBBD6F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3C19-8454-C062-0BB7-98A1EDA5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065F4-692B-818B-1767-657EBC23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1BFAF-580D-B082-C491-2DFA407D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8296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77AE-57A8-BA85-0FBF-BE425F1F3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728B3-A333-B7CB-6D75-303C315FD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341CE-3994-C55B-58B6-F55B881B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5C2DF-27E4-2CD5-32C6-EECD7AA7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F82C3-C808-8A84-22E6-6F960E03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7267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2C77-4666-B7A5-A9BD-E90BAD50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7B409-8647-D31E-0021-09B2C0B40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E96A3-3A35-9D1A-B878-AEE8FBB69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64E69-48F0-D5F0-026A-E0FB830D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3D8CA-2DAD-4DFB-CEC8-9F06635B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F9273-D38D-6EF5-91B8-FB46297E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140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40C0-2C7F-9294-CCC1-B59196059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2C02D-2D16-C8F4-EE88-D906BAB68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F7216-5E55-5FEF-8D73-F14EF663F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AFD09-47B9-36CE-C577-07AB5A516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C66673-793A-3D49-FE46-EFA3EC81E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FDCA9-0E2B-ECFA-C559-6F1EF9D0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42A29-1285-D580-646F-0C1D7E95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B40FF-8C6E-886B-28FE-037ADF97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481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9F1C-70A4-20CA-993D-3964B145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5F011-707B-256C-7A07-DF0AF144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D79BD-7B86-0245-25C0-087FE73DE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A400E-18AD-A553-DCC8-4287E4BA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544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3BADFF-C2CE-4D64-3EC2-F957AA0B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A0C1E-B9B1-7F87-230F-3C1BF3D2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6525D-6E08-15C3-ED52-4306DEB7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648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734C-121B-5F7C-EE75-F83FF922D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870A-A7F2-637E-511D-95887CC15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F3496-8475-9973-C44F-05F067D6D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A9267-86EF-B087-8406-6B5517300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BE5F5-FF08-699B-6F16-98090508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AF2D2-38DF-F9FF-8381-50140691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975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75B7-57B6-EB9A-97C0-2186703C6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39356E-0D35-A9D0-A8E0-C215268CF8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C71A4-3304-7379-1E99-51D6B0B01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828DF-394B-DE80-58C5-6FD55F86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A4383-C5E9-6A3A-6B98-24195440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B3518-4F50-28D4-49D1-075C923B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8741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3B22-4BEA-6AB1-EBC9-E64DA491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22C05-F1EF-2497-6E00-8823C1DEF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BDDC5-9065-9981-C84B-D6A6BD2A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E50D7-C435-2EEA-4294-8E2D4E3B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B06F-4BD9-7DA7-38E9-2A94B131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1771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1CD90-E762-519E-0E13-4FD13119B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52C41-B747-D37B-B309-6CDD479E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EA8E8-35D2-6B85-2725-901318F1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E78F3-4474-37BB-7C5F-93BC7975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8601B-329D-8363-6191-E478A5F3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739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F68EF-0C56-8167-1A39-53B533D97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B51B5-8E09-B442-AF4E-42D31E994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F71A8-2606-333E-1E52-23E7A3A9A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9C7C8-4836-4189-B95F-C2B1313A914E}" type="datetimeFigureOut">
              <a:rPr lang="sv-SE" smtClean="0"/>
              <a:t>2026-04-24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B45E0-81C1-880D-6938-66E3766C5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96C93-AEF5-C19B-BD73-C332ADC6E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C1798-383C-4635-9CF1-68C5608F42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2352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>
            <a:extLst>
              <a:ext uri="{FF2B5EF4-FFF2-40B4-BE49-F238E27FC236}">
                <a16:creationId xmlns:a16="http://schemas.microsoft.com/office/drawing/2014/main" id="{699E3B79-7993-AB37-1457-D5F305F67E37}"/>
              </a:ext>
            </a:extLst>
          </p:cNvPr>
          <p:cNvSpPr/>
          <p:nvPr/>
        </p:nvSpPr>
        <p:spPr>
          <a:xfrm>
            <a:off x="7355679" y="2652033"/>
            <a:ext cx="4043967" cy="184724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BA2362-85A4-6F58-06B7-5CBDA4808C20}"/>
              </a:ext>
            </a:extLst>
          </p:cNvPr>
          <p:cNvSpPr/>
          <p:nvPr/>
        </p:nvSpPr>
        <p:spPr>
          <a:xfrm>
            <a:off x="850005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C3785-2FDC-693B-8B6F-5446A4842C40}"/>
              </a:ext>
            </a:extLst>
          </p:cNvPr>
          <p:cNvSpPr/>
          <p:nvPr/>
        </p:nvSpPr>
        <p:spPr>
          <a:xfrm>
            <a:off x="850004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D7FDB4-CDA6-4F1F-1C7C-6455C93FDBD8}"/>
              </a:ext>
            </a:extLst>
          </p:cNvPr>
          <p:cNvCxnSpPr>
            <a:endCxn id="7" idx="0"/>
          </p:cNvCxnSpPr>
          <p:nvPr/>
        </p:nvCxnSpPr>
        <p:spPr>
          <a:xfrm>
            <a:off x="1175195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B002A4D-8723-F210-4A5C-5687F1BC2BE2}"/>
              </a:ext>
            </a:extLst>
          </p:cNvPr>
          <p:cNvSpPr/>
          <p:nvPr/>
        </p:nvSpPr>
        <p:spPr>
          <a:xfrm>
            <a:off x="850004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C6EB0D-C6CD-4531-C38E-AC38532CAA7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175195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DEAF56-D9E1-E39A-529F-9419760A2D6D}"/>
              </a:ext>
            </a:extLst>
          </p:cNvPr>
          <p:cNvCxnSpPr/>
          <p:nvPr/>
        </p:nvCxnSpPr>
        <p:spPr>
          <a:xfrm>
            <a:off x="1175195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6137B63-C71B-D450-7F28-8E1B1D3A0E98}"/>
              </a:ext>
            </a:extLst>
          </p:cNvPr>
          <p:cNvSpPr/>
          <p:nvPr/>
        </p:nvSpPr>
        <p:spPr>
          <a:xfrm>
            <a:off x="2865549" y="995966"/>
            <a:ext cx="650383" cy="394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Load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9541D6-C3A0-B740-CEA6-A45B3A90629C}"/>
              </a:ext>
            </a:extLst>
          </p:cNvPr>
          <p:cNvCxnSpPr>
            <a:cxnSpLocks/>
          </p:cNvCxnSpPr>
          <p:nvPr/>
        </p:nvCxnSpPr>
        <p:spPr>
          <a:xfrm>
            <a:off x="1175195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C8D7F54-1D11-2909-FA7B-C586970AAA24}"/>
              </a:ext>
            </a:extLst>
          </p:cNvPr>
          <p:cNvSpPr/>
          <p:nvPr/>
        </p:nvSpPr>
        <p:spPr>
          <a:xfrm>
            <a:off x="4881093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99336D-EE46-19A3-1DD7-25FB4BF4BD9D}"/>
              </a:ext>
            </a:extLst>
          </p:cNvPr>
          <p:cNvSpPr/>
          <p:nvPr/>
        </p:nvSpPr>
        <p:spPr>
          <a:xfrm>
            <a:off x="4881092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6C7129-E10A-19DA-AFFB-1DCFB035AEF4}"/>
              </a:ext>
            </a:extLst>
          </p:cNvPr>
          <p:cNvCxnSpPr>
            <a:endCxn id="20" idx="0"/>
          </p:cNvCxnSpPr>
          <p:nvPr/>
        </p:nvCxnSpPr>
        <p:spPr>
          <a:xfrm>
            <a:off x="5206283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CD61BEB-2EF2-36D0-46BA-5C02F1B81D0A}"/>
              </a:ext>
            </a:extLst>
          </p:cNvPr>
          <p:cNvSpPr/>
          <p:nvPr/>
        </p:nvSpPr>
        <p:spPr>
          <a:xfrm>
            <a:off x="4881092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616724-3FCA-72B7-2DE3-313E15CE9720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206283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556F66-5FA4-5FA2-05A8-93FE0AE85077}"/>
              </a:ext>
            </a:extLst>
          </p:cNvPr>
          <p:cNvCxnSpPr/>
          <p:nvPr/>
        </p:nvCxnSpPr>
        <p:spPr>
          <a:xfrm>
            <a:off x="5206283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4B210C-978D-79A0-71D0-7BA9AEE5B07E}"/>
              </a:ext>
            </a:extLst>
          </p:cNvPr>
          <p:cNvCxnSpPr>
            <a:cxnSpLocks/>
          </p:cNvCxnSpPr>
          <p:nvPr/>
        </p:nvCxnSpPr>
        <p:spPr>
          <a:xfrm>
            <a:off x="3515932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CA39CD-7721-A162-65C1-C2494209527F}"/>
              </a:ext>
            </a:extLst>
          </p:cNvPr>
          <p:cNvCxnSpPr>
            <a:cxnSpLocks/>
            <a:endCxn id="29" idx="3"/>
          </p:cNvCxnSpPr>
          <p:nvPr/>
        </p:nvCxnSpPr>
        <p:spPr>
          <a:xfrm>
            <a:off x="1187134" y="2444841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8DECD7-4A95-3F8A-38BF-3712B8C2F2B3}"/>
              </a:ext>
            </a:extLst>
          </p:cNvPr>
          <p:cNvSpPr/>
          <p:nvPr/>
        </p:nvSpPr>
        <p:spPr>
          <a:xfrm rot="5400000">
            <a:off x="2177465" y="2277416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A8CB33-C79E-C10D-E1E5-A46F14C25638}"/>
              </a:ext>
            </a:extLst>
          </p:cNvPr>
          <p:cNvCxnSpPr/>
          <p:nvPr/>
        </p:nvCxnSpPr>
        <p:spPr>
          <a:xfrm>
            <a:off x="2473679" y="2284928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0B7A328-2E23-7694-97BC-58E18E4B06B9}"/>
              </a:ext>
            </a:extLst>
          </p:cNvPr>
          <p:cNvSpPr/>
          <p:nvPr/>
        </p:nvSpPr>
        <p:spPr>
          <a:xfrm rot="16200000">
            <a:off x="3970107" y="2253805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4895DB-9779-DC8B-7B2B-AED8D5358897}"/>
              </a:ext>
            </a:extLst>
          </p:cNvPr>
          <p:cNvCxnSpPr>
            <a:cxnSpLocks/>
          </p:cNvCxnSpPr>
          <p:nvPr/>
        </p:nvCxnSpPr>
        <p:spPr>
          <a:xfrm rot="10800000">
            <a:off x="3931471" y="2261316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E62ECD-23CF-1B99-4570-5700119EBCE9}"/>
              </a:ext>
            </a:extLst>
          </p:cNvPr>
          <p:cNvCxnSpPr>
            <a:cxnSpLocks/>
          </p:cNvCxnSpPr>
          <p:nvPr/>
        </p:nvCxnSpPr>
        <p:spPr>
          <a:xfrm>
            <a:off x="4256663" y="2444840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8C6C80-BB4A-94F8-3A2B-6637B952C763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2473679" y="2444841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6B6D147-1E34-3FC8-18FD-4D24EE05A7F2}"/>
              </a:ext>
            </a:extLst>
          </p:cNvPr>
          <p:cNvCxnSpPr>
            <a:cxnSpLocks/>
          </p:cNvCxnSpPr>
          <p:nvPr/>
        </p:nvCxnSpPr>
        <p:spPr>
          <a:xfrm>
            <a:off x="3681977" y="2421230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C59E96E-E381-C528-8498-03AB8D2BC782}"/>
              </a:ext>
            </a:extLst>
          </p:cNvPr>
          <p:cNvCxnSpPr>
            <a:cxnSpLocks/>
          </p:cNvCxnSpPr>
          <p:nvPr/>
        </p:nvCxnSpPr>
        <p:spPr>
          <a:xfrm>
            <a:off x="2723173" y="2444840"/>
            <a:ext cx="2179516" cy="3550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2021D2-76C0-20F7-DEAA-6D06E78F5EA3}"/>
              </a:ext>
            </a:extLst>
          </p:cNvPr>
          <p:cNvCxnSpPr>
            <a:cxnSpLocks/>
          </p:cNvCxnSpPr>
          <p:nvPr/>
        </p:nvCxnSpPr>
        <p:spPr>
          <a:xfrm flipH="1">
            <a:off x="1490728" y="2421229"/>
            <a:ext cx="2191249" cy="3573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EEBC05E-80A1-6FCF-19E2-6A2F2E61D46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5206284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F42193A-98A6-7506-D215-DB47B6CA0B43}"/>
              </a:ext>
            </a:extLst>
          </p:cNvPr>
          <p:cNvSpPr txBox="1"/>
          <p:nvPr/>
        </p:nvSpPr>
        <p:spPr>
          <a:xfrm>
            <a:off x="2441619" y="1638597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Diodes for Return Paths </a:t>
            </a:r>
            <a:endParaRPr lang="sv-SE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748FC70-2138-03F5-9EB0-C4F4F0E6C6FC}"/>
              </a:ext>
            </a:extLst>
          </p:cNvPr>
          <p:cNvCxnSpPr>
            <a:cxnSpLocks/>
          </p:cNvCxnSpPr>
          <p:nvPr/>
        </p:nvCxnSpPr>
        <p:spPr>
          <a:xfrm>
            <a:off x="4902689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78B2B58-B427-A444-3FB5-18AFF3AD31CB}"/>
              </a:ext>
            </a:extLst>
          </p:cNvPr>
          <p:cNvCxnSpPr>
            <a:cxnSpLocks/>
          </p:cNvCxnSpPr>
          <p:nvPr/>
        </p:nvCxnSpPr>
        <p:spPr>
          <a:xfrm>
            <a:off x="1175195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43A26A4-BC77-C0D8-EA43-593C01084AB5}"/>
              </a:ext>
            </a:extLst>
          </p:cNvPr>
          <p:cNvCxnSpPr>
            <a:cxnSpLocks/>
          </p:cNvCxnSpPr>
          <p:nvPr/>
        </p:nvCxnSpPr>
        <p:spPr>
          <a:xfrm>
            <a:off x="1187134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AF4564E-96BE-AE46-AD80-7B5F46253712}"/>
              </a:ext>
            </a:extLst>
          </p:cNvPr>
          <p:cNvSpPr/>
          <p:nvPr/>
        </p:nvSpPr>
        <p:spPr>
          <a:xfrm>
            <a:off x="525543" y="914399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7F75C88-C7E4-F01E-38F9-975EFC3559C1}"/>
              </a:ext>
            </a:extLst>
          </p:cNvPr>
          <p:cNvSpPr/>
          <p:nvPr/>
        </p:nvSpPr>
        <p:spPr>
          <a:xfrm>
            <a:off x="4546980" y="995966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B34951-0584-14AB-4FFA-ACB3F83FA2C6}"/>
              </a:ext>
            </a:extLst>
          </p:cNvPr>
          <p:cNvSpPr txBox="1"/>
          <p:nvPr/>
        </p:nvSpPr>
        <p:spPr>
          <a:xfrm>
            <a:off x="324841" y="282531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Positive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1895F2-371F-BF26-0531-636779ACD244}"/>
              </a:ext>
            </a:extLst>
          </p:cNvPr>
          <p:cNvSpPr txBox="1"/>
          <p:nvPr/>
        </p:nvSpPr>
        <p:spPr>
          <a:xfrm>
            <a:off x="4361106" y="349634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Negative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9DB61A-529B-A828-542B-B6D0E6D8D069}"/>
              </a:ext>
            </a:extLst>
          </p:cNvPr>
          <p:cNvSpPr/>
          <p:nvPr/>
        </p:nvSpPr>
        <p:spPr>
          <a:xfrm>
            <a:off x="6327686" y="3315975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6EB7299-BFB4-CF41-0AE0-4BCDC676466E}"/>
              </a:ext>
            </a:extLst>
          </p:cNvPr>
          <p:cNvSpPr txBox="1"/>
          <p:nvPr/>
        </p:nvSpPr>
        <p:spPr>
          <a:xfrm>
            <a:off x="7047324" y="3539875"/>
            <a:ext cx="37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  <a:endParaRPr lang="sv-SE" dirty="0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635A73F4-47A5-DA9F-0353-B64B5F4CB0AC}"/>
              </a:ext>
            </a:extLst>
          </p:cNvPr>
          <p:cNvSpPr/>
          <p:nvPr/>
        </p:nvSpPr>
        <p:spPr>
          <a:xfrm>
            <a:off x="10490843" y="3497824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8D08E53-03A1-EA83-9E6B-98567C244DB2}"/>
              </a:ext>
            </a:extLst>
          </p:cNvPr>
          <p:cNvCxnSpPr>
            <a:cxnSpLocks/>
          </p:cNvCxnSpPr>
          <p:nvPr/>
        </p:nvCxnSpPr>
        <p:spPr>
          <a:xfrm rot="16200000">
            <a:off x="10619631" y="3353397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6CB2EF2-2054-C149-79D0-1E1C1885B046}"/>
              </a:ext>
            </a:extLst>
          </p:cNvPr>
          <p:cNvCxnSpPr>
            <a:cxnSpLocks/>
          </p:cNvCxnSpPr>
          <p:nvPr/>
        </p:nvCxnSpPr>
        <p:spPr>
          <a:xfrm>
            <a:off x="10619632" y="3114517"/>
            <a:ext cx="0" cy="4565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3D7BC51-BD46-31D8-EE1B-BBC00BB62057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10619632" y="3832674"/>
            <a:ext cx="0" cy="370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E82DBF1C-F548-F312-0D97-A4C6DEFAC189}"/>
              </a:ext>
            </a:extLst>
          </p:cNvPr>
          <p:cNvSpPr/>
          <p:nvPr/>
        </p:nvSpPr>
        <p:spPr>
          <a:xfrm rot="10800000">
            <a:off x="9088962" y="3497430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F53A3ED-05CB-8642-BF99-724E72CD5863}"/>
              </a:ext>
            </a:extLst>
          </p:cNvPr>
          <p:cNvCxnSpPr>
            <a:cxnSpLocks/>
          </p:cNvCxnSpPr>
          <p:nvPr/>
        </p:nvCxnSpPr>
        <p:spPr>
          <a:xfrm rot="16200000">
            <a:off x="9217750" y="365502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123C845-DBA0-9DC9-9E07-BE6148353E22}"/>
              </a:ext>
            </a:extLst>
          </p:cNvPr>
          <p:cNvCxnSpPr>
            <a:cxnSpLocks/>
          </p:cNvCxnSpPr>
          <p:nvPr/>
        </p:nvCxnSpPr>
        <p:spPr>
          <a:xfrm flipH="1">
            <a:off x="9217751" y="3133353"/>
            <a:ext cx="6942" cy="352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0836F1E-46AA-9443-9BA5-527A4A0FA6A4}"/>
              </a:ext>
            </a:extLst>
          </p:cNvPr>
          <p:cNvCxnSpPr>
            <a:cxnSpLocks/>
          </p:cNvCxnSpPr>
          <p:nvPr/>
        </p:nvCxnSpPr>
        <p:spPr>
          <a:xfrm>
            <a:off x="9217751" y="3826449"/>
            <a:ext cx="0" cy="348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850458EA-A8C1-415D-C5EB-ABEDCE478DA2}"/>
              </a:ext>
            </a:extLst>
          </p:cNvPr>
          <p:cNvSpPr/>
          <p:nvPr/>
        </p:nvSpPr>
        <p:spPr>
          <a:xfrm>
            <a:off x="8423309" y="3452235"/>
            <a:ext cx="405122" cy="41024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DB6E101-1539-2AAD-AB08-9EBB342516D7}"/>
              </a:ext>
            </a:extLst>
          </p:cNvPr>
          <p:cNvCxnSpPr>
            <a:cxnSpLocks/>
          </p:cNvCxnSpPr>
          <p:nvPr/>
        </p:nvCxnSpPr>
        <p:spPr>
          <a:xfrm flipV="1">
            <a:off x="8621585" y="3524259"/>
            <a:ext cx="0" cy="302190"/>
          </a:xfrm>
          <a:prstGeom prst="straightConnector1">
            <a:avLst/>
          </a:prstGeom>
          <a:ln w="25400"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62164F9-E889-9452-6850-81EAE45FEF8D}"/>
              </a:ext>
            </a:extLst>
          </p:cNvPr>
          <p:cNvCxnSpPr>
            <a:cxnSpLocks/>
          </p:cNvCxnSpPr>
          <p:nvPr/>
        </p:nvCxnSpPr>
        <p:spPr>
          <a:xfrm>
            <a:off x="7766906" y="3143782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C477E73-83DB-940E-52FF-887A7E03DF89}"/>
              </a:ext>
            </a:extLst>
          </p:cNvPr>
          <p:cNvCxnSpPr>
            <a:cxnSpLocks/>
          </p:cNvCxnSpPr>
          <p:nvPr/>
        </p:nvCxnSpPr>
        <p:spPr>
          <a:xfrm>
            <a:off x="7699336" y="3228303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2295884-43B8-BFFD-3CE0-4ED6FB8371CD}"/>
              </a:ext>
            </a:extLst>
          </p:cNvPr>
          <p:cNvCxnSpPr>
            <a:cxnSpLocks/>
          </p:cNvCxnSpPr>
          <p:nvPr/>
        </p:nvCxnSpPr>
        <p:spPr>
          <a:xfrm>
            <a:off x="7623529" y="3298424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F4566B9-9574-52B5-56CB-37F64BD68A66}"/>
              </a:ext>
            </a:extLst>
          </p:cNvPr>
          <p:cNvCxnSpPr>
            <a:cxnSpLocks/>
          </p:cNvCxnSpPr>
          <p:nvPr/>
        </p:nvCxnSpPr>
        <p:spPr>
          <a:xfrm>
            <a:off x="7555959" y="3382945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4974666-FDE5-58A3-762F-E1AF12605B2D}"/>
              </a:ext>
            </a:extLst>
          </p:cNvPr>
          <p:cNvCxnSpPr>
            <a:cxnSpLocks/>
          </p:cNvCxnSpPr>
          <p:nvPr/>
        </p:nvCxnSpPr>
        <p:spPr>
          <a:xfrm>
            <a:off x="8621585" y="3132411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0A0840F-3977-8863-1489-866A014C8527}"/>
              </a:ext>
            </a:extLst>
          </p:cNvPr>
          <p:cNvCxnSpPr>
            <a:cxnSpLocks/>
          </p:cNvCxnSpPr>
          <p:nvPr/>
        </p:nvCxnSpPr>
        <p:spPr>
          <a:xfrm>
            <a:off x="8618927" y="3855247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D2BD1A2-9236-32F7-45C2-AB981CA83ECC}"/>
              </a:ext>
            </a:extLst>
          </p:cNvPr>
          <p:cNvCxnSpPr>
            <a:cxnSpLocks/>
          </p:cNvCxnSpPr>
          <p:nvPr/>
        </p:nvCxnSpPr>
        <p:spPr>
          <a:xfrm>
            <a:off x="8618927" y="4179433"/>
            <a:ext cx="2001276" cy="13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DF6B376-C37A-54C9-EC14-E6658E9D04D4}"/>
              </a:ext>
            </a:extLst>
          </p:cNvPr>
          <p:cNvCxnSpPr>
            <a:cxnSpLocks/>
          </p:cNvCxnSpPr>
          <p:nvPr/>
        </p:nvCxnSpPr>
        <p:spPr>
          <a:xfrm>
            <a:off x="8625870" y="3127792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2206FBB-A14A-C379-34AE-FB6EB1F87AA0}"/>
              </a:ext>
            </a:extLst>
          </p:cNvPr>
          <p:cNvCxnSpPr>
            <a:cxnSpLocks/>
          </p:cNvCxnSpPr>
          <p:nvPr/>
        </p:nvCxnSpPr>
        <p:spPr>
          <a:xfrm flipH="1">
            <a:off x="9687140" y="3133353"/>
            <a:ext cx="274299" cy="3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9707B18-B1BF-3788-C1F2-81094785978F}"/>
              </a:ext>
            </a:extLst>
          </p:cNvPr>
          <p:cNvCxnSpPr>
            <a:cxnSpLocks/>
          </p:cNvCxnSpPr>
          <p:nvPr/>
        </p:nvCxnSpPr>
        <p:spPr>
          <a:xfrm flipV="1">
            <a:off x="9961439" y="2937336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F9170F1-9140-180D-39D0-301287BB44C8}"/>
              </a:ext>
            </a:extLst>
          </p:cNvPr>
          <p:cNvCxnSpPr>
            <a:cxnSpLocks/>
          </p:cNvCxnSpPr>
          <p:nvPr/>
        </p:nvCxnSpPr>
        <p:spPr>
          <a:xfrm flipH="1" flipV="1">
            <a:off x="9961439" y="2937336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D77DD7C-D775-F07E-2231-9D64D72B4962}"/>
              </a:ext>
            </a:extLst>
          </p:cNvPr>
          <p:cNvCxnSpPr>
            <a:cxnSpLocks/>
          </p:cNvCxnSpPr>
          <p:nvPr/>
        </p:nvCxnSpPr>
        <p:spPr>
          <a:xfrm flipV="1">
            <a:off x="10065505" y="2943615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578B8FB-2FEF-6985-3FBC-F898F8954718}"/>
              </a:ext>
            </a:extLst>
          </p:cNvPr>
          <p:cNvCxnSpPr>
            <a:cxnSpLocks/>
          </p:cNvCxnSpPr>
          <p:nvPr/>
        </p:nvCxnSpPr>
        <p:spPr>
          <a:xfrm flipH="1" flipV="1">
            <a:off x="10065505" y="2943615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226F28F-6CBF-F5ED-3344-F887F6B93550}"/>
              </a:ext>
            </a:extLst>
          </p:cNvPr>
          <p:cNvCxnSpPr>
            <a:cxnSpLocks/>
          </p:cNvCxnSpPr>
          <p:nvPr/>
        </p:nvCxnSpPr>
        <p:spPr>
          <a:xfrm flipV="1">
            <a:off x="10169570" y="2931057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A226523-3AF4-7A05-780E-366025445F41}"/>
              </a:ext>
            </a:extLst>
          </p:cNvPr>
          <p:cNvCxnSpPr>
            <a:cxnSpLocks/>
          </p:cNvCxnSpPr>
          <p:nvPr/>
        </p:nvCxnSpPr>
        <p:spPr>
          <a:xfrm flipH="1" flipV="1">
            <a:off x="10169570" y="2931057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F719435-B0F5-C793-7F0A-22946BF3A9BB}"/>
              </a:ext>
            </a:extLst>
          </p:cNvPr>
          <p:cNvCxnSpPr>
            <a:cxnSpLocks/>
          </p:cNvCxnSpPr>
          <p:nvPr/>
        </p:nvCxnSpPr>
        <p:spPr>
          <a:xfrm flipV="1">
            <a:off x="10273636" y="2937336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9648114-BC93-4226-0BD3-B1486B97135A}"/>
              </a:ext>
            </a:extLst>
          </p:cNvPr>
          <p:cNvCxnSpPr>
            <a:cxnSpLocks/>
          </p:cNvCxnSpPr>
          <p:nvPr/>
        </p:nvCxnSpPr>
        <p:spPr>
          <a:xfrm flipH="1" flipV="1">
            <a:off x="10273636" y="2937336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AFB9E34-7A5D-9DB9-263C-A2FC15552F93}"/>
              </a:ext>
            </a:extLst>
          </p:cNvPr>
          <p:cNvCxnSpPr>
            <a:cxnSpLocks/>
          </p:cNvCxnSpPr>
          <p:nvPr/>
        </p:nvCxnSpPr>
        <p:spPr>
          <a:xfrm rot="5400000" flipV="1">
            <a:off x="9787533" y="3398852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CDE5F93-B16D-7A36-97D5-AD4D4473BF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42348" y="3457733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C8FF767-C356-7E7B-A7D9-4DE176C79FD3}"/>
              </a:ext>
            </a:extLst>
          </p:cNvPr>
          <p:cNvCxnSpPr>
            <a:cxnSpLocks/>
          </p:cNvCxnSpPr>
          <p:nvPr/>
        </p:nvCxnSpPr>
        <p:spPr>
          <a:xfrm rot="5400000" flipV="1">
            <a:off x="9781254" y="3502918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4900408-301C-6EBC-2586-7FC4CC755E6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36069" y="3561799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01CA61F-8335-6CDF-03D0-AB9741B28D2C}"/>
              </a:ext>
            </a:extLst>
          </p:cNvPr>
          <p:cNvCxnSpPr>
            <a:cxnSpLocks/>
          </p:cNvCxnSpPr>
          <p:nvPr/>
        </p:nvCxnSpPr>
        <p:spPr>
          <a:xfrm rot="5400000" flipV="1">
            <a:off x="9793812" y="3606983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BD6F919-8EF1-D4AA-C28F-29CC15B647E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48627" y="3665864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CF1A9BD-78CF-8402-A385-7E221E0BF5BE}"/>
              </a:ext>
            </a:extLst>
          </p:cNvPr>
          <p:cNvCxnSpPr>
            <a:cxnSpLocks/>
          </p:cNvCxnSpPr>
          <p:nvPr/>
        </p:nvCxnSpPr>
        <p:spPr>
          <a:xfrm rot="5400000" flipV="1">
            <a:off x="9787533" y="3711049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6BDA9F4-3B9B-96A2-B1AD-C335A68E9ED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42348" y="3769930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7039A2A-681D-1C6F-E4ED-524A651BBD15}"/>
              </a:ext>
            </a:extLst>
          </p:cNvPr>
          <p:cNvCxnSpPr>
            <a:cxnSpLocks/>
          </p:cNvCxnSpPr>
          <p:nvPr/>
        </p:nvCxnSpPr>
        <p:spPr>
          <a:xfrm flipH="1">
            <a:off x="10372171" y="3114517"/>
            <a:ext cx="2474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0A7ACF1-E2D4-9451-A39D-9853A59A616B}"/>
              </a:ext>
            </a:extLst>
          </p:cNvPr>
          <p:cNvCxnSpPr>
            <a:cxnSpLocks/>
          </p:cNvCxnSpPr>
          <p:nvPr/>
        </p:nvCxnSpPr>
        <p:spPr>
          <a:xfrm flipH="1">
            <a:off x="9692206" y="3133353"/>
            <a:ext cx="6942" cy="352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4EA4CC3-541D-9DDF-D9B1-2605DCBBAADD}"/>
              </a:ext>
            </a:extLst>
          </p:cNvPr>
          <p:cNvCxnSpPr>
            <a:cxnSpLocks/>
          </p:cNvCxnSpPr>
          <p:nvPr/>
        </p:nvCxnSpPr>
        <p:spPr>
          <a:xfrm>
            <a:off x="9708930" y="3909207"/>
            <a:ext cx="0" cy="29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B31CB86C-F21B-C4FB-7563-210D00235894}"/>
              </a:ext>
            </a:extLst>
          </p:cNvPr>
          <p:cNvSpPr txBox="1"/>
          <p:nvPr/>
        </p:nvSpPr>
        <p:spPr>
          <a:xfrm>
            <a:off x="8008781" y="3460413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sz="1400" dirty="0" err="1"/>
              <a:t>ph</a:t>
            </a:r>
            <a:endParaRPr lang="sv-SE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92A5177-6B86-41E6-0B0C-572C54EA961D}"/>
              </a:ext>
            </a:extLst>
          </p:cNvPr>
          <p:cNvSpPr txBox="1"/>
          <p:nvPr/>
        </p:nvSpPr>
        <p:spPr>
          <a:xfrm>
            <a:off x="9307362" y="3468863"/>
            <a:ext cx="33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sv-SE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0B06212-76C7-182D-3211-710B75D9A793}"/>
              </a:ext>
            </a:extLst>
          </p:cNvPr>
          <p:cNvSpPr txBox="1"/>
          <p:nvPr/>
        </p:nvSpPr>
        <p:spPr>
          <a:xfrm>
            <a:off x="9868684" y="3492328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sz="1400" dirty="0"/>
              <a:t>p</a:t>
            </a:r>
            <a:endParaRPr lang="sv-SE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EB63A55-4829-D1D5-094B-B64C8977FD37}"/>
              </a:ext>
            </a:extLst>
          </p:cNvPr>
          <p:cNvSpPr txBox="1"/>
          <p:nvPr/>
        </p:nvSpPr>
        <p:spPr>
          <a:xfrm>
            <a:off x="9947407" y="2558338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sz="1400" dirty="0"/>
              <a:t>s</a:t>
            </a:r>
            <a:endParaRPr lang="sv-SE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DC6896A-FFDE-0DE3-5489-B06808FB10F0}"/>
              </a:ext>
            </a:extLst>
          </p:cNvPr>
          <p:cNvSpPr txBox="1"/>
          <p:nvPr/>
        </p:nvSpPr>
        <p:spPr>
          <a:xfrm>
            <a:off x="10197256" y="4153560"/>
            <a:ext cx="93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</a:t>
            </a:r>
            <a:r>
              <a:rPr lang="en-US" sz="1400" dirty="0" err="1"/>
              <a:t>bypass</a:t>
            </a:r>
            <a:endParaRPr lang="sv-SE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EA066EA-B132-CCD4-6143-DC7E0E82AD0D}"/>
              </a:ext>
            </a:extLst>
          </p:cNvPr>
          <p:cNvSpPr txBox="1"/>
          <p:nvPr/>
        </p:nvSpPr>
        <p:spPr>
          <a:xfrm>
            <a:off x="7315888" y="2774450"/>
            <a:ext cx="74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Laser</a:t>
            </a:r>
            <a:endParaRPr lang="sv-SE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5EC0262-C9D2-D70A-8C4E-F53E8390B909}"/>
              </a:ext>
            </a:extLst>
          </p:cNvPr>
          <p:cNvCxnSpPr>
            <a:cxnSpLocks/>
          </p:cNvCxnSpPr>
          <p:nvPr/>
        </p:nvCxnSpPr>
        <p:spPr>
          <a:xfrm>
            <a:off x="10613927" y="3118731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18AF41C0-180E-1539-E42B-E06434CC2B47}"/>
              </a:ext>
            </a:extLst>
          </p:cNvPr>
          <p:cNvCxnSpPr>
            <a:cxnSpLocks/>
          </p:cNvCxnSpPr>
          <p:nvPr/>
        </p:nvCxnSpPr>
        <p:spPr>
          <a:xfrm>
            <a:off x="10613927" y="4191955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108B40E-CD07-92D6-D2D4-B96D53CB0F20}"/>
              </a:ext>
            </a:extLst>
          </p:cNvPr>
          <p:cNvCxnSpPr>
            <a:cxnSpLocks/>
          </p:cNvCxnSpPr>
          <p:nvPr/>
        </p:nvCxnSpPr>
        <p:spPr>
          <a:xfrm>
            <a:off x="6652877" y="3010439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3D1C945C-B060-CCA0-BA22-C44DC416ED7E}"/>
              </a:ext>
            </a:extLst>
          </p:cNvPr>
          <p:cNvCxnSpPr>
            <a:cxnSpLocks/>
          </p:cNvCxnSpPr>
          <p:nvPr/>
        </p:nvCxnSpPr>
        <p:spPr>
          <a:xfrm>
            <a:off x="6657183" y="4074279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762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2D372-7ABC-8097-2234-71111637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>
            <a:extLst>
              <a:ext uri="{FF2B5EF4-FFF2-40B4-BE49-F238E27FC236}">
                <a16:creationId xmlns:a16="http://schemas.microsoft.com/office/drawing/2014/main" id="{A16B08C5-0DCD-150B-CE93-802BBB0F292C}"/>
              </a:ext>
            </a:extLst>
          </p:cNvPr>
          <p:cNvSpPr/>
          <p:nvPr/>
        </p:nvSpPr>
        <p:spPr>
          <a:xfrm>
            <a:off x="8006062" y="974655"/>
            <a:ext cx="4043967" cy="184724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524607-715C-D90D-7A06-DF18B0EEF4A1}"/>
              </a:ext>
            </a:extLst>
          </p:cNvPr>
          <p:cNvSpPr/>
          <p:nvPr/>
        </p:nvSpPr>
        <p:spPr>
          <a:xfrm>
            <a:off x="850005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293EE-0743-3B17-F263-4B8DF5B82D07}"/>
              </a:ext>
            </a:extLst>
          </p:cNvPr>
          <p:cNvSpPr/>
          <p:nvPr/>
        </p:nvSpPr>
        <p:spPr>
          <a:xfrm>
            <a:off x="850004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6FEC49-76D9-EEDC-8333-768E89B50355}"/>
              </a:ext>
            </a:extLst>
          </p:cNvPr>
          <p:cNvCxnSpPr>
            <a:endCxn id="7" idx="0"/>
          </p:cNvCxnSpPr>
          <p:nvPr/>
        </p:nvCxnSpPr>
        <p:spPr>
          <a:xfrm>
            <a:off x="1175195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9689BF8-E9D8-DC2D-526F-FD462B7E7D8D}"/>
              </a:ext>
            </a:extLst>
          </p:cNvPr>
          <p:cNvSpPr/>
          <p:nvPr/>
        </p:nvSpPr>
        <p:spPr>
          <a:xfrm>
            <a:off x="850004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B74E4F-A1A8-B570-F6C9-15905502F71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175195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BD75F8-3E57-BC4E-7055-E013F99883B4}"/>
              </a:ext>
            </a:extLst>
          </p:cNvPr>
          <p:cNvCxnSpPr/>
          <p:nvPr/>
        </p:nvCxnSpPr>
        <p:spPr>
          <a:xfrm>
            <a:off x="1175195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06EE6FF-0B8E-1205-3AA2-E4DAD1FE6D12}"/>
              </a:ext>
            </a:extLst>
          </p:cNvPr>
          <p:cNvSpPr/>
          <p:nvPr/>
        </p:nvSpPr>
        <p:spPr>
          <a:xfrm>
            <a:off x="2865549" y="995966"/>
            <a:ext cx="650383" cy="394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Load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3976E7-5A39-27D5-0D31-7ECF9A4E30DC}"/>
              </a:ext>
            </a:extLst>
          </p:cNvPr>
          <p:cNvCxnSpPr>
            <a:cxnSpLocks/>
          </p:cNvCxnSpPr>
          <p:nvPr/>
        </p:nvCxnSpPr>
        <p:spPr>
          <a:xfrm>
            <a:off x="1175195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5C0175B-2036-A83B-5DD1-D108330B6B01}"/>
              </a:ext>
            </a:extLst>
          </p:cNvPr>
          <p:cNvSpPr/>
          <p:nvPr/>
        </p:nvSpPr>
        <p:spPr>
          <a:xfrm>
            <a:off x="4881093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918025-E43C-D0B6-3920-F98E733FA570}"/>
              </a:ext>
            </a:extLst>
          </p:cNvPr>
          <p:cNvSpPr/>
          <p:nvPr/>
        </p:nvSpPr>
        <p:spPr>
          <a:xfrm>
            <a:off x="4881092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723888-5A32-B8DC-2056-6A20D487B3D4}"/>
              </a:ext>
            </a:extLst>
          </p:cNvPr>
          <p:cNvCxnSpPr>
            <a:endCxn id="20" idx="0"/>
          </p:cNvCxnSpPr>
          <p:nvPr/>
        </p:nvCxnSpPr>
        <p:spPr>
          <a:xfrm>
            <a:off x="5206283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4939A29-08F3-7BA3-A45A-1DC02416DFD3}"/>
              </a:ext>
            </a:extLst>
          </p:cNvPr>
          <p:cNvSpPr/>
          <p:nvPr/>
        </p:nvSpPr>
        <p:spPr>
          <a:xfrm>
            <a:off x="4881092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835565-0A84-CB4E-FED6-1F3445D62D0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206283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BBE5CE-854A-16E8-B709-91F61EE3BBB6}"/>
              </a:ext>
            </a:extLst>
          </p:cNvPr>
          <p:cNvCxnSpPr/>
          <p:nvPr/>
        </p:nvCxnSpPr>
        <p:spPr>
          <a:xfrm>
            <a:off x="5206283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F247C43-BDCA-F331-3B8C-90C3B678A06B}"/>
              </a:ext>
            </a:extLst>
          </p:cNvPr>
          <p:cNvCxnSpPr>
            <a:cxnSpLocks/>
          </p:cNvCxnSpPr>
          <p:nvPr/>
        </p:nvCxnSpPr>
        <p:spPr>
          <a:xfrm>
            <a:off x="3515932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70F3527-ED44-3547-D75F-91D365FBE933}"/>
              </a:ext>
            </a:extLst>
          </p:cNvPr>
          <p:cNvCxnSpPr>
            <a:cxnSpLocks/>
            <a:endCxn id="29" idx="3"/>
          </p:cNvCxnSpPr>
          <p:nvPr/>
        </p:nvCxnSpPr>
        <p:spPr>
          <a:xfrm>
            <a:off x="1187134" y="2444841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8BAEEFDA-58D7-A1E5-66B0-4C4E152EB5D0}"/>
              </a:ext>
            </a:extLst>
          </p:cNvPr>
          <p:cNvSpPr/>
          <p:nvPr/>
        </p:nvSpPr>
        <p:spPr>
          <a:xfrm rot="5400000">
            <a:off x="2177465" y="2277416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6A14A9-C6CE-DD54-A89D-15FDE589FCF8}"/>
              </a:ext>
            </a:extLst>
          </p:cNvPr>
          <p:cNvCxnSpPr/>
          <p:nvPr/>
        </p:nvCxnSpPr>
        <p:spPr>
          <a:xfrm>
            <a:off x="2473679" y="2284928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8437827-94B7-3B96-C751-CABFCDC24E79}"/>
              </a:ext>
            </a:extLst>
          </p:cNvPr>
          <p:cNvSpPr/>
          <p:nvPr/>
        </p:nvSpPr>
        <p:spPr>
          <a:xfrm rot="16200000">
            <a:off x="3970107" y="2253805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1546A0-3330-9F80-7E91-5C8FBBA6E2FA}"/>
              </a:ext>
            </a:extLst>
          </p:cNvPr>
          <p:cNvCxnSpPr>
            <a:cxnSpLocks/>
          </p:cNvCxnSpPr>
          <p:nvPr/>
        </p:nvCxnSpPr>
        <p:spPr>
          <a:xfrm rot="10800000">
            <a:off x="3931471" y="2261316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F23D4C1-D014-0FFB-CE62-EAF08FE2E66D}"/>
              </a:ext>
            </a:extLst>
          </p:cNvPr>
          <p:cNvCxnSpPr>
            <a:cxnSpLocks/>
          </p:cNvCxnSpPr>
          <p:nvPr/>
        </p:nvCxnSpPr>
        <p:spPr>
          <a:xfrm>
            <a:off x="4256663" y="2444840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E12CDD-BAD9-DEB5-632E-599A007A795F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2473679" y="2444841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B4FCB9-90A2-6C72-2B1E-4F1758887FE6}"/>
              </a:ext>
            </a:extLst>
          </p:cNvPr>
          <p:cNvCxnSpPr>
            <a:cxnSpLocks/>
          </p:cNvCxnSpPr>
          <p:nvPr/>
        </p:nvCxnSpPr>
        <p:spPr>
          <a:xfrm>
            <a:off x="3681977" y="2421230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17ACB21-BE9D-91F8-1751-FEBD3DD9CBEA}"/>
              </a:ext>
            </a:extLst>
          </p:cNvPr>
          <p:cNvCxnSpPr>
            <a:cxnSpLocks/>
          </p:cNvCxnSpPr>
          <p:nvPr/>
        </p:nvCxnSpPr>
        <p:spPr>
          <a:xfrm>
            <a:off x="2723173" y="2444840"/>
            <a:ext cx="2179516" cy="3550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3304A0-657E-4A2F-980C-84C591FEBD40}"/>
              </a:ext>
            </a:extLst>
          </p:cNvPr>
          <p:cNvCxnSpPr>
            <a:cxnSpLocks/>
          </p:cNvCxnSpPr>
          <p:nvPr/>
        </p:nvCxnSpPr>
        <p:spPr>
          <a:xfrm flipH="1">
            <a:off x="1490728" y="2421229"/>
            <a:ext cx="2191249" cy="3573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FE63A0-FAA8-DC92-250C-7B1C0033C467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5206284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5FC99AD-3245-25B6-4FD5-C31AF4A84489}"/>
              </a:ext>
            </a:extLst>
          </p:cNvPr>
          <p:cNvSpPr txBox="1"/>
          <p:nvPr/>
        </p:nvSpPr>
        <p:spPr>
          <a:xfrm>
            <a:off x="2441619" y="1638597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Diodes for Return Paths </a:t>
            </a:r>
            <a:endParaRPr lang="sv-SE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ED7422-EF61-FC85-9695-3AA66CB5366A}"/>
              </a:ext>
            </a:extLst>
          </p:cNvPr>
          <p:cNvCxnSpPr>
            <a:cxnSpLocks/>
          </p:cNvCxnSpPr>
          <p:nvPr/>
        </p:nvCxnSpPr>
        <p:spPr>
          <a:xfrm>
            <a:off x="4902689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648ECDA-9D9A-648B-4E9C-F904601E3E42}"/>
              </a:ext>
            </a:extLst>
          </p:cNvPr>
          <p:cNvCxnSpPr>
            <a:cxnSpLocks/>
          </p:cNvCxnSpPr>
          <p:nvPr/>
        </p:nvCxnSpPr>
        <p:spPr>
          <a:xfrm>
            <a:off x="1175195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00BD9E1-9F0C-10CA-CB42-4FF548E85727}"/>
              </a:ext>
            </a:extLst>
          </p:cNvPr>
          <p:cNvCxnSpPr>
            <a:cxnSpLocks/>
          </p:cNvCxnSpPr>
          <p:nvPr/>
        </p:nvCxnSpPr>
        <p:spPr>
          <a:xfrm>
            <a:off x="1187134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D33F4F8-D561-0BA8-0182-44437C9D8E1F}"/>
              </a:ext>
            </a:extLst>
          </p:cNvPr>
          <p:cNvSpPr/>
          <p:nvPr/>
        </p:nvSpPr>
        <p:spPr>
          <a:xfrm>
            <a:off x="525543" y="914399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6574BFB-8057-15C2-6EDE-C422D53D8C21}"/>
              </a:ext>
            </a:extLst>
          </p:cNvPr>
          <p:cNvSpPr/>
          <p:nvPr/>
        </p:nvSpPr>
        <p:spPr>
          <a:xfrm>
            <a:off x="4546980" y="995966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AA545F-C161-7703-0F58-67D1C8CFAC78}"/>
              </a:ext>
            </a:extLst>
          </p:cNvPr>
          <p:cNvSpPr txBox="1"/>
          <p:nvPr/>
        </p:nvSpPr>
        <p:spPr>
          <a:xfrm>
            <a:off x="324841" y="282531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Positive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54482E-5A48-C40C-5B09-6520C6B52D0A}"/>
              </a:ext>
            </a:extLst>
          </p:cNvPr>
          <p:cNvSpPr txBox="1"/>
          <p:nvPr/>
        </p:nvSpPr>
        <p:spPr>
          <a:xfrm>
            <a:off x="4361106" y="349634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Negative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8634ADE-AECC-E346-FD70-85E6F6EE568A}"/>
              </a:ext>
            </a:extLst>
          </p:cNvPr>
          <p:cNvSpPr/>
          <p:nvPr/>
        </p:nvSpPr>
        <p:spPr>
          <a:xfrm>
            <a:off x="6978069" y="1638597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2C819E-81CB-CCB3-63B8-F42D758A2B9E}"/>
              </a:ext>
            </a:extLst>
          </p:cNvPr>
          <p:cNvSpPr txBox="1"/>
          <p:nvPr/>
        </p:nvSpPr>
        <p:spPr>
          <a:xfrm>
            <a:off x="7697707" y="1862497"/>
            <a:ext cx="37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  <a:endParaRPr lang="sv-SE" dirty="0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4E1A27B3-90A3-0507-E625-3F45D585FDDD}"/>
              </a:ext>
            </a:extLst>
          </p:cNvPr>
          <p:cNvSpPr/>
          <p:nvPr/>
        </p:nvSpPr>
        <p:spPr>
          <a:xfrm>
            <a:off x="11141226" y="1820446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D6008E5-FCCB-267E-C4FC-BDD316BDD5FF}"/>
              </a:ext>
            </a:extLst>
          </p:cNvPr>
          <p:cNvCxnSpPr>
            <a:cxnSpLocks/>
          </p:cNvCxnSpPr>
          <p:nvPr/>
        </p:nvCxnSpPr>
        <p:spPr>
          <a:xfrm rot="16200000">
            <a:off x="11270014" y="1676019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59A30F5-91F1-E49D-9F84-9199DBDD1E32}"/>
              </a:ext>
            </a:extLst>
          </p:cNvPr>
          <p:cNvCxnSpPr>
            <a:cxnSpLocks/>
          </p:cNvCxnSpPr>
          <p:nvPr/>
        </p:nvCxnSpPr>
        <p:spPr>
          <a:xfrm>
            <a:off x="11270015" y="1437139"/>
            <a:ext cx="0" cy="4565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C3686B1-23BF-D28B-9A0F-C3D092149B12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11270015" y="2155296"/>
            <a:ext cx="0" cy="370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B2928FAB-05DE-DD27-67D5-ACC1EED16E9A}"/>
              </a:ext>
            </a:extLst>
          </p:cNvPr>
          <p:cNvSpPr/>
          <p:nvPr/>
        </p:nvSpPr>
        <p:spPr>
          <a:xfrm rot="10800000">
            <a:off x="9739345" y="1820052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639BE7E-75F3-3D8E-BDD1-2A7E03F6B38C}"/>
              </a:ext>
            </a:extLst>
          </p:cNvPr>
          <p:cNvCxnSpPr>
            <a:cxnSpLocks/>
          </p:cNvCxnSpPr>
          <p:nvPr/>
        </p:nvCxnSpPr>
        <p:spPr>
          <a:xfrm rot="16200000">
            <a:off x="9868133" y="1977643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ACAD0E0-8EB3-F12D-649D-258A5584391A}"/>
              </a:ext>
            </a:extLst>
          </p:cNvPr>
          <p:cNvCxnSpPr>
            <a:cxnSpLocks/>
          </p:cNvCxnSpPr>
          <p:nvPr/>
        </p:nvCxnSpPr>
        <p:spPr>
          <a:xfrm flipH="1">
            <a:off x="9868134" y="1455975"/>
            <a:ext cx="6942" cy="352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12A508A-429B-F320-CD01-CEF7E43809A9}"/>
              </a:ext>
            </a:extLst>
          </p:cNvPr>
          <p:cNvCxnSpPr>
            <a:cxnSpLocks/>
          </p:cNvCxnSpPr>
          <p:nvPr/>
        </p:nvCxnSpPr>
        <p:spPr>
          <a:xfrm>
            <a:off x="9868134" y="2149071"/>
            <a:ext cx="0" cy="348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D89B9EDD-9DCA-4F50-6766-7F80375CD572}"/>
              </a:ext>
            </a:extLst>
          </p:cNvPr>
          <p:cNvSpPr/>
          <p:nvPr/>
        </p:nvSpPr>
        <p:spPr>
          <a:xfrm>
            <a:off x="9073692" y="1774857"/>
            <a:ext cx="405122" cy="41024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53AE5B-7D10-C53E-AC25-22F02EF27154}"/>
              </a:ext>
            </a:extLst>
          </p:cNvPr>
          <p:cNvCxnSpPr>
            <a:cxnSpLocks/>
          </p:cNvCxnSpPr>
          <p:nvPr/>
        </p:nvCxnSpPr>
        <p:spPr>
          <a:xfrm flipV="1">
            <a:off x="9271968" y="1846881"/>
            <a:ext cx="0" cy="302190"/>
          </a:xfrm>
          <a:prstGeom prst="straightConnector1">
            <a:avLst/>
          </a:prstGeom>
          <a:ln w="25400"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42984DA-F3F7-5666-CABF-B437CD7D4499}"/>
              </a:ext>
            </a:extLst>
          </p:cNvPr>
          <p:cNvCxnSpPr>
            <a:cxnSpLocks/>
          </p:cNvCxnSpPr>
          <p:nvPr/>
        </p:nvCxnSpPr>
        <p:spPr>
          <a:xfrm>
            <a:off x="8417289" y="1466404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D95B707-4312-3FEC-ADA9-0F6EA37220B4}"/>
              </a:ext>
            </a:extLst>
          </p:cNvPr>
          <p:cNvCxnSpPr>
            <a:cxnSpLocks/>
          </p:cNvCxnSpPr>
          <p:nvPr/>
        </p:nvCxnSpPr>
        <p:spPr>
          <a:xfrm>
            <a:off x="8349719" y="1550925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E87DA1C-B009-3230-B43C-F8B523E4B0FC}"/>
              </a:ext>
            </a:extLst>
          </p:cNvPr>
          <p:cNvCxnSpPr>
            <a:cxnSpLocks/>
          </p:cNvCxnSpPr>
          <p:nvPr/>
        </p:nvCxnSpPr>
        <p:spPr>
          <a:xfrm>
            <a:off x="8273912" y="1621046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308EFFB-2BC1-FF07-01D6-A6052B1E3939}"/>
              </a:ext>
            </a:extLst>
          </p:cNvPr>
          <p:cNvCxnSpPr>
            <a:cxnSpLocks/>
          </p:cNvCxnSpPr>
          <p:nvPr/>
        </p:nvCxnSpPr>
        <p:spPr>
          <a:xfrm>
            <a:off x="8206342" y="1705567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91AAEEB-880A-FBA8-E338-22A746C40C2C}"/>
              </a:ext>
            </a:extLst>
          </p:cNvPr>
          <p:cNvCxnSpPr>
            <a:cxnSpLocks/>
          </p:cNvCxnSpPr>
          <p:nvPr/>
        </p:nvCxnSpPr>
        <p:spPr>
          <a:xfrm>
            <a:off x="9271968" y="1455033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448B13D-F43D-59EB-14D1-9DFCC2F40E87}"/>
              </a:ext>
            </a:extLst>
          </p:cNvPr>
          <p:cNvCxnSpPr>
            <a:cxnSpLocks/>
          </p:cNvCxnSpPr>
          <p:nvPr/>
        </p:nvCxnSpPr>
        <p:spPr>
          <a:xfrm>
            <a:off x="9269310" y="2177869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8E03504-4A9A-B1C1-81DA-CE5C8F99CE65}"/>
              </a:ext>
            </a:extLst>
          </p:cNvPr>
          <p:cNvCxnSpPr>
            <a:cxnSpLocks/>
          </p:cNvCxnSpPr>
          <p:nvPr/>
        </p:nvCxnSpPr>
        <p:spPr>
          <a:xfrm>
            <a:off x="9269310" y="2502055"/>
            <a:ext cx="2001276" cy="13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54CAB20-0DBE-1402-AECD-1FB391CA702A}"/>
              </a:ext>
            </a:extLst>
          </p:cNvPr>
          <p:cNvCxnSpPr>
            <a:cxnSpLocks/>
          </p:cNvCxnSpPr>
          <p:nvPr/>
        </p:nvCxnSpPr>
        <p:spPr>
          <a:xfrm>
            <a:off x="9276253" y="1450414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B2F0BDB-91B4-ABE8-0996-4FFDC4C525CD}"/>
              </a:ext>
            </a:extLst>
          </p:cNvPr>
          <p:cNvCxnSpPr>
            <a:cxnSpLocks/>
          </p:cNvCxnSpPr>
          <p:nvPr/>
        </p:nvCxnSpPr>
        <p:spPr>
          <a:xfrm flipH="1">
            <a:off x="10337523" y="1455975"/>
            <a:ext cx="274299" cy="3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B152B5E-6244-DC90-BDE7-18020AD31E8F}"/>
              </a:ext>
            </a:extLst>
          </p:cNvPr>
          <p:cNvCxnSpPr>
            <a:cxnSpLocks/>
          </p:cNvCxnSpPr>
          <p:nvPr/>
        </p:nvCxnSpPr>
        <p:spPr>
          <a:xfrm flipV="1">
            <a:off x="10611822" y="1259958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8893C70-5C08-C907-E7F9-6B5956AF5C28}"/>
              </a:ext>
            </a:extLst>
          </p:cNvPr>
          <p:cNvCxnSpPr>
            <a:cxnSpLocks/>
          </p:cNvCxnSpPr>
          <p:nvPr/>
        </p:nvCxnSpPr>
        <p:spPr>
          <a:xfrm flipH="1" flipV="1">
            <a:off x="10611822" y="1259958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CFDCCB5-1142-5E25-89A0-98A6DD9C831F}"/>
              </a:ext>
            </a:extLst>
          </p:cNvPr>
          <p:cNvCxnSpPr>
            <a:cxnSpLocks/>
          </p:cNvCxnSpPr>
          <p:nvPr/>
        </p:nvCxnSpPr>
        <p:spPr>
          <a:xfrm flipV="1">
            <a:off x="10715888" y="1266237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D5DFFC8-837D-20F9-B6CF-EBA268B69C8E}"/>
              </a:ext>
            </a:extLst>
          </p:cNvPr>
          <p:cNvCxnSpPr>
            <a:cxnSpLocks/>
          </p:cNvCxnSpPr>
          <p:nvPr/>
        </p:nvCxnSpPr>
        <p:spPr>
          <a:xfrm flipH="1" flipV="1">
            <a:off x="10715888" y="1266237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9C12CFB-CBF4-FA23-8EA1-B7E3362A512B}"/>
              </a:ext>
            </a:extLst>
          </p:cNvPr>
          <p:cNvCxnSpPr>
            <a:cxnSpLocks/>
          </p:cNvCxnSpPr>
          <p:nvPr/>
        </p:nvCxnSpPr>
        <p:spPr>
          <a:xfrm flipV="1">
            <a:off x="10819953" y="1253679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6D5E001-A700-6E25-B81E-7B2056BFA311}"/>
              </a:ext>
            </a:extLst>
          </p:cNvPr>
          <p:cNvCxnSpPr>
            <a:cxnSpLocks/>
          </p:cNvCxnSpPr>
          <p:nvPr/>
        </p:nvCxnSpPr>
        <p:spPr>
          <a:xfrm flipH="1" flipV="1">
            <a:off x="10819953" y="1253679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B97B018-3E87-AA1A-33EE-8596F1EE3FF0}"/>
              </a:ext>
            </a:extLst>
          </p:cNvPr>
          <p:cNvCxnSpPr>
            <a:cxnSpLocks/>
          </p:cNvCxnSpPr>
          <p:nvPr/>
        </p:nvCxnSpPr>
        <p:spPr>
          <a:xfrm flipV="1">
            <a:off x="10924019" y="1259958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9BA7E62-1818-7EF9-BA72-56455F93686A}"/>
              </a:ext>
            </a:extLst>
          </p:cNvPr>
          <p:cNvCxnSpPr>
            <a:cxnSpLocks/>
          </p:cNvCxnSpPr>
          <p:nvPr/>
        </p:nvCxnSpPr>
        <p:spPr>
          <a:xfrm flipH="1" flipV="1">
            <a:off x="10924019" y="1259958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B7CF9BF-5AA4-3D87-5A9B-AFC3CB09E54C}"/>
              </a:ext>
            </a:extLst>
          </p:cNvPr>
          <p:cNvCxnSpPr>
            <a:cxnSpLocks/>
          </p:cNvCxnSpPr>
          <p:nvPr/>
        </p:nvCxnSpPr>
        <p:spPr>
          <a:xfrm rot="5400000" flipV="1">
            <a:off x="10437916" y="1721474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1358D72-203E-1CE1-5AB0-50E65F6DCF8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392731" y="1780355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FA9E0D1-94E8-9C3A-B759-20828333F78B}"/>
              </a:ext>
            </a:extLst>
          </p:cNvPr>
          <p:cNvCxnSpPr>
            <a:cxnSpLocks/>
          </p:cNvCxnSpPr>
          <p:nvPr/>
        </p:nvCxnSpPr>
        <p:spPr>
          <a:xfrm rot="5400000" flipV="1">
            <a:off x="10431637" y="1825540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2B47C3F-90D9-A9F4-7022-C6AA1ED7204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386452" y="1884421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BC8EEBA-969D-2C09-862E-3711B85681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0444195" y="1929605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42D6743-8543-044B-FC32-5F78F52DA9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399010" y="1988486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ACA94F0-C70E-B686-102E-E182BDE0469F}"/>
              </a:ext>
            </a:extLst>
          </p:cNvPr>
          <p:cNvCxnSpPr>
            <a:cxnSpLocks/>
          </p:cNvCxnSpPr>
          <p:nvPr/>
        </p:nvCxnSpPr>
        <p:spPr>
          <a:xfrm rot="5400000" flipV="1">
            <a:off x="10437916" y="2033671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235E897-9B29-795A-C4F5-DABB1470F4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392731" y="2092552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3FCB02-282A-8F82-7DA8-745C0625EECB}"/>
              </a:ext>
            </a:extLst>
          </p:cNvPr>
          <p:cNvCxnSpPr>
            <a:cxnSpLocks/>
          </p:cNvCxnSpPr>
          <p:nvPr/>
        </p:nvCxnSpPr>
        <p:spPr>
          <a:xfrm flipH="1">
            <a:off x="11022554" y="1437139"/>
            <a:ext cx="2474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353342E-714B-3B04-D539-B6CFFF946D21}"/>
              </a:ext>
            </a:extLst>
          </p:cNvPr>
          <p:cNvCxnSpPr>
            <a:cxnSpLocks/>
          </p:cNvCxnSpPr>
          <p:nvPr/>
        </p:nvCxnSpPr>
        <p:spPr>
          <a:xfrm flipH="1">
            <a:off x="10342589" y="1455975"/>
            <a:ext cx="6942" cy="352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544C9CE-CC9B-BD84-BE51-27855441D03B}"/>
              </a:ext>
            </a:extLst>
          </p:cNvPr>
          <p:cNvCxnSpPr>
            <a:cxnSpLocks/>
          </p:cNvCxnSpPr>
          <p:nvPr/>
        </p:nvCxnSpPr>
        <p:spPr>
          <a:xfrm>
            <a:off x="10359313" y="2231829"/>
            <a:ext cx="0" cy="29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C1A5534C-0DE4-6E6D-2851-19E280F71DC1}"/>
              </a:ext>
            </a:extLst>
          </p:cNvPr>
          <p:cNvSpPr txBox="1"/>
          <p:nvPr/>
        </p:nvSpPr>
        <p:spPr>
          <a:xfrm>
            <a:off x="8659164" y="1783035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sz="1400" dirty="0" err="1"/>
              <a:t>ph</a:t>
            </a:r>
            <a:endParaRPr lang="sv-SE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18574F-57D1-4D98-2F6F-C092FC12DE61}"/>
              </a:ext>
            </a:extLst>
          </p:cNvPr>
          <p:cNvSpPr txBox="1"/>
          <p:nvPr/>
        </p:nvSpPr>
        <p:spPr>
          <a:xfrm>
            <a:off x="9957745" y="1791485"/>
            <a:ext cx="33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sv-SE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64ABA86-734C-2BD4-4C62-57A6DBEC40DE}"/>
              </a:ext>
            </a:extLst>
          </p:cNvPr>
          <p:cNvSpPr txBox="1"/>
          <p:nvPr/>
        </p:nvSpPr>
        <p:spPr>
          <a:xfrm>
            <a:off x="10519067" y="1814950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sz="1400" dirty="0"/>
              <a:t>p</a:t>
            </a:r>
            <a:endParaRPr lang="sv-SE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1EB6608-9521-A98E-20FF-9FB7CEDA5B22}"/>
              </a:ext>
            </a:extLst>
          </p:cNvPr>
          <p:cNvSpPr txBox="1"/>
          <p:nvPr/>
        </p:nvSpPr>
        <p:spPr>
          <a:xfrm>
            <a:off x="10597790" y="880960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sz="1400" dirty="0"/>
              <a:t>s</a:t>
            </a:r>
            <a:endParaRPr lang="sv-SE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F9EB119-CF21-2EA3-44E1-FB7751F5D2AF}"/>
              </a:ext>
            </a:extLst>
          </p:cNvPr>
          <p:cNvSpPr txBox="1"/>
          <p:nvPr/>
        </p:nvSpPr>
        <p:spPr>
          <a:xfrm>
            <a:off x="10847639" y="2476182"/>
            <a:ext cx="93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</a:t>
            </a:r>
            <a:r>
              <a:rPr lang="en-US" sz="1400" dirty="0" err="1"/>
              <a:t>bypass</a:t>
            </a:r>
            <a:endParaRPr lang="sv-SE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63F20A5-120A-382B-783F-AD6B64586109}"/>
              </a:ext>
            </a:extLst>
          </p:cNvPr>
          <p:cNvSpPr txBox="1"/>
          <p:nvPr/>
        </p:nvSpPr>
        <p:spPr>
          <a:xfrm>
            <a:off x="7966271" y="1097072"/>
            <a:ext cx="74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Laser</a:t>
            </a:r>
            <a:endParaRPr lang="sv-SE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7CA917E-23B0-33F0-064A-CFA3DC5BDB21}"/>
              </a:ext>
            </a:extLst>
          </p:cNvPr>
          <p:cNvCxnSpPr>
            <a:cxnSpLocks/>
          </p:cNvCxnSpPr>
          <p:nvPr/>
        </p:nvCxnSpPr>
        <p:spPr>
          <a:xfrm>
            <a:off x="11264310" y="1441353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A056629-53FC-D0BB-6505-33A896F2281B}"/>
              </a:ext>
            </a:extLst>
          </p:cNvPr>
          <p:cNvCxnSpPr>
            <a:cxnSpLocks/>
          </p:cNvCxnSpPr>
          <p:nvPr/>
        </p:nvCxnSpPr>
        <p:spPr>
          <a:xfrm>
            <a:off x="11264310" y="2514577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D3B7609-12EF-43B7-3D30-F5079B232089}"/>
              </a:ext>
            </a:extLst>
          </p:cNvPr>
          <p:cNvCxnSpPr>
            <a:cxnSpLocks/>
          </p:cNvCxnSpPr>
          <p:nvPr/>
        </p:nvCxnSpPr>
        <p:spPr>
          <a:xfrm>
            <a:off x="7303260" y="1333061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99B6229-1FF5-5C1C-7E42-A067465FC3E2}"/>
              </a:ext>
            </a:extLst>
          </p:cNvPr>
          <p:cNvCxnSpPr>
            <a:cxnSpLocks/>
          </p:cNvCxnSpPr>
          <p:nvPr/>
        </p:nvCxnSpPr>
        <p:spPr>
          <a:xfrm>
            <a:off x="7307566" y="2396901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31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9A7BB-D8B6-7B33-4143-1A48B9AA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06BF74-7529-AEEE-D548-8D0DDFC87C72}"/>
              </a:ext>
            </a:extLst>
          </p:cNvPr>
          <p:cNvSpPr/>
          <p:nvPr/>
        </p:nvSpPr>
        <p:spPr>
          <a:xfrm>
            <a:off x="850005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0D9933-F41B-DBEA-76EF-6A5B291C2D1E}"/>
              </a:ext>
            </a:extLst>
          </p:cNvPr>
          <p:cNvSpPr/>
          <p:nvPr/>
        </p:nvSpPr>
        <p:spPr>
          <a:xfrm>
            <a:off x="850004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5A2D03-8662-7CA5-AB73-5FF07EDDC593}"/>
              </a:ext>
            </a:extLst>
          </p:cNvPr>
          <p:cNvCxnSpPr>
            <a:endCxn id="7" idx="0"/>
          </p:cNvCxnSpPr>
          <p:nvPr/>
        </p:nvCxnSpPr>
        <p:spPr>
          <a:xfrm>
            <a:off x="1175195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DAC2FE8-FC03-ED1B-9BBD-157DFFE8C67F}"/>
              </a:ext>
            </a:extLst>
          </p:cNvPr>
          <p:cNvSpPr/>
          <p:nvPr/>
        </p:nvSpPr>
        <p:spPr>
          <a:xfrm>
            <a:off x="850004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05778B-0D78-B24E-7D58-E888F326D7B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175195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8291D6-157E-D8EE-1643-1BF356B21E91}"/>
              </a:ext>
            </a:extLst>
          </p:cNvPr>
          <p:cNvCxnSpPr/>
          <p:nvPr/>
        </p:nvCxnSpPr>
        <p:spPr>
          <a:xfrm>
            <a:off x="1175195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497981C-BC3E-9E7D-0FAC-9AE7C8C8720E}"/>
              </a:ext>
            </a:extLst>
          </p:cNvPr>
          <p:cNvSpPr/>
          <p:nvPr/>
        </p:nvSpPr>
        <p:spPr>
          <a:xfrm>
            <a:off x="2865549" y="995966"/>
            <a:ext cx="650383" cy="394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Load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76592-771F-61A8-67D2-6BEF088D02DD}"/>
              </a:ext>
            </a:extLst>
          </p:cNvPr>
          <p:cNvCxnSpPr>
            <a:cxnSpLocks/>
          </p:cNvCxnSpPr>
          <p:nvPr/>
        </p:nvCxnSpPr>
        <p:spPr>
          <a:xfrm>
            <a:off x="1175195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5316447-21A8-CF0D-999F-42BE1D7DAB4B}"/>
              </a:ext>
            </a:extLst>
          </p:cNvPr>
          <p:cNvSpPr/>
          <p:nvPr/>
        </p:nvSpPr>
        <p:spPr>
          <a:xfrm>
            <a:off x="4881093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8F5545-9017-9AA2-9921-A400B2B46DC0}"/>
              </a:ext>
            </a:extLst>
          </p:cNvPr>
          <p:cNvSpPr/>
          <p:nvPr/>
        </p:nvSpPr>
        <p:spPr>
          <a:xfrm>
            <a:off x="4881092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D0FDE7-3057-8D6D-3E50-48A667E70C5C}"/>
              </a:ext>
            </a:extLst>
          </p:cNvPr>
          <p:cNvCxnSpPr>
            <a:endCxn id="20" idx="0"/>
          </p:cNvCxnSpPr>
          <p:nvPr/>
        </p:nvCxnSpPr>
        <p:spPr>
          <a:xfrm>
            <a:off x="5206283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0388450-819E-AE35-6515-AB221709F7C8}"/>
              </a:ext>
            </a:extLst>
          </p:cNvPr>
          <p:cNvSpPr/>
          <p:nvPr/>
        </p:nvSpPr>
        <p:spPr>
          <a:xfrm>
            <a:off x="4881092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F59932-37F8-6076-4B79-8825D99F63EE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206283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1445B5-3A64-EAE6-D437-498E576B2E5C}"/>
              </a:ext>
            </a:extLst>
          </p:cNvPr>
          <p:cNvCxnSpPr/>
          <p:nvPr/>
        </p:nvCxnSpPr>
        <p:spPr>
          <a:xfrm>
            <a:off x="5206283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BC96D-5E91-D82C-918E-B2F201760C47}"/>
              </a:ext>
            </a:extLst>
          </p:cNvPr>
          <p:cNvCxnSpPr>
            <a:cxnSpLocks/>
          </p:cNvCxnSpPr>
          <p:nvPr/>
        </p:nvCxnSpPr>
        <p:spPr>
          <a:xfrm>
            <a:off x="3515932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728A7D-3F52-70DD-00A4-2BE30F199D38}"/>
              </a:ext>
            </a:extLst>
          </p:cNvPr>
          <p:cNvCxnSpPr>
            <a:cxnSpLocks/>
            <a:endCxn id="29" idx="3"/>
          </p:cNvCxnSpPr>
          <p:nvPr/>
        </p:nvCxnSpPr>
        <p:spPr>
          <a:xfrm>
            <a:off x="1187134" y="2444841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5AC81E0-E8C2-BC82-E3D3-C37F7D184277}"/>
              </a:ext>
            </a:extLst>
          </p:cNvPr>
          <p:cNvSpPr/>
          <p:nvPr/>
        </p:nvSpPr>
        <p:spPr>
          <a:xfrm rot="5400000">
            <a:off x="2177465" y="2277416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902766-99C7-4FE3-419B-230D17343498}"/>
              </a:ext>
            </a:extLst>
          </p:cNvPr>
          <p:cNvCxnSpPr/>
          <p:nvPr/>
        </p:nvCxnSpPr>
        <p:spPr>
          <a:xfrm>
            <a:off x="2473679" y="2284928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6605408D-4035-F714-654D-A9D7DCCA5D78}"/>
              </a:ext>
            </a:extLst>
          </p:cNvPr>
          <p:cNvSpPr/>
          <p:nvPr/>
        </p:nvSpPr>
        <p:spPr>
          <a:xfrm rot="16200000">
            <a:off x="3970107" y="2253805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DFD4960-EE77-A9E0-558E-6774467412DD}"/>
              </a:ext>
            </a:extLst>
          </p:cNvPr>
          <p:cNvCxnSpPr>
            <a:cxnSpLocks/>
          </p:cNvCxnSpPr>
          <p:nvPr/>
        </p:nvCxnSpPr>
        <p:spPr>
          <a:xfrm rot="10800000">
            <a:off x="3931471" y="2261316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777A9E-E593-2D70-F05C-5986C9F92A7F}"/>
              </a:ext>
            </a:extLst>
          </p:cNvPr>
          <p:cNvCxnSpPr>
            <a:cxnSpLocks/>
          </p:cNvCxnSpPr>
          <p:nvPr/>
        </p:nvCxnSpPr>
        <p:spPr>
          <a:xfrm>
            <a:off x="4256663" y="2444840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D08C3D6-E487-D1C3-C15F-3A62E8EB2A33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2473679" y="2444841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D8E735F-06F2-AD4F-70D9-969C22344257}"/>
              </a:ext>
            </a:extLst>
          </p:cNvPr>
          <p:cNvCxnSpPr>
            <a:cxnSpLocks/>
          </p:cNvCxnSpPr>
          <p:nvPr/>
        </p:nvCxnSpPr>
        <p:spPr>
          <a:xfrm>
            <a:off x="3681977" y="2421230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DD2706-14F1-A680-A98E-A2463E1C754F}"/>
              </a:ext>
            </a:extLst>
          </p:cNvPr>
          <p:cNvCxnSpPr>
            <a:cxnSpLocks/>
          </p:cNvCxnSpPr>
          <p:nvPr/>
        </p:nvCxnSpPr>
        <p:spPr>
          <a:xfrm>
            <a:off x="2723173" y="2444840"/>
            <a:ext cx="2179516" cy="3550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88E5BB-4D06-BA16-CF05-ADDD4FD2B8BC}"/>
              </a:ext>
            </a:extLst>
          </p:cNvPr>
          <p:cNvCxnSpPr>
            <a:cxnSpLocks/>
          </p:cNvCxnSpPr>
          <p:nvPr/>
        </p:nvCxnSpPr>
        <p:spPr>
          <a:xfrm flipH="1">
            <a:off x="1490728" y="2421229"/>
            <a:ext cx="2191249" cy="3573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F2CBD06-EEEA-12FE-9D5B-04B9939D70E2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5206284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6690C93-7B1C-6292-4D40-97F14255EB0F}"/>
              </a:ext>
            </a:extLst>
          </p:cNvPr>
          <p:cNvSpPr txBox="1"/>
          <p:nvPr/>
        </p:nvSpPr>
        <p:spPr>
          <a:xfrm>
            <a:off x="2441619" y="1638597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Diodes for Return Paths </a:t>
            </a:r>
            <a:endParaRPr lang="sv-SE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E8184AD-AE40-B842-967E-FCA9349C1745}"/>
              </a:ext>
            </a:extLst>
          </p:cNvPr>
          <p:cNvCxnSpPr>
            <a:cxnSpLocks/>
          </p:cNvCxnSpPr>
          <p:nvPr/>
        </p:nvCxnSpPr>
        <p:spPr>
          <a:xfrm>
            <a:off x="4902689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8CAAE8A-C91A-6C1B-3C65-D07CEF705CFF}"/>
              </a:ext>
            </a:extLst>
          </p:cNvPr>
          <p:cNvCxnSpPr>
            <a:cxnSpLocks/>
          </p:cNvCxnSpPr>
          <p:nvPr/>
        </p:nvCxnSpPr>
        <p:spPr>
          <a:xfrm>
            <a:off x="1175195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F9A7026-0EE5-1F20-4BF7-F4BF7A87DA14}"/>
              </a:ext>
            </a:extLst>
          </p:cNvPr>
          <p:cNvCxnSpPr>
            <a:cxnSpLocks/>
          </p:cNvCxnSpPr>
          <p:nvPr/>
        </p:nvCxnSpPr>
        <p:spPr>
          <a:xfrm>
            <a:off x="1187134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8DBA9ADF-888C-A223-6E49-42E27983846A}"/>
              </a:ext>
            </a:extLst>
          </p:cNvPr>
          <p:cNvSpPr/>
          <p:nvPr/>
        </p:nvSpPr>
        <p:spPr>
          <a:xfrm>
            <a:off x="525543" y="914399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FF0679C-D461-39C7-DC61-45D72A761C07}"/>
              </a:ext>
            </a:extLst>
          </p:cNvPr>
          <p:cNvSpPr/>
          <p:nvPr/>
        </p:nvSpPr>
        <p:spPr>
          <a:xfrm>
            <a:off x="4546980" y="995966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B1B514-C9E5-6644-14B8-DD7592A8AC7A}"/>
              </a:ext>
            </a:extLst>
          </p:cNvPr>
          <p:cNvSpPr txBox="1"/>
          <p:nvPr/>
        </p:nvSpPr>
        <p:spPr>
          <a:xfrm>
            <a:off x="324841" y="282531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Positive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4C587D-6448-2D68-2595-94F98E31E361}"/>
              </a:ext>
            </a:extLst>
          </p:cNvPr>
          <p:cNvSpPr txBox="1"/>
          <p:nvPr/>
        </p:nvSpPr>
        <p:spPr>
          <a:xfrm>
            <a:off x="4361106" y="349634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Negative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CB3DD6-1B7C-7202-352C-A0582FF105C8}"/>
              </a:ext>
            </a:extLst>
          </p:cNvPr>
          <p:cNvCxnSpPr>
            <a:cxnSpLocks/>
          </p:cNvCxnSpPr>
          <p:nvPr/>
        </p:nvCxnSpPr>
        <p:spPr>
          <a:xfrm flipH="1" flipV="1">
            <a:off x="1160418" y="1216130"/>
            <a:ext cx="6721" cy="477898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813C22-2830-B2BE-9A6F-430FB4D8DFDA}"/>
              </a:ext>
            </a:extLst>
          </p:cNvPr>
          <p:cNvCxnSpPr>
            <a:cxnSpLocks/>
          </p:cNvCxnSpPr>
          <p:nvPr/>
        </p:nvCxnSpPr>
        <p:spPr>
          <a:xfrm flipH="1">
            <a:off x="1180025" y="1204787"/>
            <a:ext cx="399623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95022C-0B69-6892-0BA9-83F44BCDEBAF}"/>
              </a:ext>
            </a:extLst>
          </p:cNvPr>
          <p:cNvCxnSpPr>
            <a:cxnSpLocks/>
          </p:cNvCxnSpPr>
          <p:nvPr/>
        </p:nvCxnSpPr>
        <p:spPr>
          <a:xfrm>
            <a:off x="5201824" y="1253679"/>
            <a:ext cx="24436" cy="121477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907994-D8A8-6CBC-1D0C-E45661C1A7CA}"/>
              </a:ext>
            </a:extLst>
          </p:cNvPr>
          <p:cNvCxnSpPr>
            <a:cxnSpLocks/>
          </p:cNvCxnSpPr>
          <p:nvPr/>
        </p:nvCxnSpPr>
        <p:spPr>
          <a:xfrm>
            <a:off x="3681977" y="2439410"/>
            <a:ext cx="1562142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3B3F08-F31D-61B7-889B-693546643106}"/>
              </a:ext>
            </a:extLst>
          </p:cNvPr>
          <p:cNvCxnSpPr>
            <a:cxnSpLocks/>
          </p:cNvCxnSpPr>
          <p:nvPr/>
        </p:nvCxnSpPr>
        <p:spPr>
          <a:xfrm flipV="1">
            <a:off x="1470348" y="2417769"/>
            <a:ext cx="2211629" cy="357734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4BBA69-D0B8-4CB6-32C5-306B71B6EB3B}"/>
              </a:ext>
            </a:extLst>
          </p:cNvPr>
          <p:cNvCxnSpPr>
            <a:cxnSpLocks/>
          </p:cNvCxnSpPr>
          <p:nvPr/>
        </p:nvCxnSpPr>
        <p:spPr>
          <a:xfrm>
            <a:off x="1170017" y="5995115"/>
            <a:ext cx="33037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40E4CFF-A75E-27DF-56F6-61206BB0BCFB}"/>
              </a:ext>
            </a:extLst>
          </p:cNvPr>
          <p:cNvCxnSpPr>
            <a:cxnSpLocks/>
          </p:cNvCxnSpPr>
          <p:nvPr/>
        </p:nvCxnSpPr>
        <p:spPr>
          <a:xfrm>
            <a:off x="1782647" y="1208606"/>
            <a:ext cx="421441" cy="6038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B1F86A-81B1-C167-00D4-A02E9C727D08}"/>
              </a:ext>
            </a:extLst>
          </p:cNvPr>
          <p:cNvCxnSpPr>
            <a:cxnSpLocks/>
          </p:cNvCxnSpPr>
          <p:nvPr/>
        </p:nvCxnSpPr>
        <p:spPr>
          <a:xfrm>
            <a:off x="4345177" y="1197640"/>
            <a:ext cx="421441" cy="6038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262578-CD87-676E-DD36-014D161855EA}"/>
              </a:ext>
            </a:extLst>
          </p:cNvPr>
          <p:cNvCxnSpPr>
            <a:cxnSpLocks/>
          </p:cNvCxnSpPr>
          <p:nvPr/>
        </p:nvCxnSpPr>
        <p:spPr>
          <a:xfrm flipH="1">
            <a:off x="5208358" y="1724379"/>
            <a:ext cx="4891" cy="352335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E4E9EB9-1E50-3BAB-1A03-B16A29E6195D}"/>
              </a:ext>
            </a:extLst>
          </p:cNvPr>
          <p:cNvCxnSpPr>
            <a:cxnSpLocks/>
          </p:cNvCxnSpPr>
          <p:nvPr/>
        </p:nvCxnSpPr>
        <p:spPr>
          <a:xfrm flipH="1">
            <a:off x="4463866" y="2433427"/>
            <a:ext cx="401738" cy="11412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B555D25-7EA1-B050-D514-F2F658E15492}"/>
              </a:ext>
            </a:extLst>
          </p:cNvPr>
          <p:cNvCxnSpPr>
            <a:cxnSpLocks/>
          </p:cNvCxnSpPr>
          <p:nvPr/>
        </p:nvCxnSpPr>
        <p:spPr>
          <a:xfrm flipH="1">
            <a:off x="3138075" y="2911813"/>
            <a:ext cx="252851" cy="40856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370083B-D611-A5C5-5FF0-1CB8893080B6}"/>
              </a:ext>
            </a:extLst>
          </p:cNvPr>
          <p:cNvCxnSpPr>
            <a:cxnSpLocks/>
          </p:cNvCxnSpPr>
          <p:nvPr/>
        </p:nvCxnSpPr>
        <p:spPr>
          <a:xfrm flipH="1">
            <a:off x="1989465" y="4776281"/>
            <a:ext cx="252851" cy="40856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0499A0E-4426-C1F4-E3B8-08805E2C1187}"/>
              </a:ext>
            </a:extLst>
          </p:cNvPr>
          <p:cNvCxnSpPr>
            <a:cxnSpLocks/>
          </p:cNvCxnSpPr>
          <p:nvPr/>
        </p:nvCxnSpPr>
        <p:spPr>
          <a:xfrm flipV="1">
            <a:off x="1170605" y="5107365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8C121A9-5A59-3C44-B141-4BE9C9D2745C}"/>
              </a:ext>
            </a:extLst>
          </p:cNvPr>
          <p:cNvCxnSpPr>
            <a:cxnSpLocks/>
          </p:cNvCxnSpPr>
          <p:nvPr/>
        </p:nvCxnSpPr>
        <p:spPr>
          <a:xfrm flipV="1">
            <a:off x="1161237" y="1682723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15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8343-362B-2C30-0694-C849E865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1C4909-DA46-EBD4-464E-69812366F8DA}"/>
              </a:ext>
            </a:extLst>
          </p:cNvPr>
          <p:cNvSpPr/>
          <p:nvPr/>
        </p:nvSpPr>
        <p:spPr>
          <a:xfrm>
            <a:off x="850005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ECCDE9-4877-D771-C181-824F2925FC20}"/>
              </a:ext>
            </a:extLst>
          </p:cNvPr>
          <p:cNvSpPr/>
          <p:nvPr/>
        </p:nvSpPr>
        <p:spPr>
          <a:xfrm>
            <a:off x="850004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18A301-E497-10E4-9073-1397EA5FE214}"/>
              </a:ext>
            </a:extLst>
          </p:cNvPr>
          <p:cNvCxnSpPr>
            <a:endCxn id="7" idx="0"/>
          </p:cNvCxnSpPr>
          <p:nvPr/>
        </p:nvCxnSpPr>
        <p:spPr>
          <a:xfrm>
            <a:off x="1175195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B005206-91B5-2A83-04A4-86F23BED98FD}"/>
              </a:ext>
            </a:extLst>
          </p:cNvPr>
          <p:cNvSpPr/>
          <p:nvPr/>
        </p:nvSpPr>
        <p:spPr>
          <a:xfrm>
            <a:off x="850004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E11D41-D060-3A05-A087-F2E4ACA80F01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175195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7A9360-9A69-6530-27D6-63611BF1955F}"/>
              </a:ext>
            </a:extLst>
          </p:cNvPr>
          <p:cNvCxnSpPr/>
          <p:nvPr/>
        </p:nvCxnSpPr>
        <p:spPr>
          <a:xfrm>
            <a:off x="1175195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F97AF8-3207-EB00-53A3-E5D1CCC90668}"/>
              </a:ext>
            </a:extLst>
          </p:cNvPr>
          <p:cNvSpPr/>
          <p:nvPr/>
        </p:nvSpPr>
        <p:spPr>
          <a:xfrm>
            <a:off x="2865549" y="995966"/>
            <a:ext cx="650383" cy="394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Load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2824C0-2187-A972-8741-127C8F637819}"/>
              </a:ext>
            </a:extLst>
          </p:cNvPr>
          <p:cNvCxnSpPr>
            <a:cxnSpLocks/>
          </p:cNvCxnSpPr>
          <p:nvPr/>
        </p:nvCxnSpPr>
        <p:spPr>
          <a:xfrm>
            <a:off x="1175195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69630E6-E633-DDD9-6412-54810577E93E}"/>
              </a:ext>
            </a:extLst>
          </p:cNvPr>
          <p:cNvSpPr/>
          <p:nvPr/>
        </p:nvSpPr>
        <p:spPr>
          <a:xfrm>
            <a:off x="4881093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521ACD-CF11-5003-6F17-8C1570BBEE3F}"/>
              </a:ext>
            </a:extLst>
          </p:cNvPr>
          <p:cNvSpPr/>
          <p:nvPr/>
        </p:nvSpPr>
        <p:spPr>
          <a:xfrm>
            <a:off x="4881092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DD1B31-1B2E-0FCA-1DE4-BD5AEBA07D48}"/>
              </a:ext>
            </a:extLst>
          </p:cNvPr>
          <p:cNvCxnSpPr>
            <a:endCxn id="20" idx="0"/>
          </p:cNvCxnSpPr>
          <p:nvPr/>
        </p:nvCxnSpPr>
        <p:spPr>
          <a:xfrm>
            <a:off x="5206283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6BFEB-1295-E547-3BA4-F4C0EE754195}"/>
              </a:ext>
            </a:extLst>
          </p:cNvPr>
          <p:cNvSpPr/>
          <p:nvPr/>
        </p:nvSpPr>
        <p:spPr>
          <a:xfrm>
            <a:off x="4881092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BA75FE-9B05-5FE3-48AA-7E2B8D91CD05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206283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495F84-D475-35C5-F90E-E9C55DFD4815}"/>
              </a:ext>
            </a:extLst>
          </p:cNvPr>
          <p:cNvCxnSpPr/>
          <p:nvPr/>
        </p:nvCxnSpPr>
        <p:spPr>
          <a:xfrm>
            <a:off x="5206283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31D707-E377-5A72-07F9-EC3AE1C5EBE7}"/>
              </a:ext>
            </a:extLst>
          </p:cNvPr>
          <p:cNvCxnSpPr>
            <a:cxnSpLocks/>
          </p:cNvCxnSpPr>
          <p:nvPr/>
        </p:nvCxnSpPr>
        <p:spPr>
          <a:xfrm>
            <a:off x="3515932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B9081EF-6127-1682-A515-9C84F57F72A4}"/>
              </a:ext>
            </a:extLst>
          </p:cNvPr>
          <p:cNvCxnSpPr>
            <a:cxnSpLocks/>
            <a:endCxn id="29" idx="3"/>
          </p:cNvCxnSpPr>
          <p:nvPr/>
        </p:nvCxnSpPr>
        <p:spPr>
          <a:xfrm>
            <a:off x="1187134" y="2444841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AA8EE48-EA42-8F32-92C2-E3AEB73D67FB}"/>
              </a:ext>
            </a:extLst>
          </p:cNvPr>
          <p:cNvSpPr/>
          <p:nvPr/>
        </p:nvSpPr>
        <p:spPr>
          <a:xfrm rot="5400000">
            <a:off x="2177465" y="2277416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73F165-8CEF-568E-24CE-ED70FB1ACEEF}"/>
              </a:ext>
            </a:extLst>
          </p:cNvPr>
          <p:cNvCxnSpPr/>
          <p:nvPr/>
        </p:nvCxnSpPr>
        <p:spPr>
          <a:xfrm>
            <a:off x="2473679" y="2284928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2081C8B3-B7B5-998A-E8C9-B2383850A643}"/>
              </a:ext>
            </a:extLst>
          </p:cNvPr>
          <p:cNvSpPr/>
          <p:nvPr/>
        </p:nvSpPr>
        <p:spPr>
          <a:xfrm rot="16200000">
            <a:off x="3970107" y="2253805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866A76F-9015-4C82-539C-FF2F1F1424D8}"/>
              </a:ext>
            </a:extLst>
          </p:cNvPr>
          <p:cNvCxnSpPr>
            <a:cxnSpLocks/>
          </p:cNvCxnSpPr>
          <p:nvPr/>
        </p:nvCxnSpPr>
        <p:spPr>
          <a:xfrm rot="10800000">
            <a:off x="3931471" y="2261316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1D1B89-4642-93A4-DF16-9117124E57CC}"/>
              </a:ext>
            </a:extLst>
          </p:cNvPr>
          <p:cNvCxnSpPr>
            <a:cxnSpLocks/>
          </p:cNvCxnSpPr>
          <p:nvPr/>
        </p:nvCxnSpPr>
        <p:spPr>
          <a:xfrm>
            <a:off x="4256663" y="2444840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1602472-57ED-5EC9-725C-3754B688B667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2473679" y="2444841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65CC620-A4F2-4DCB-E6A7-ACB703A52604}"/>
              </a:ext>
            </a:extLst>
          </p:cNvPr>
          <p:cNvCxnSpPr>
            <a:cxnSpLocks/>
          </p:cNvCxnSpPr>
          <p:nvPr/>
        </p:nvCxnSpPr>
        <p:spPr>
          <a:xfrm>
            <a:off x="3681977" y="2421230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4391BAF-3DA5-4B1F-7D76-DF83DD04EF57}"/>
              </a:ext>
            </a:extLst>
          </p:cNvPr>
          <p:cNvCxnSpPr>
            <a:cxnSpLocks/>
          </p:cNvCxnSpPr>
          <p:nvPr/>
        </p:nvCxnSpPr>
        <p:spPr>
          <a:xfrm>
            <a:off x="2723173" y="2444840"/>
            <a:ext cx="2179516" cy="3550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41EEE9-AEA1-0FD8-AC53-AA2D9CCD191C}"/>
              </a:ext>
            </a:extLst>
          </p:cNvPr>
          <p:cNvCxnSpPr>
            <a:cxnSpLocks/>
          </p:cNvCxnSpPr>
          <p:nvPr/>
        </p:nvCxnSpPr>
        <p:spPr>
          <a:xfrm flipH="1">
            <a:off x="1490728" y="2421229"/>
            <a:ext cx="2191249" cy="3573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0F56BBE-8144-D812-0F62-E6FF62D1BB6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5206284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41DAE8B-27D3-91F2-E4D6-C0C8D93C2158}"/>
              </a:ext>
            </a:extLst>
          </p:cNvPr>
          <p:cNvSpPr txBox="1"/>
          <p:nvPr/>
        </p:nvSpPr>
        <p:spPr>
          <a:xfrm>
            <a:off x="2441619" y="1638597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Diodes for Return Paths </a:t>
            </a:r>
            <a:endParaRPr lang="sv-SE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ADE745C-BCC0-04AA-8611-2FFA2C013024}"/>
              </a:ext>
            </a:extLst>
          </p:cNvPr>
          <p:cNvCxnSpPr>
            <a:cxnSpLocks/>
          </p:cNvCxnSpPr>
          <p:nvPr/>
        </p:nvCxnSpPr>
        <p:spPr>
          <a:xfrm>
            <a:off x="4902689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742BFAF-BEB5-71AB-5EF6-1BDC2DF2D0FD}"/>
              </a:ext>
            </a:extLst>
          </p:cNvPr>
          <p:cNvCxnSpPr>
            <a:cxnSpLocks/>
          </p:cNvCxnSpPr>
          <p:nvPr/>
        </p:nvCxnSpPr>
        <p:spPr>
          <a:xfrm>
            <a:off x="1175195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F1D9311-350C-4A5E-78F0-349A8FDC6C2D}"/>
              </a:ext>
            </a:extLst>
          </p:cNvPr>
          <p:cNvCxnSpPr>
            <a:cxnSpLocks/>
          </p:cNvCxnSpPr>
          <p:nvPr/>
        </p:nvCxnSpPr>
        <p:spPr>
          <a:xfrm>
            <a:off x="1187134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DE594554-C71A-70A5-F099-5C3EA3597694}"/>
              </a:ext>
            </a:extLst>
          </p:cNvPr>
          <p:cNvSpPr/>
          <p:nvPr/>
        </p:nvSpPr>
        <p:spPr>
          <a:xfrm>
            <a:off x="525543" y="914399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E9E959-54D3-0A70-4450-A3B1375BA704}"/>
              </a:ext>
            </a:extLst>
          </p:cNvPr>
          <p:cNvSpPr/>
          <p:nvPr/>
        </p:nvSpPr>
        <p:spPr>
          <a:xfrm>
            <a:off x="4546980" y="995966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A0910D-28E3-10FC-8DB4-654C2BA215FE}"/>
              </a:ext>
            </a:extLst>
          </p:cNvPr>
          <p:cNvSpPr txBox="1"/>
          <p:nvPr/>
        </p:nvSpPr>
        <p:spPr>
          <a:xfrm>
            <a:off x="324841" y="282531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Positive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2F1319-3960-33DD-F108-A44B92014EC1}"/>
              </a:ext>
            </a:extLst>
          </p:cNvPr>
          <p:cNvSpPr txBox="1"/>
          <p:nvPr/>
        </p:nvSpPr>
        <p:spPr>
          <a:xfrm>
            <a:off x="4361106" y="349634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Negative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DF9757-8866-3824-7235-38FB8380ADA1}"/>
              </a:ext>
            </a:extLst>
          </p:cNvPr>
          <p:cNvCxnSpPr>
            <a:cxnSpLocks/>
          </p:cNvCxnSpPr>
          <p:nvPr/>
        </p:nvCxnSpPr>
        <p:spPr>
          <a:xfrm flipH="1" flipV="1">
            <a:off x="5181187" y="1171323"/>
            <a:ext cx="6721" cy="477898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DC71A3-C802-E380-2E7D-13BAF63DF3C2}"/>
              </a:ext>
            </a:extLst>
          </p:cNvPr>
          <p:cNvCxnSpPr>
            <a:cxnSpLocks/>
          </p:cNvCxnSpPr>
          <p:nvPr/>
        </p:nvCxnSpPr>
        <p:spPr>
          <a:xfrm flipH="1">
            <a:off x="1180025" y="1204787"/>
            <a:ext cx="399623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4548D1-A7FD-48B0-A73C-82DB7B966325}"/>
              </a:ext>
            </a:extLst>
          </p:cNvPr>
          <p:cNvCxnSpPr>
            <a:cxnSpLocks/>
          </p:cNvCxnSpPr>
          <p:nvPr/>
        </p:nvCxnSpPr>
        <p:spPr>
          <a:xfrm>
            <a:off x="1154533" y="1239431"/>
            <a:ext cx="24436" cy="121477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C021E9-BCBC-E130-7196-37E81C2EE198}"/>
              </a:ext>
            </a:extLst>
          </p:cNvPr>
          <p:cNvCxnSpPr>
            <a:cxnSpLocks/>
          </p:cNvCxnSpPr>
          <p:nvPr/>
        </p:nvCxnSpPr>
        <p:spPr>
          <a:xfrm>
            <a:off x="1153515" y="2452353"/>
            <a:ext cx="1562142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E9FB69-403F-944E-69D7-16BFDA470DFB}"/>
              </a:ext>
            </a:extLst>
          </p:cNvPr>
          <p:cNvCxnSpPr>
            <a:cxnSpLocks/>
          </p:cNvCxnSpPr>
          <p:nvPr/>
        </p:nvCxnSpPr>
        <p:spPr>
          <a:xfrm flipH="1" flipV="1">
            <a:off x="2715657" y="2437328"/>
            <a:ext cx="2193164" cy="3506273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3F9619-8550-B657-BE59-2A183097770D}"/>
              </a:ext>
            </a:extLst>
          </p:cNvPr>
          <p:cNvCxnSpPr>
            <a:cxnSpLocks/>
          </p:cNvCxnSpPr>
          <p:nvPr/>
        </p:nvCxnSpPr>
        <p:spPr>
          <a:xfrm>
            <a:off x="4845885" y="5957016"/>
            <a:ext cx="33037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024D86-0957-2626-2F55-E6BB8A65B55F}"/>
              </a:ext>
            </a:extLst>
          </p:cNvPr>
          <p:cNvCxnSpPr>
            <a:cxnSpLocks/>
          </p:cNvCxnSpPr>
          <p:nvPr/>
        </p:nvCxnSpPr>
        <p:spPr>
          <a:xfrm>
            <a:off x="1409634" y="2434847"/>
            <a:ext cx="421441" cy="6038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E4FB58-0FD2-48CC-93BD-3AA54EF4DB2E}"/>
              </a:ext>
            </a:extLst>
          </p:cNvPr>
          <p:cNvCxnSpPr>
            <a:cxnSpLocks/>
          </p:cNvCxnSpPr>
          <p:nvPr/>
        </p:nvCxnSpPr>
        <p:spPr>
          <a:xfrm flipH="1">
            <a:off x="1151069" y="1550520"/>
            <a:ext cx="4891" cy="352335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573E29-B86E-05D7-3CE6-47ADCBA33108}"/>
              </a:ext>
            </a:extLst>
          </p:cNvPr>
          <p:cNvCxnSpPr>
            <a:cxnSpLocks/>
          </p:cNvCxnSpPr>
          <p:nvPr/>
        </p:nvCxnSpPr>
        <p:spPr>
          <a:xfrm flipH="1">
            <a:off x="4270826" y="1200888"/>
            <a:ext cx="401738" cy="11412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B45CA2-09E8-97CD-C73F-5111AD1A384B}"/>
              </a:ext>
            </a:extLst>
          </p:cNvPr>
          <p:cNvCxnSpPr>
            <a:cxnSpLocks/>
          </p:cNvCxnSpPr>
          <p:nvPr/>
        </p:nvCxnSpPr>
        <p:spPr>
          <a:xfrm>
            <a:off x="2883406" y="2718737"/>
            <a:ext cx="232734" cy="366204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EE87B92-F207-11A5-143B-CF26A0DA920E}"/>
              </a:ext>
            </a:extLst>
          </p:cNvPr>
          <p:cNvCxnSpPr>
            <a:cxnSpLocks/>
          </p:cNvCxnSpPr>
          <p:nvPr/>
        </p:nvCxnSpPr>
        <p:spPr>
          <a:xfrm flipV="1">
            <a:off x="5187908" y="5107365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D5AC5B-8699-AE98-D974-200B062CDB81}"/>
              </a:ext>
            </a:extLst>
          </p:cNvPr>
          <p:cNvCxnSpPr>
            <a:cxnSpLocks/>
          </p:cNvCxnSpPr>
          <p:nvPr/>
        </p:nvCxnSpPr>
        <p:spPr>
          <a:xfrm flipV="1">
            <a:off x="5173044" y="1783421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5A9817-4F93-48D7-7AE4-B9A55958D77B}"/>
              </a:ext>
            </a:extLst>
          </p:cNvPr>
          <p:cNvCxnSpPr>
            <a:cxnSpLocks/>
          </p:cNvCxnSpPr>
          <p:nvPr/>
        </p:nvCxnSpPr>
        <p:spPr>
          <a:xfrm>
            <a:off x="4164199" y="4741161"/>
            <a:ext cx="232734" cy="366204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1628AF-32A2-209B-69B8-1E8A57032F30}"/>
              </a:ext>
            </a:extLst>
          </p:cNvPr>
          <p:cNvCxnSpPr>
            <a:cxnSpLocks/>
          </p:cNvCxnSpPr>
          <p:nvPr/>
        </p:nvCxnSpPr>
        <p:spPr>
          <a:xfrm flipH="1">
            <a:off x="1705860" y="1191799"/>
            <a:ext cx="401738" cy="11412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70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88E2F-269E-29A9-D507-582DAD15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A5E2AE-95C9-217B-AB65-D71FFE9B2B5B}"/>
              </a:ext>
            </a:extLst>
          </p:cNvPr>
          <p:cNvSpPr/>
          <p:nvPr/>
        </p:nvSpPr>
        <p:spPr>
          <a:xfrm>
            <a:off x="619247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A7109-CB69-6BFA-EE40-C33F50CA2402}"/>
              </a:ext>
            </a:extLst>
          </p:cNvPr>
          <p:cNvSpPr/>
          <p:nvPr/>
        </p:nvSpPr>
        <p:spPr>
          <a:xfrm>
            <a:off x="619246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B94012-34AE-FCE3-92AE-AFC315A1D064}"/>
              </a:ext>
            </a:extLst>
          </p:cNvPr>
          <p:cNvCxnSpPr>
            <a:endCxn id="7" idx="0"/>
          </p:cNvCxnSpPr>
          <p:nvPr/>
        </p:nvCxnSpPr>
        <p:spPr>
          <a:xfrm>
            <a:off x="944437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3B92FD9-4D09-3C23-1235-C81B0DC9B955}"/>
              </a:ext>
            </a:extLst>
          </p:cNvPr>
          <p:cNvSpPr/>
          <p:nvPr/>
        </p:nvSpPr>
        <p:spPr>
          <a:xfrm>
            <a:off x="619246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F48CC2-1BA6-15A9-5DC5-D9B8D9330C5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44437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028A94-F385-4AC0-1C15-F6A06686D4A5}"/>
              </a:ext>
            </a:extLst>
          </p:cNvPr>
          <p:cNvCxnSpPr/>
          <p:nvPr/>
        </p:nvCxnSpPr>
        <p:spPr>
          <a:xfrm>
            <a:off x="944437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ADD3EC2-FE43-20F8-3054-7E9E8A4E6BEA}"/>
              </a:ext>
            </a:extLst>
          </p:cNvPr>
          <p:cNvSpPr/>
          <p:nvPr/>
        </p:nvSpPr>
        <p:spPr>
          <a:xfrm>
            <a:off x="2634791" y="995966"/>
            <a:ext cx="650383" cy="394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Load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00381B-5DAE-E378-1324-F63E9D35688A}"/>
              </a:ext>
            </a:extLst>
          </p:cNvPr>
          <p:cNvCxnSpPr>
            <a:cxnSpLocks/>
          </p:cNvCxnSpPr>
          <p:nvPr/>
        </p:nvCxnSpPr>
        <p:spPr>
          <a:xfrm>
            <a:off x="944437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93EB7B9-7375-B626-4678-A87AC58A9566}"/>
              </a:ext>
            </a:extLst>
          </p:cNvPr>
          <p:cNvSpPr/>
          <p:nvPr/>
        </p:nvSpPr>
        <p:spPr>
          <a:xfrm>
            <a:off x="4650335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19BDD3-C530-986F-89AA-D4A7B0FADCF6}"/>
              </a:ext>
            </a:extLst>
          </p:cNvPr>
          <p:cNvSpPr/>
          <p:nvPr/>
        </p:nvSpPr>
        <p:spPr>
          <a:xfrm>
            <a:off x="4650334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C23271-D330-517C-7C07-A48A6F5BE00D}"/>
              </a:ext>
            </a:extLst>
          </p:cNvPr>
          <p:cNvCxnSpPr>
            <a:endCxn id="20" idx="0"/>
          </p:cNvCxnSpPr>
          <p:nvPr/>
        </p:nvCxnSpPr>
        <p:spPr>
          <a:xfrm>
            <a:off x="4975525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59F0786-BB29-D77A-C0A7-6B2FAC33D0AE}"/>
              </a:ext>
            </a:extLst>
          </p:cNvPr>
          <p:cNvSpPr/>
          <p:nvPr/>
        </p:nvSpPr>
        <p:spPr>
          <a:xfrm>
            <a:off x="4650334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905A14-5CFF-6DD4-E678-E8F52C953A65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4975525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41762D-F1E4-A9C6-C5BB-DA4234AD511F}"/>
              </a:ext>
            </a:extLst>
          </p:cNvPr>
          <p:cNvCxnSpPr/>
          <p:nvPr/>
        </p:nvCxnSpPr>
        <p:spPr>
          <a:xfrm>
            <a:off x="4975525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3AE98D-2C11-C2E7-E640-87F34D8FBDA7}"/>
              </a:ext>
            </a:extLst>
          </p:cNvPr>
          <p:cNvCxnSpPr>
            <a:cxnSpLocks/>
          </p:cNvCxnSpPr>
          <p:nvPr/>
        </p:nvCxnSpPr>
        <p:spPr>
          <a:xfrm>
            <a:off x="3285174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551B36D-5C93-8B32-E229-00F32E659AD0}"/>
              </a:ext>
            </a:extLst>
          </p:cNvPr>
          <p:cNvCxnSpPr>
            <a:cxnSpLocks/>
            <a:endCxn id="29" idx="3"/>
          </p:cNvCxnSpPr>
          <p:nvPr/>
        </p:nvCxnSpPr>
        <p:spPr>
          <a:xfrm>
            <a:off x="956376" y="2444841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17346F2-4347-7497-C291-67CC00C90A8E}"/>
              </a:ext>
            </a:extLst>
          </p:cNvPr>
          <p:cNvSpPr/>
          <p:nvPr/>
        </p:nvSpPr>
        <p:spPr>
          <a:xfrm rot="5400000">
            <a:off x="1946707" y="2277416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C58FC2-C84A-F6DB-6CAC-4E17ECC00E3C}"/>
              </a:ext>
            </a:extLst>
          </p:cNvPr>
          <p:cNvCxnSpPr/>
          <p:nvPr/>
        </p:nvCxnSpPr>
        <p:spPr>
          <a:xfrm>
            <a:off x="2242921" y="2284928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9248EAD-DF2B-5C51-B21C-135AE29F4488}"/>
              </a:ext>
            </a:extLst>
          </p:cNvPr>
          <p:cNvSpPr/>
          <p:nvPr/>
        </p:nvSpPr>
        <p:spPr>
          <a:xfrm rot="16200000">
            <a:off x="3739349" y="2253805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4636B0-4983-AC84-891C-48D0712B7D69}"/>
              </a:ext>
            </a:extLst>
          </p:cNvPr>
          <p:cNvCxnSpPr>
            <a:cxnSpLocks/>
          </p:cNvCxnSpPr>
          <p:nvPr/>
        </p:nvCxnSpPr>
        <p:spPr>
          <a:xfrm rot="10800000">
            <a:off x="3700713" y="2261316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A838BEC-2572-B816-15A9-2A6FCFF36458}"/>
              </a:ext>
            </a:extLst>
          </p:cNvPr>
          <p:cNvCxnSpPr>
            <a:cxnSpLocks/>
          </p:cNvCxnSpPr>
          <p:nvPr/>
        </p:nvCxnSpPr>
        <p:spPr>
          <a:xfrm>
            <a:off x="4025905" y="2444840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06C2CA-F887-8F0C-59CB-F7B356D0679E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2242921" y="2444841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D94397-A5C5-C2B6-51E6-38FEC471C87E}"/>
              </a:ext>
            </a:extLst>
          </p:cNvPr>
          <p:cNvCxnSpPr>
            <a:cxnSpLocks/>
          </p:cNvCxnSpPr>
          <p:nvPr/>
        </p:nvCxnSpPr>
        <p:spPr>
          <a:xfrm>
            <a:off x="3451219" y="2421230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9A263FA-323A-D069-D949-B7CD3E81B0F0}"/>
              </a:ext>
            </a:extLst>
          </p:cNvPr>
          <p:cNvCxnSpPr>
            <a:cxnSpLocks/>
          </p:cNvCxnSpPr>
          <p:nvPr/>
        </p:nvCxnSpPr>
        <p:spPr>
          <a:xfrm>
            <a:off x="2492415" y="2444840"/>
            <a:ext cx="2179516" cy="3550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765143-6A67-C8F4-D488-DFC2209A5EF1}"/>
              </a:ext>
            </a:extLst>
          </p:cNvPr>
          <p:cNvCxnSpPr>
            <a:cxnSpLocks/>
          </p:cNvCxnSpPr>
          <p:nvPr/>
        </p:nvCxnSpPr>
        <p:spPr>
          <a:xfrm flipH="1">
            <a:off x="1259970" y="2421229"/>
            <a:ext cx="2191249" cy="3573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9FA503B-284F-D025-7923-8D148BAA1BDF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975526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371819D-8C8F-E5CA-40FD-6C5E6BA87880}"/>
              </a:ext>
            </a:extLst>
          </p:cNvPr>
          <p:cNvSpPr txBox="1"/>
          <p:nvPr/>
        </p:nvSpPr>
        <p:spPr>
          <a:xfrm>
            <a:off x="2210861" y="1638597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Diodes for Return Paths </a:t>
            </a:r>
            <a:endParaRPr lang="sv-SE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8EA8F1-27BA-0EDD-B0DA-6C3D6ECB7BD3}"/>
              </a:ext>
            </a:extLst>
          </p:cNvPr>
          <p:cNvCxnSpPr>
            <a:cxnSpLocks/>
          </p:cNvCxnSpPr>
          <p:nvPr/>
        </p:nvCxnSpPr>
        <p:spPr>
          <a:xfrm>
            <a:off x="4671931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6185963-3320-FB85-1B1B-2945D2A941DE}"/>
              </a:ext>
            </a:extLst>
          </p:cNvPr>
          <p:cNvCxnSpPr>
            <a:cxnSpLocks/>
          </p:cNvCxnSpPr>
          <p:nvPr/>
        </p:nvCxnSpPr>
        <p:spPr>
          <a:xfrm>
            <a:off x="944437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0143E04-98C1-FEF7-35CD-4EE67A8AAC57}"/>
              </a:ext>
            </a:extLst>
          </p:cNvPr>
          <p:cNvCxnSpPr>
            <a:cxnSpLocks/>
          </p:cNvCxnSpPr>
          <p:nvPr/>
        </p:nvCxnSpPr>
        <p:spPr>
          <a:xfrm>
            <a:off x="956376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877E4DEB-C2B8-D8B7-024A-10B027FF488A}"/>
              </a:ext>
            </a:extLst>
          </p:cNvPr>
          <p:cNvSpPr/>
          <p:nvPr/>
        </p:nvSpPr>
        <p:spPr>
          <a:xfrm>
            <a:off x="294785" y="914399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EBF4A54-30EB-A8C1-24AC-C9B17735F98F}"/>
              </a:ext>
            </a:extLst>
          </p:cNvPr>
          <p:cNvSpPr/>
          <p:nvPr/>
        </p:nvSpPr>
        <p:spPr>
          <a:xfrm>
            <a:off x="4325344" y="938988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9EA45D-44D1-FB6D-B244-96181429FEB9}"/>
              </a:ext>
            </a:extLst>
          </p:cNvPr>
          <p:cNvSpPr txBox="1"/>
          <p:nvPr/>
        </p:nvSpPr>
        <p:spPr>
          <a:xfrm>
            <a:off x="94083" y="282531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Positive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9BDFA8-34BD-4777-2F9C-6949694CC3C4}"/>
              </a:ext>
            </a:extLst>
          </p:cNvPr>
          <p:cNvSpPr txBox="1"/>
          <p:nvPr/>
        </p:nvSpPr>
        <p:spPr>
          <a:xfrm>
            <a:off x="4168184" y="292657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Negative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122015-20A1-A69C-8845-A08B729F47BF}"/>
              </a:ext>
            </a:extLst>
          </p:cNvPr>
          <p:cNvCxnSpPr>
            <a:cxnSpLocks/>
          </p:cNvCxnSpPr>
          <p:nvPr/>
        </p:nvCxnSpPr>
        <p:spPr>
          <a:xfrm flipH="1" flipV="1">
            <a:off x="929660" y="1216130"/>
            <a:ext cx="6721" cy="477898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A18A29-CEEF-6C0B-7C7F-5CB694BB88AE}"/>
              </a:ext>
            </a:extLst>
          </p:cNvPr>
          <p:cNvCxnSpPr>
            <a:cxnSpLocks/>
          </p:cNvCxnSpPr>
          <p:nvPr/>
        </p:nvCxnSpPr>
        <p:spPr>
          <a:xfrm flipH="1">
            <a:off x="949267" y="1204787"/>
            <a:ext cx="399623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704E0B-095F-02EE-33D2-36B1C92526EE}"/>
              </a:ext>
            </a:extLst>
          </p:cNvPr>
          <p:cNvCxnSpPr>
            <a:cxnSpLocks/>
          </p:cNvCxnSpPr>
          <p:nvPr/>
        </p:nvCxnSpPr>
        <p:spPr>
          <a:xfrm>
            <a:off x="4971066" y="1253679"/>
            <a:ext cx="24436" cy="121477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74DDCD-C44D-7CA8-482E-ADF685746BEC}"/>
              </a:ext>
            </a:extLst>
          </p:cNvPr>
          <p:cNvCxnSpPr>
            <a:cxnSpLocks/>
          </p:cNvCxnSpPr>
          <p:nvPr/>
        </p:nvCxnSpPr>
        <p:spPr>
          <a:xfrm>
            <a:off x="3451219" y="2439410"/>
            <a:ext cx="1562142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3234B91-3D14-878C-62B2-C2AA6588F53C}"/>
              </a:ext>
            </a:extLst>
          </p:cNvPr>
          <p:cNvCxnSpPr>
            <a:cxnSpLocks/>
          </p:cNvCxnSpPr>
          <p:nvPr/>
        </p:nvCxnSpPr>
        <p:spPr>
          <a:xfrm flipV="1">
            <a:off x="1239590" y="2417769"/>
            <a:ext cx="2211629" cy="357734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BDCEFE-4724-D5A9-C25E-4AB67FF0C8AE}"/>
              </a:ext>
            </a:extLst>
          </p:cNvPr>
          <p:cNvCxnSpPr>
            <a:cxnSpLocks/>
          </p:cNvCxnSpPr>
          <p:nvPr/>
        </p:nvCxnSpPr>
        <p:spPr>
          <a:xfrm>
            <a:off x="939259" y="5995115"/>
            <a:ext cx="33037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FAC2B77-D491-4F9A-353C-FD8268849CF8}"/>
              </a:ext>
            </a:extLst>
          </p:cNvPr>
          <p:cNvCxnSpPr>
            <a:cxnSpLocks/>
          </p:cNvCxnSpPr>
          <p:nvPr/>
        </p:nvCxnSpPr>
        <p:spPr>
          <a:xfrm>
            <a:off x="1551889" y="1208606"/>
            <a:ext cx="421441" cy="6038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0FC7AB0-01A0-B939-1120-E8A4E90854D9}"/>
              </a:ext>
            </a:extLst>
          </p:cNvPr>
          <p:cNvCxnSpPr>
            <a:cxnSpLocks/>
          </p:cNvCxnSpPr>
          <p:nvPr/>
        </p:nvCxnSpPr>
        <p:spPr>
          <a:xfrm>
            <a:off x="4114419" y="1197640"/>
            <a:ext cx="421441" cy="6038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EB7907-3572-1BB1-FCC7-C9988DAF06DC}"/>
              </a:ext>
            </a:extLst>
          </p:cNvPr>
          <p:cNvCxnSpPr>
            <a:cxnSpLocks/>
          </p:cNvCxnSpPr>
          <p:nvPr/>
        </p:nvCxnSpPr>
        <p:spPr>
          <a:xfrm flipH="1">
            <a:off x="4977600" y="1724379"/>
            <a:ext cx="4891" cy="352335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F03BE7-BDD5-AC1B-32E6-89C375A50848}"/>
              </a:ext>
            </a:extLst>
          </p:cNvPr>
          <p:cNvCxnSpPr>
            <a:cxnSpLocks/>
          </p:cNvCxnSpPr>
          <p:nvPr/>
        </p:nvCxnSpPr>
        <p:spPr>
          <a:xfrm flipH="1">
            <a:off x="4233108" y="2433427"/>
            <a:ext cx="401738" cy="11412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9005412-689F-32D1-E548-1266BB985156}"/>
              </a:ext>
            </a:extLst>
          </p:cNvPr>
          <p:cNvCxnSpPr>
            <a:cxnSpLocks/>
          </p:cNvCxnSpPr>
          <p:nvPr/>
        </p:nvCxnSpPr>
        <p:spPr>
          <a:xfrm flipH="1">
            <a:off x="2907317" y="2911813"/>
            <a:ext cx="252851" cy="40856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C8D1A09-EEFE-329F-60FD-40133D75331C}"/>
              </a:ext>
            </a:extLst>
          </p:cNvPr>
          <p:cNvCxnSpPr>
            <a:cxnSpLocks/>
          </p:cNvCxnSpPr>
          <p:nvPr/>
        </p:nvCxnSpPr>
        <p:spPr>
          <a:xfrm flipH="1">
            <a:off x="1758707" y="4776281"/>
            <a:ext cx="252851" cy="40856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30C35BC-9EEF-66DC-1CFE-1B0284DB4E10}"/>
              </a:ext>
            </a:extLst>
          </p:cNvPr>
          <p:cNvCxnSpPr>
            <a:cxnSpLocks/>
          </p:cNvCxnSpPr>
          <p:nvPr/>
        </p:nvCxnSpPr>
        <p:spPr>
          <a:xfrm flipV="1">
            <a:off x="939847" y="5107365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BEA0CC7-9250-7F61-CF8C-54672EC0E503}"/>
              </a:ext>
            </a:extLst>
          </p:cNvPr>
          <p:cNvCxnSpPr>
            <a:cxnSpLocks/>
          </p:cNvCxnSpPr>
          <p:nvPr/>
        </p:nvCxnSpPr>
        <p:spPr>
          <a:xfrm flipV="1">
            <a:off x="930479" y="1682723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64B2F19-4CA1-1FFE-26F5-9E1C3DB07762}"/>
              </a:ext>
            </a:extLst>
          </p:cNvPr>
          <p:cNvSpPr/>
          <p:nvPr/>
        </p:nvSpPr>
        <p:spPr>
          <a:xfrm>
            <a:off x="6990543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D0E52D-4305-EC90-1BD8-06E3C0F61D92}"/>
              </a:ext>
            </a:extLst>
          </p:cNvPr>
          <p:cNvSpPr/>
          <p:nvPr/>
        </p:nvSpPr>
        <p:spPr>
          <a:xfrm>
            <a:off x="6990542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30A56C-EBBC-D488-010E-EB1B6E44F143}"/>
              </a:ext>
            </a:extLst>
          </p:cNvPr>
          <p:cNvCxnSpPr>
            <a:endCxn id="4" idx="0"/>
          </p:cNvCxnSpPr>
          <p:nvPr/>
        </p:nvCxnSpPr>
        <p:spPr>
          <a:xfrm>
            <a:off x="7315733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A581A-2CE8-322B-E6A3-BF26195D0AF9}"/>
              </a:ext>
            </a:extLst>
          </p:cNvPr>
          <p:cNvSpPr/>
          <p:nvPr/>
        </p:nvSpPr>
        <p:spPr>
          <a:xfrm>
            <a:off x="6990542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DFF596-8ACA-399C-5432-B078B390CB11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315733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F36012-7C85-C9E4-A893-FEAEF425CD18}"/>
              </a:ext>
            </a:extLst>
          </p:cNvPr>
          <p:cNvCxnSpPr/>
          <p:nvPr/>
        </p:nvCxnSpPr>
        <p:spPr>
          <a:xfrm>
            <a:off x="7315733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D66CFF-3A77-7DA3-438B-2457C8A51290}"/>
              </a:ext>
            </a:extLst>
          </p:cNvPr>
          <p:cNvSpPr/>
          <p:nvPr/>
        </p:nvSpPr>
        <p:spPr>
          <a:xfrm>
            <a:off x="9006087" y="995966"/>
            <a:ext cx="650383" cy="394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Load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AEF784-F3AD-227A-870C-76906024B79D}"/>
              </a:ext>
            </a:extLst>
          </p:cNvPr>
          <p:cNvCxnSpPr>
            <a:cxnSpLocks/>
          </p:cNvCxnSpPr>
          <p:nvPr/>
        </p:nvCxnSpPr>
        <p:spPr>
          <a:xfrm>
            <a:off x="7315733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3F15603-558D-43B7-7EC0-756DE3CFD838}"/>
              </a:ext>
            </a:extLst>
          </p:cNvPr>
          <p:cNvSpPr/>
          <p:nvPr/>
        </p:nvSpPr>
        <p:spPr>
          <a:xfrm>
            <a:off x="11021631" y="1513269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Cell1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3D6FB8-EE35-0C7A-071E-7358E7DF26F0}"/>
              </a:ext>
            </a:extLst>
          </p:cNvPr>
          <p:cNvSpPr/>
          <p:nvPr/>
        </p:nvSpPr>
        <p:spPr>
          <a:xfrm>
            <a:off x="11021630" y="2612266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Cell2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B2BA898-493E-B0FE-9A65-F5DE99CB13FE}"/>
              </a:ext>
            </a:extLst>
          </p:cNvPr>
          <p:cNvCxnSpPr>
            <a:endCxn id="38" idx="0"/>
          </p:cNvCxnSpPr>
          <p:nvPr/>
        </p:nvCxnSpPr>
        <p:spPr>
          <a:xfrm>
            <a:off x="11346821" y="229244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B9BB20A-864E-E850-0001-AB87C880526A}"/>
              </a:ext>
            </a:extLst>
          </p:cNvPr>
          <p:cNvSpPr/>
          <p:nvPr/>
        </p:nvSpPr>
        <p:spPr>
          <a:xfrm>
            <a:off x="11021630" y="4896120"/>
            <a:ext cx="650383" cy="7791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Cell-n</a:t>
            </a:r>
            <a:endParaRPr lang="sv-SE" sz="1400" dirty="0">
              <a:solidFill>
                <a:schemeClr val="tx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62A87A-A61B-F733-1433-06DB7CE72821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11346821" y="3391438"/>
            <a:ext cx="1" cy="150468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9EA143C-A8AC-72D0-B7EA-43B1EBA64603}"/>
              </a:ext>
            </a:extLst>
          </p:cNvPr>
          <p:cNvCxnSpPr/>
          <p:nvPr/>
        </p:nvCxnSpPr>
        <p:spPr>
          <a:xfrm>
            <a:off x="11346821" y="1193444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2037715-F523-A164-4D6A-C4D89FB17D2B}"/>
              </a:ext>
            </a:extLst>
          </p:cNvPr>
          <p:cNvCxnSpPr>
            <a:cxnSpLocks/>
          </p:cNvCxnSpPr>
          <p:nvPr/>
        </p:nvCxnSpPr>
        <p:spPr>
          <a:xfrm>
            <a:off x="9656470" y="1193444"/>
            <a:ext cx="169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9FADE34-BACB-7625-AAE6-6F07B39E914B}"/>
              </a:ext>
            </a:extLst>
          </p:cNvPr>
          <p:cNvCxnSpPr>
            <a:cxnSpLocks/>
            <a:endCxn id="50" idx="3"/>
          </p:cNvCxnSpPr>
          <p:nvPr/>
        </p:nvCxnSpPr>
        <p:spPr>
          <a:xfrm>
            <a:off x="7327672" y="2444841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6F0F1054-21C3-5690-B071-6C923A3FCBB1}"/>
              </a:ext>
            </a:extLst>
          </p:cNvPr>
          <p:cNvSpPr/>
          <p:nvPr/>
        </p:nvSpPr>
        <p:spPr>
          <a:xfrm rot="5400000">
            <a:off x="8318003" y="2277416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3165B4B-D857-AFA9-8EAF-9C25004E4869}"/>
              </a:ext>
            </a:extLst>
          </p:cNvPr>
          <p:cNvCxnSpPr/>
          <p:nvPr/>
        </p:nvCxnSpPr>
        <p:spPr>
          <a:xfrm>
            <a:off x="8614217" y="2284928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CEF8B946-DF3F-21AB-2402-48318A1D85CC}"/>
              </a:ext>
            </a:extLst>
          </p:cNvPr>
          <p:cNvSpPr/>
          <p:nvPr/>
        </p:nvSpPr>
        <p:spPr>
          <a:xfrm rot="16200000">
            <a:off x="10110645" y="2253805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DE3BDB-21FB-A73C-E4D5-65CC64753B2F}"/>
              </a:ext>
            </a:extLst>
          </p:cNvPr>
          <p:cNvCxnSpPr>
            <a:cxnSpLocks/>
          </p:cNvCxnSpPr>
          <p:nvPr/>
        </p:nvCxnSpPr>
        <p:spPr>
          <a:xfrm rot="10800000">
            <a:off x="10072009" y="2261316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537C967-F090-F984-FD4B-93D6640E8695}"/>
              </a:ext>
            </a:extLst>
          </p:cNvPr>
          <p:cNvCxnSpPr>
            <a:cxnSpLocks/>
          </p:cNvCxnSpPr>
          <p:nvPr/>
        </p:nvCxnSpPr>
        <p:spPr>
          <a:xfrm>
            <a:off x="10397201" y="2444840"/>
            <a:ext cx="951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EB7F31D-1CD5-D719-514C-16B0270C72BF}"/>
              </a:ext>
            </a:extLst>
          </p:cNvPr>
          <p:cNvCxnSpPr>
            <a:cxnSpLocks/>
            <a:stCxn id="50" idx="0"/>
          </p:cNvCxnSpPr>
          <p:nvPr/>
        </p:nvCxnSpPr>
        <p:spPr>
          <a:xfrm>
            <a:off x="8614217" y="2444841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270028-BF35-329B-2989-4EC2520C9AEE}"/>
              </a:ext>
            </a:extLst>
          </p:cNvPr>
          <p:cNvCxnSpPr>
            <a:cxnSpLocks/>
          </p:cNvCxnSpPr>
          <p:nvPr/>
        </p:nvCxnSpPr>
        <p:spPr>
          <a:xfrm>
            <a:off x="9822515" y="2421230"/>
            <a:ext cx="249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50D0AE-ECEA-3605-81D9-6395EB5D95DA}"/>
              </a:ext>
            </a:extLst>
          </p:cNvPr>
          <p:cNvCxnSpPr>
            <a:cxnSpLocks/>
          </p:cNvCxnSpPr>
          <p:nvPr/>
        </p:nvCxnSpPr>
        <p:spPr>
          <a:xfrm>
            <a:off x="8863711" y="2444840"/>
            <a:ext cx="2179516" cy="3550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5D37F68-BE69-37DA-BAC6-7BD48C9578E4}"/>
              </a:ext>
            </a:extLst>
          </p:cNvPr>
          <p:cNvCxnSpPr>
            <a:cxnSpLocks/>
          </p:cNvCxnSpPr>
          <p:nvPr/>
        </p:nvCxnSpPr>
        <p:spPr>
          <a:xfrm flipH="1">
            <a:off x="7631266" y="2421229"/>
            <a:ext cx="2191249" cy="3573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5B66732-56AB-E79F-2ED5-1EBC22C23C82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11346822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3852C4D-E3D3-DDF7-A8CA-A866D22B9E2A}"/>
              </a:ext>
            </a:extLst>
          </p:cNvPr>
          <p:cNvSpPr txBox="1"/>
          <p:nvPr/>
        </p:nvSpPr>
        <p:spPr>
          <a:xfrm>
            <a:off x="8582157" y="1638597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Diodes for Return Paths </a:t>
            </a:r>
            <a:endParaRPr lang="sv-SE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FDDF43-BFA2-12E7-069B-24AC3F63CECF}"/>
              </a:ext>
            </a:extLst>
          </p:cNvPr>
          <p:cNvCxnSpPr>
            <a:cxnSpLocks/>
          </p:cNvCxnSpPr>
          <p:nvPr/>
        </p:nvCxnSpPr>
        <p:spPr>
          <a:xfrm>
            <a:off x="11043227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349B9D0-CB41-9DCB-5072-F0B89D5612B6}"/>
              </a:ext>
            </a:extLst>
          </p:cNvPr>
          <p:cNvCxnSpPr>
            <a:cxnSpLocks/>
          </p:cNvCxnSpPr>
          <p:nvPr/>
        </p:nvCxnSpPr>
        <p:spPr>
          <a:xfrm>
            <a:off x="7315733" y="5675292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1D228F8-9C54-7A1E-2B04-F11BB55D6B79}"/>
              </a:ext>
            </a:extLst>
          </p:cNvPr>
          <p:cNvCxnSpPr>
            <a:cxnSpLocks/>
          </p:cNvCxnSpPr>
          <p:nvPr/>
        </p:nvCxnSpPr>
        <p:spPr>
          <a:xfrm>
            <a:off x="7327672" y="5995116"/>
            <a:ext cx="3035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E76B3270-E32B-B860-6F1D-532EAA46FFA1}"/>
              </a:ext>
            </a:extLst>
          </p:cNvPr>
          <p:cNvSpPr/>
          <p:nvPr/>
        </p:nvSpPr>
        <p:spPr>
          <a:xfrm>
            <a:off x="6666081" y="914399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57844CD-98FE-AFA1-4861-DEC421028CE0}"/>
              </a:ext>
            </a:extLst>
          </p:cNvPr>
          <p:cNvSpPr/>
          <p:nvPr/>
        </p:nvSpPr>
        <p:spPr>
          <a:xfrm>
            <a:off x="10695769" y="914399"/>
            <a:ext cx="1309689" cy="5345298"/>
          </a:xfrm>
          <a:prstGeom prst="rect">
            <a:avLst/>
          </a:prstGeom>
          <a:solidFill>
            <a:srgbClr val="6699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1A32B2B-3366-5F64-1B78-4A58053AAB58}"/>
              </a:ext>
            </a:extLst>
          </p:cNvPr>
          <p:cNvSpPr txBox="1"/>
          <p:nvPr/>
        </p:nvSpPr>
        <p:spPr>
          <a:xfrm>
            <a:off x="6465379" y="282531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Positive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C7A1CC-0B94-5CBB-B200-5758C23AF66A}"/>
              </a:ext>
            </a:extLst>
          </p:cNvPr>
          <p:cNvSpPr txBox="1"/>
          <p:nvPr/>
        </p:nvSpPr>
        <p:spPr>
          <a:xfrm>
            <a:off x="10501644" y="276538"/>
            <a:ext cx="169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Negative Cells </a:t>
            </a:r>
          </a:p>
          <a:p>
            <a:pPr algn="ctr"/>
            <a:r>
              <a:rPr lang="en-US" dirty="0"/>
              <a:t>Group</a:t>
            </a:r>
            <a:endParaRPr lang="sv-SE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40C1353-2283-E453-78D2-08E00D883536}"/>
              </a:ext>
            </a:extLst>
          </p:cNvPr>
          <p:cNvCxnSpPr>
            <a:cxnSpLocks/>
          </p:cNvCxnSpPr>
          <p:nvPr/>
        </p:nvCxnSpPr>
        <p:spPr>
          <a:xfrm flipH="1" flipV="1">
            <a:off x="11321725" y="1171323"/>
            <a:ext cx="6721" cy="477898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C9CA683-45C8-F7AA-4BB6-1C392DED7669}"/>
              </a:ext>
            </a:extLst>
          </p:cNvPr>
          <p:cNvCxnSpPr>
            <a:cxnSpLocks/>
          </p:cNvCxnSpPr>
          <p:nvPr/>
        </p:nvCxnSpPr>
        <p:spPr>
          <a:xfrm flipH="1">
            <a:off x="7320563" y="1204787"/>
            <a:ext cx="399623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DBFDB80-5ED4-3717-B23C-0D5A88E1CAB7}"/>
              </a:ext>
            </a:extLst>
          </p:cNvPr>
          <p:cNvCxnSpPr>
            <a:cxnSpLocks/>
          </p:cNvCxnSpPr>
          <p:nvPr/>
        </p:nvCxnSpPr>
        <p:spPr>
          <a:xfrm>
            <a:off x="7295071" y="1239431"/>
            <a:ext cx="24436" cy="121477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16ECB10-BD51-0E4F-436F-48F701BE96D9}"/>
              </a:ext>
            </a:extLst>
          </p:cNvPr>
          <p:cNvCxnSpPr>
            <a:cxnSpLocks/>
          </p:cNvCxnSpPr>
          <p:nvPr/>
        </p:nvCxnSpPr>
        <p:spPr>
          <a:xfrm>
            <a:off x="7294053" y="2452353"/>
            <a:ext cx="1562142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CBB74F7-A632-8374-CBE2-3C20ADFE4291}"/>
              </a:ext>
            </a:extLst>
          </p:cNvPr>
          <p:cNvCxnSpPr>
            <a:cxnSpLocks/>
          </p:cNvCxnSpPr>
          <p:nvPr/>
        </p:nvCxnSpPr>
        <p:spPr>
          <a:xfrm flipH="1" flipV="1">
            <a:off x="8856195" y="2437328"/>
            <a:ext cx="2193164" cy="3506273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C197232-60D5-5BDE-6FED-4DCCF4F0CAB3}"/>
              </a:ext>
            </a:extLst>
          </p:cNvPr>
          <p:cNvCxnSpPr>
            <a:cxnSpLocks/>
          </p:cNvCxnSpPr>
          <p:nvPr/>
        </p:nvCxnSpPr>
        <p:spPr>
          <a:xfrm>
            <a:off x="10986423" y="5957016"/>
            <a:ext cx="33037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C521FF3-A9A6-32FB-BEE6-DCA258717C0B}"/>
              </a:ext>
            </a:extLst>
          </p:cNvPr>
          <p:cNvCxnSpPr>
            <a:cxnSpLocks/>
          </p:cNvCxnSpPr>
          <p:nvPr/>
        </p:nvCxnSpPr>
        <p:spPr>
          <a:xfrm>
            <a:off x="7550172" y="2434847"/>
            <a:ext cx="421441" cy="6038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D932B8B-0A3F-4BA9-098E-C0536133262C}"/>
              </a:ext>
            </a:extLst>
          </p:cNvPr>
          <p:cNvCxnSpPr>
            <a:cxnSpLocks/>
          </p:cNvCxnSpPr>
          <p:nvPr/>
        </p:nvCxnSpPr>
        <p:spPr>
          <a:xfrm flipH="1">
            <a:off x="7291607" y="1550520"/>
            <a:ext cx="4891" cy="352335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258C71C-4208-17E2-A1D2-3430CA43D513}"/>
              </a:ext>
            </a:extLst>
          </p:cNvPr>
          <p:cNvCxnSpPr>
            <a:cxnSpLocks/>
          </p:cNvCxnSpPr>
          <p:nvPr/>
        </p:nvCxnSpPr>
        <p:spPr>
          <a:xfrm flipH="1">
            <a:off x="10411364" y="1200888"/>
            <a:ext cx="401738" cy="11412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93AA5E8-9C83-D104-52CE-A17ADBF34504}"/>
              </a:ext>
            </a:extLst>
          </p:cNvPr>
          <p:cNvCxnSpPr>
            <a:cxnSpLocks/>
          </p:cNvCxnSpPr>
          <p:nvPr/>
        </p:nvCxnSpPr>
        <p:spPr>
          <a:xfrm>
            <a:off x="9023944" y="2718737"/>
            <a:ext cx="232734" cy="366204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AC0FCC7-A1E1-8FB3-1F2A-D7D2BFA7837B}"/>
              </a:ext>
            </a:extLst>
          </p:cNvPr>
          <p:cNvCxnSpPr>
            <a:cxnSpLocks/>
          </p:cNvCxnSpPr>
          <p:nvPr/>
        </p:nvCxnSpPr>
        <p:spPr>
          <a:xfrm flipV="1">
            <a:off x="11328446" y="5107365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B79943C-6529-042A-546F-A818A8D338F0}"/>
              </a:ext>
            </a:extLst>
          </p:cNvPr>
          <p:cNvCxnSpPr>
            <a:cxnSpLocks/>
          </p:cNvCxnSpPr>
          <p:nvPr/>
        </p:nvCxnSpPr>
        <p:spPr>
          <a:xfrm flipV="1">
            <a:off x="11313582" y="1783421"/>
            <a:ext cx="0" cy="356681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8B6A46F-0E53-7130-1818-8451F73A6CF4}"/>
              </a:ext>
            </a:extLst>
          </p:cNvPr>
          <p:cNvCxnSpPr>
            <a:cxnSpLocks/>
          </p:cNvCxnSpPr>
          <p:nvPr/>
        </p:nvCxnSpPr>
        <p:spPr>
          <a:xfrm>
            <a:off x="10304737" y="4741161"/>
            <a:ext cx="232734" cy="366204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9AA5D5D-F24A-029B-B2A3-191A66109F3D}"/>
              </a:ext>
            </a:extLst>
          </p:cNvPr>
          <p:cNvCxnSpPr>
            <a:cxnSpLocks/>
          </p:cNvCxnSpPr>
          <p:nvPr/>
        </p:nvCxnSpPr>
        <p:spPr>
          <a:xfrm flipH="1">
            <a:off x="7846398" y="1191799"/>
            <a:ext cx="401738" cy="11412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F75DC1F0-50CE-0E89-844B-FA4105714D1B}"/>
              </a:ext>
            </a:extLst>
          </p:cNvPr>
          <p:cNvSpPr txBox="1"/>
          <p:nvPr/>
        </p:nvSpPr>
        <p:spPr>
          <a:xfrm>
            <a:off x="2171429" y="6053453"/>
            <a:ext cx="1690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>
                <a:solidFill>
                  <a:schemeClr val="tx1"/>
                </a:solidFill>
              </a:rPr>
              <a:t>a)</a:t>
            </a:r>
            <a:endParaRPr lang="sv-SE" sz="2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37B92FF-559D-95B5-C953-9C839E2B797C}"/>
              </a:ext>
            </a:extLst>
          </p:cNvPr>
          <p:cNvSpPr txBox="1"/>
          <p:nvPr/>
        </p:nvSpPr>
        <p:spPr>
          <a:xfrm>
            <a:off x="8381656" y="6053453"/>
            <a:ext cx="1690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(b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181873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D2077F1-109D-C90B-FA89-E7AA88C5FB16}"/>
              </a:ext>
            </a:extLst>
          </p:cNvPr>
          <p:cNvSpPr/>
          <p:nvPr/>
        </p:nvSpPr>
        <p:spPr>
          <a:xfrm>
            <a:off x="5815885" y="4071441"/>
            <a:ext cx="282789" cy="815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C22AA7-4C5B-171F-AC8C-69DC90A193B6}"/>
              </a:ext>
            </a:extLst>
          </p:cNvPr>
          <p:cNvSpPr/>
          <p:nvPr/>
        </p:nvSpPr>
        <p:spPr>
          <a:xfrm>
            <a:off x="5815885" y="4229613"/>
            <a:ext cx="282789" cy="4990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929E09-900D-9292-0DEC-8CF4A753766B}"/>
              </a:ext>
            </a:extLst>
          </p:cNvPr>
          <p:cNvSpPr/>
          <p:nvPr/>
        </p:nvSpPr>
        <p:spPr>
          <a:xfrm>
            <a:off x="2511203" y="3527010"/>
            <a:ext cx="2470158" cy="1969638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796BC-0446-4EFC-1759-A14E0080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53" y="-60772"/>
            <a:ext cx="5676900" cy="23431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E57126-357C-1D10-D09E-2D965B8D456A}"/>
              </a:ext>
            </a:extLst>
          </p:cNvPr>
          <p:cNvSpPr/>
          <p:nvPr/>
        </p:nvSpPr>
        <p:spPr>
          <a:xfrm>
            <a:off x="2534869" y="3929231"/>
            <a:ext cx="2422826" cy="10648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A91D4F-EC1C-6D38-7AD3-CA5AC8944EDA}"/>
              </a:ext>
            </a:extLst>
          </p:cNvPr>
          <p:cNvSpPr/>
          <p:nvPr/>
        </p:nvSpPr>
        <p:spPr>
          <a:xfrm>
            <a:off x="1988820" y="4352834"/>
            <a:ext cx="3498651" cy="2526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ABF565-6EDE-B55A-A3A1-B26E55595ADA}"/>
              </a:ext>
            </a:extLst>
          </p:cNvPr>
          <p:cNvSpPr/>
          <p:nvPr/>
        </p:nvSpPr>
        <p:spPr>
          <a:xfrm>
            <a:off x="5815885" y="4411527"/>
            <a:ext cx="282789" cy="135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68173A-8AA5-A626-8CBE-BA75C2E6C076}"/>
              </a:ext>
            </a:extLst>
          </p:cNvPr>
          <p:cNvSpPr/>
          <p:nvPr/>
        </p:nvSpPr>
        <p:spPr>
          <a:xfrm>
            <a:off x="6146882" y="4471689"/>
            <a:ext cx="1227346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206888-529E-A527-5E5B-2AEFF71C6EB8}"/>
              </a:ext>
            </a:extLst>
          </p:cNvPr>
          <p:cNvSpPr/>
          <p:nvPr/>
        </p:nvSpPr>
        <p:spPr>
          <a:xfrm>
            <a:off x="6146882" y="4660883"/>
            <a:ext cx="1227346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3D548F-F1A4-C3AF-9466-9E82DDCCE3B1}"/>
              </a:ext>
            </a:extLst>
          </p:cNvPr>
          <p:cNvSpPr/>
          <p:nvPr/>
        </p:nvSpPr>
        <p:spPr>
          <a:xfrm>
            <a:off x="6146882" y="4110017"/>
            <a:ext cx="1227346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80B36EC3-6126-CB4B-113A-E54A3D57087D}"/>
              </a:ext>
            </a:extLst>
          </p:cNvPr>
          <p:cNvSpPr/>
          <p:nvPr/>
        </p:nvSpPr>
        <p:spPr>
          <a:xfrm rot="5400000">
            <a:off x="5245187" y="4271300"/>
            <a:ext cx="572933" cy="341810"/>
          </a:xfrm>
          <a:prstGeom prst="curvedRightArrow">
            <a:avLst>
              <a:gd name="adj1" fmla="val 25000"/>
              <a:gd name="adj2" fmla="val 36784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30EBB7-E023-3C1D-2A8C-169146277D12}"/>
              </a:ext>
            </a:extLst>
          </p:cNvPr>
          <p:cNvSpPr/>
          <p:nvPr/>
        </p:nvSpPr>
        <p:spPr>
          <a:xfrm>
            <a:off x="5487473" y="4345381"/>
            <a:ext cx="344694" cy="2526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978E2-57A4-0B41-B8B6-C263D44C66B2}"/>
              </a:ext>
            </a:extLst>
          </p:cNvPr>
          <p:cNvSpPr/>
          <p:nvPr/>
        </p:nvSpPr>
        <p:spPr>
          <a:xfrm>
            <a:off x="7374225" y="4417396"/>
            <a:ext cx="282789" cy="1624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34B2D-0EFF-B76A-F461-06EDC4DE87A7}"/>
              </a:ext>
            </a:extLst>
          </p:cNvPr>
          <p:cNvSpPr/>
          <p:nvPr/>
        </p:nvSpPr>
        <p:spPr>
          <a:xfrm>
            <a:off x="7374226" y="4625200"/>
            <a:ext cx="282789" cy="1624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4276C4-C473-928E-751D-E5AC4AE85467}"/>
              </a:ext>
            </a:extLst>
          </p:cNvPr>
          <p:cNvSpPr/>
          <p:nvPr/>
        </p:nvSpPr>
        <p:spPr>
          <a:xfrm>
            <a:off x="7374225" y="4051653"/>
            <a:ext cx="282789" cy="1624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3EF168-0137-8191-1DD9-035BD92FEA10}"/>
              </a:ext>
            </a:extLst>
          </p:cNvPr>
          <p:cNvSpPr txBox="1"/>
          <p:nvPr/>
        </p:nvSpPr>
        <p:spPr>
          <a:xfrm>
            <a:off x="5502642" y="3663691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PV Cells</a:t>
            </a:r>
            <a:endParaRPr lang="sv-S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847E00-328B-2B6A-6A65-5CFF03F970E9}"/>
              </a:ext>
            </a:extLst>
          </p:cNvPr>
          <p:cNvSpPr txBox="1"/>
          <p:nvPr/>
        </p:nvSpPr>
        <p:spPr>
          <a:xfrm>
            <a:off x="7190016" y="3324280"/>
            <a:ext cx="1241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Light Sources</a:t>
            </a:r>
            <a:endParaRPr lang="sv-SE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510AF1-B7AA-05A2-4611-44C62A653A48}"/>
              </a:ext>
            </a:extLst>
          </p:cNvPr>
          <p:cNvSpPr txBox="1"/>
          <p:nvPr/>
        </p:nvSpPr>
        <p:spPr>
          <a:xfrm>
            <a:off x="7657014" y="3925351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LS1</a:t>
            </a:r>
            <a:endParaRPr lang="sv-S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97DAAC-A640-B9BC-AA48-1ACC5BA87F38}"/>
              </a:ext>
            </a:extLst>
          </p:cNvPr>
          <p:cNvSpPr txBox="1"/>
          <p:nvPr/>
        </p:nvSpPr>
        <p:spPr>
          <a:xfrm>
            <a:off x="7657014" y="4327163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LS2</a:t>
            </a:r>
            <a:endParaRPr lang="sv-S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5483B5-EF6B-F1EB-80B9-33D844D54F7A}"/>
              </a:ext>
            </a:extLst>
          </p:cNvPr>
          <p:cNvSpPr txBox="1"/>
          <p:nvPr/>
        </p:nvSpPr>
        <p:spPr>
          <a:xfrm>
            <a:off x="7657014" y="4546755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LS3</a:t>
            </a:r>
            <a:endParaRPr lang="sv-S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7A8C21-F86B-F38A-1648-220D0D9E00BB}"/>
              </a:ext>
            </a:extLst>
          </p:cNvPr>
          <p:cNvSpPr txBox="1"/>
          <p:nvPr/>
        </p:nvSpPr>
        <p:spPr>
          <a:xfrm>
            <a:off x="3329500" y="3492160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Stator</a:t>
            </a:r>
            <a:endParaRPr lang="sv-S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4169A3-8EE6-3B9B-CB0D-4B330E54C2CE}"/>
              </a:ext>
            </a:extLst>
          </p:cNvPr>
          <p:cNvSpPr txBox="1"/>
          <p:nvPr/>
        </p:nvSpPr>
        <p:spPr>
          <a:xfrm>
            <a:off x="3329500" y="3947626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Rotor</a:t>
            </a:r>
            <a:endParaRPr lang="sv-S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5A22EB-F3E4-E051-E321-BD4099B2DD64}"/>
              </a:ext>
            </a:extLst>
          </p:cNvPr>
          <p:cNvSpPr txBox="1"/>
          <p:nvPr/>
        </p:nvSpPr>
        <p:spPr>
          <a:xfrm>
            <a:off x="3329498" y="4294034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Shaft</a:t>
            </a:r>
            <a:endParaRPr lang="sv-S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CB49A93-18CC-553D-CACC-378C8C9F0740}"/>
              </a:ext>
            </a:extLst>
          </p:cNvPr>
          <p:cNvSpPr/>
          <p:nvPr/>
        </p:nvSpPr>
        <p:spPr>
          <a:xfrm>
            <a:off x="2163955" y="4213700"/>
            <a:ext cx="169388" cy="4927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8CD8EC-1AF1-AAF4-EC31-F59C756405B5}"/>
              </a:ext>
            </a:extLst>
          </p:cNvPr>
          <p:cNvSpPr/>
          <p:nvPr/>
        </p:nvSpPr>
        <p:spPr>
          <a:xfrm>
            <a:off x="5167674" y="4248446"/>
            <a:ext cx="169388" cy="4927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46DF1C-11BA-7FE8-3E41-9410525D81AF}"/>
              </a:ext>
            </a:extLst>
          </p:cNvPr>
          <p:cNvSpPr txBox="1"/>
          <p:nvPr/>
        </p:nvSpPr>
        <p:spPr>
          <a:xfrm>
            <a:off x="1543357" y="3840642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Bearing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088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E0DE986-7DC0-E7CD-A4E2-5E27141AB0AE}"/>
              </a:ext>
            </a:extLst>
          </p:cNvPr>
          <p:cNvSpPr/>
          <p:nvPr/>
        </p:nvSpPr>
        <p:spPr>
          <a:xfrm>
            <a:off x="4684403" y="1882384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A0039-441B-C915-0E3F-D04B0705B814}"/>
              </a:ext>
            </a:extLst>
          </p:cNvPr>
          <p:cNvCxnSpPr>
            <a:cxnSpLocks/>
          </p:cNvCxnSpPr>
          <p:nvPr/>
        </p:nvCxnSpPr>
        <p:spPr>
          <a:xfrm rot="16200000">
            <a:off x="4813191" y="1737957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DAC5B0-B52F-6C58-7D80-CA180473BD23}"/>
              </a:ext>
            </a:extLst>
          </p:cNvPr>
          <p:cNvCxnSpPr>
            <a:cxnSpLocks/>
          </p:cNvCxnSpPr>
          <p:nvPr/>
        </p:nvCxnSpPr>
        <p:spPr>
          <a:xfrm>
            <a:off x="4813192" y="1499077"/>
            <a:ext cx="0" cy="4565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15B413-0176-42B5-CBFF-89D9D5351BC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13192" y="2217234"/>
            <a:ext cx="0" cy="370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4A4945D-5D65-2226-505D-007CA9288CAA}"/>
              </a:ext>
            </a:extLst>
          </p:cNvPr>
          <p:cNvSpPr/>
          <p:nvPr/>
        </p:nvSpPr>
        <p:spPr>
          <a:xfrm rot="10800000">
            <a:off x="3282522" y="1881990"/>
            <a:ext cx="257578" cy="3348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95F781-4780-CF0C-DCC5-84B3C9FC830B}"/>
              </a:ext>
            </a:extLst>
          </p:cNvPr>
          <p:cNvCxnSpPr>
            <a:cxnSpLocks/>
          </p:cNvCxnSpPr>
          <p:nvPr/>
        </p:nvCxnSpPr>
        <p:spPr>
          <a:xfrm rot="16200000">
            <a:off x="3411310" y="2039581"/>
            <a:ext cx="1" cy="319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E0E96C-2B5E-8A8A-2365-FFF2A1A60C7B}"/>
              </a:ext>
            </a:extLst>
          </p:cNvPr>
          <p:cNvCxnSpPr>
            <a:cxnSpLocks/>
          </p:cNvCxnSpPr>
          <p:nvPr/>
        </p:nvCxnSpPr>
        <p:spPr>
          <a:xfrm flipH="1">
            <a:off x="3411311" y="1517913"/>
            <a:ext cx="6942" cy="352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71E092-648F-19BC-4D6C-E2D69EBDCAB4}"/>
              </a:ext>
            </a:extLst>
          </p:cNvPr>
          <p:cNvCxnSpPr>
            <a:cxnSpLocks/>
          </p:cNvCxnSpPr>
          <p:nvPr/>
        </p:nvCxnSpPr>
        <p:spPr>
          <a:xfrm>
            <a:off x="3411311" y="2211009"/>
            <a:ext cx="0" cy="348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4ED00C4-7F2D-7590-9C89-8A8CAF66F37F}"/>
              </a:ext>
            </a:extLst>
          </p:cNvPr>
          <p:cNvSpPr/>
          <p:nvPr/>
        </p:nvSpPr>
        <p:spPr>
          <a:xfrm>
            <a:off x="2616869" y="1836795"/>
            <a:ext cx="405122" cy="41024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0FA56A-7D5A-EA17-E660-8063A8C1B7E1}"/>
              </a:ext>
            </a:extLst>
          </p:cNvPr>
          <p:cNvCxnSpPr>
            <a:cxnSpLocks/>
          </p:cNvCxnSpPr>
          <p:nvPr/>
        </p:nvCxnSpPr>
        <p:spPr>
          <a:xfrm flipV="1">
            <a:off x="2815145" y="1908819"/>
            <a:ext cx="0" cy="302190"/>
          </a:xfrm>
          <a:prstGeom prst="straightConnector1">
            <a:avLst/>
          </a:prstGeom>
          <a:ln w="25400"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3EA221-AEB3-C0E8-38D9-EE3F05CB8B6F}"/>
              </a:ext>
            </a:extLst>
          </p:cNvPr>
          <p:cNvCxnSpPr>
            <a:cxnSpLocks/>
          </p:cNvCxnSpPr>
          <p:nvPr/>
        </p:nvCxnSpPr>
        <p:spPr>
          <a:xfrm>
            <a:off x="1960466" y="1528342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19FA9F-6095-F39A-B2AA-3C396A532FE2}"/>
              </a:ext>
            </a:extLst>
          </p:cNvPr>
          <p:cNvCxnSpPr>
            <a:cxnSpLocks/>
          </p:cNvCxnSpPr>
          <p:nvPr/>
        </p:nvCxnSpPr>
        <p:spPr>
          <a:xfrm>
            <a:off x="1892896" y="1612863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A292866-180C-2C4C-F17F-195B38A80EB6}"/>
              </a:ext>
            </a:extLst>
          </p:cNvPr>
          <p:cNvCxnSpPr>
            <a:cxnSpLocks/>
          </p:cNvCxnSpPr>
          <p:nvPr/>
        </p:nvCxnSpPr>
        <p:spPr>
          <a:xfrm>
            <a:off x="1817089" y="1682984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7E361F-7D69-F9A4-4BCE-E9E535F28A2C}"/>
              </a:ext>
            </a:extLst>
          </p:cNvPr>
          <p:cNvCxnSpPr>
            <a:cxnSpLocks/>
          </p:cNvCxnSpPr>
          <p:nvPr/>
        </p:nvCxnSpPr>
        <p:spPr>
          <a:xfrm>
            <a:off x="1749519" y="1767505"/>
            <a:ext cx="305794" cy="263821"/>
          </a:xfrm>
          <a:prstGeom prst="straightConnector1">
            <a:avLst/>
          </a:prstGeom>
          <a:ln w="12700"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7A00E7-D2E9-86A3-0BB1-34368B8E3F7C}"/>
              </a:ext>
            </a:extLst>
          </p:cNvPr>
          <p:cNvCxnSpPr>
            <a:cxnSpLocks/>
          </p:cNvCxnSpPr>
          <p:nvPr/>
        </p:nvCxnSpPr>
        <p:spPr>
          <a:xfrm>
            <a:off x="2815145" y="1516971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898BCF-BB6F-5A7E-6888-5F693245B198}"/>
              </a:ext>
            </a:extLst>
          </p:cNvPr>
          <p:cNvCxnSpPr>
            <a:cxnSpLocks/>
          </p:cNvCxnSpPr>
          <p:nvPr/>
        </p:nvCxnSpPr>
        <p:spPr>
          <a:xfrm>
            <a:off x="2812487" y="2239807"/>
            <a:ext cx="0" cy="319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0AFD09-3320-94FD-16EC-F40AA9AA9453}"/>
              </a:ext>
            </a:extLst>
          </p:cNvPr>
          <p:cNvCxnSpPr>
            <a:cxnSpLocks/>
          </p:cNvCxnSpPr>
          <p:nvPr/>
        </p:nvCxnSpPr>
        <p:spPr>
          <a:xfrm>
            <a:off x="2812487" y="2563993"/>
            <a:ext cx="2001276" cy="13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5A955D8-EE9F-596A-46BF-B676F92CC0D8}"/>
              </a:ext>
            </a:extLst>
          </p:cNvPr>
          <p:cNvCxnSpPr>
            <a:cxnSpLocks/>
          </p:cNvCxnSpPr>
          <p:nvPr/>
        </p:nvCxnSpPr>
        <p:spPr>
          <a:xfrm>
            <a:off x="2819430" y="1512352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00E1E3-EEFB-E503-D552-19CE89B87AD5}"/>
              </a:ext>
            </a:extLst>
          </p:cNvPr>
          <p:cNvCxnSpPr>
            <a:cxnSpLocks/>
          </p:cNvCxnSpPr>
          <p:nvPr/>
        </p:nvCxnSpPr>
        <p:spPr>
          <a:xfrm flipH="1">
            <a:off x="3880700" y="1517913"/>
            <a:ext cx="274299" cy="3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3D6A34C-8D94-2598-2974-3DEB06281B46}"/>
              </a:ext>
            </a:extLst>
          </p:cNvPr>
          <p:cNvCxnSpPr>
            <a:cxnSpLocks/>
          </p:cNvCxnSpPr>
          <p:nvPr/>
        </p:nvCxnSpPr>
        <p:spPr>
          <a:xfrm flipV="1">
            <a:off x="4154999" y="1321896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FD9D11-0546-BC80-8739-E5B4EE0C9CDB}"/>
              </a:ext>
            </a:extLst>
          </p:cNvPr>
          <p:cNvCxnSpPr>
            <a:cxnSpLocks/>
          </p:cNvCxnSpPr>
          <p:nvPr/>
        </p:nvCxnSpPr>
        <p:spPr>
          <a:xfrm flipH="1" flipV="1">
            <a:off x="4154999" y="1321896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88D88B-215C-E2EB-8A16-CFAA4328C796}"/>
              </a:ext>
            </a:extLst>
          </p:cNvPr>
          <p:cNvCxnSpPr>
            <a:cxnSpLocks/>
          </p:cNvCxnSpPr>
          <p:nvPr/>
        </p:nvCxnSpPr>
        <p:spPr>
          <a:xfrm flipV="1">
            <a:off x="4259065" y="1328175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60DBC9-687E-6A9D-8AF4-405D5882112F}"/>
              </a:ext>
            </a:extLst>
          </p:cNvPr>
          <p:cNvCxnSpPr>
            <a:cxnSpLocks/>
          </p:cNvCxnSpPr>
          <p:nvPr/>
        </p:nvCxnSpPr>
        <p:spPr>
          <a:xfrm flipH="1" flipV="1">
            <a:off x="4259065" y="1328175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830835-E69C-0539-FD38-AF93452EBE77}"/>
              </a:ext>
            </a:extLst>
          </p:cNvPr>
          <p:cNvCxnSpPr>
            <a:cxnSpLocks/>
          </p:cNvCxnSpPr>
          <p:nvPr/>
        </p:nvCxnSpPr>
        <p:spPr>
          <a:xfrm flipV="1">
            <a:off x="4363130" y="1315617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ECECE2C-6FC0-6919-FA5C-4FEB3667B9A0}"/>
              </a:ext>
            </a:extLst>
          </p:cNvPr>
          <p:cNvCxnSpPr>
            <a:cxnSpLocks/>
          </p:cNvCxnSpPr>
          <p:nvPr/>
        </p:nvCxnSpPr>
        <p:spPr>
          <a:xfrm flipH="1" flipV="1">
            <a:off x="4363130" y="1315617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5EB77C-27E1-7D30-C4F7-A54965845ECB}"/>
              </a:ext>
            </a:extLst>
          </p:cNvPr>
          <p:cNvCxnSpPr>
            <a:cxnSpLocks/>
          </p:cNvCxnSpPr>
          <p:nvPr/>
        </p:nvCxnSpPr>
        <p:spPr>
          <a:xfrm flipV="1">
            <a:off x="4467196" y="1321896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A93BD4-C5BD-9CE3-F9F5-EF61E19E8683}"/>
              </a:ext>
            </a:extLst>
          </p:cNvPr>
          <p:cNvCxnSpPr>
            <a:cxnSpLocks/>
          </p:cNvCxnSpPr>
          <p:nvPr/>
        </p:nvCxnSpPr>
        <p:spPr>
          <a:xfrm flipH="1" flipV="1">
            <a:off x="4467196" y="1321896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7150C0-4C49-9EB5-3AFF-54CC27BBA32B}"/>
              </a:ext>
            </a:extLst>
          </p:cNvPr>
          <p:cNvCxnSpPr>
            <a:cxnSpLocks/>
          </p:cNvCxnSpPr>
          <p:nvPr/>
        </p:nvCxnSpPr>
        <p:spPr>
          <a:xfrm rot="5400000" flipV="1">
            <a:off x="3981093" y="1783412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E5614F4-6CEB-3B79-6DE4-B155D463B6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35908" y="1842293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AD3C85-D7D8-CFA3-7DF3-F438D2299504}"/>
              </a:ext>
            </a:extLst>
          </p:cNvPr>
          <p:cNvCxnSpPr>
            <a:cxnSpLocks/>
          </p:cNvCxnSpPr>
          <p:nvPr/>
        </p:nvCxnSpPr>
        <p:spPr>
          <a:xfrm rot="5400000" flipV="1">
            <a:off x="3974814" y="1887478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292833-8508-7C82-EBE9-3F58DCA5D89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29629" y="1946359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C62BF1-FF21-FEC9-D965-84693E7E17F5}"/>
              </a:ext>
            </a:extLst>
          </p:cNvPr>
          <p:cNvCxnSpPr>
            <a:cxnSpLocks/>
          </p:cNvCxnSpPr>
          <p:nvPr/>
        </p:nvCxnSpPr>
        <p:spPr>
          <a:xfrm rot="5400000" flipV="1">
            <a:off x="3987372" y="1991543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97E2034-6D6F-CA9D-74F5-1C0B6C6A4F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42187" y="2050424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0C5E4F-8698-B59C-872E-60A3DCD1AFC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81093" y="2095609"/>
            <a:ext cx="0" cy="19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048993-BE2D-BF08-8444-2204C1DE305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35908" y="2154490"/>
            <a:ext cx="104066" cy="1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25DCE6B-D591-C115-5DCE-2C7EB6859E7A}"/>
              </a:ext>
            </a:extLst>
          </p:cNvPr>
          <p:cNvCxnSpPr>
            <a:cxnSpLocks/>
          </p:cNvCxnSpPr>
          <p:nvPr/>
        </p:nvCxnSpPr>
        <p:spPr>
          <a:xfrm flipH="1">
            <a:off x="4565731" y="1499077"/>
            <a:ext cx="2474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E67CA82-7D2C-50B3-B29A-37859E929F72}"/>
              </a:ext>
            </a:extLst>
          </p:cNvPr>
          <p:cNvCxnSpPr>
            <a:cxnSpLocks/>
          </p:cNvCxnSpPr>
          <p:nvPr/>
        </p:nvCxnSpPr>
        <p:spPr>
          <a:xfrm flipH="1">
            <a:off x="3885766" y="1517913"/>
            <a:ext cx="6942" cy="352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06E8F81-6888-98D4-FD6E-35801A45D7A7}"/>
              </a:ext>
            </a:extLst>
          </p:cNvPr>
          <p:cNvCxnSpPr>
            <a:cxnSpLocks/>
          </p:cNvCxnSpPr>
          <p:nvPr/>
        </p:nvCxnSpPr>
        <p:spPr>
          <a:xfrm>
            <a:off x="3902490" y="2293767"/>
            <a:ext cx="0" cy="29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091BEDE-A718-C43A-440A-6E5508ED267F}"/>
              </a:ext>
            </a:extLst>
          </p:cNvPr>
          <p:cNvSpPr txBox="1"/>
          <p:nvPr/>
        </p:nvSpPr>
        <p:spPr>
          <a:xfrm>
            <a:off x="2202341" y="1844973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sz="1400" dirty="0" err="1"/>
              <a:t>ph</a:t>
            </a:r>
            <a:endParaRPr lang="sv-S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494E4E-DD75-4B5B-34DA-2BAE47CBB206}"/>
              </a:ext>
            </a:extLst>
          </p:cNvPr>
          <p:cNvSpPr txBox="1"/>
          <p:nvPr/>
        </p:nvSpPr>
        <p:spPr>
          <a:xfrm>
            <a:off x="3500922" y="1853423"/>
            <a:ext cx="33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sv-SE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A5622C-3088-A009-C0AE-44C430E69325}"/>
              </a:ext>
            </a:extLst>
          </p:cNvPr>
          <p:cNvSpPr txBox="1"/>
          <p:nvPr/>
        </p:nvSpPr>
        <p:spPr>
          <a:xfrm>
            <a:off x="4062244" y="1876888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sz="1400" dirty="0"/>
              <a:t>p</a:t>
            </a:r>
            <a:endParaRPr lang="sv-S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6CCF87-9475-9369-D9CF-B4FB4BFE9BC1}"/>
              </a:ext>
            </a:extLst>
          </p:cNvPr>
          <p:cNvSpPr txBox="1"/>
          <p:nvPr/>
        </p:nvSpPr>
        <p:spPr>
          <a:xfrm>
            <a:off x="4140967" y="942898"/>
            <a:ext cx="44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sz="1400" dirty="0"/>
              <a:t>s</a:t>
            </a:r>
            <a:endParaRPr lang="sv-S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3F730-59C6-FB90-4273-3C5B2309DBFA}"/>
              </a:ext>
            </a:extLst>
          </p:cNvPr>
          <p:cNvSpPr txBox="1"/>
          <p:nvPr/>
        </p:nvSpPr>
        <p:spPr>
          <a:xfrm>
            <a:off x="4390816" y="2538120"/>
            <a:ext cx="93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</a:t>
            </a:r>
            <a:r>
              <a:rPr lang="en-US" sz="1400" dirty="0" err="1"/>
              <a:t>bypass</a:t>
            </a:r>
            <a:endParaRPr lang="sv-S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70B9FA-1E67-E2B0-C274-55A83987C0EB}"/>
              </a:ext>
            </a:extLst>
          </p:cNvPr>
          <p:cNvSpPr txBox="1"/>
          <p:nvPr/>
        </p:nvSpPr>
        <p:spPr>
          <a:xfrm>
            <a:off x="1509448" y="1159010"/>
            <a:ext cx="74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Laser</a:t>
            </a:r>
            <a:endParaRPr lang="sv-SE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30C24A-65F7-5782-D7AF-A78BE3BEC882}"/>
              </a:ext>
            </a:extLst>
          </p:cNvPr>
          <p:cNvCxnSpPr>
            <a:cxnSpLocks/>
          </p:cNvCxnSpPr>
          <p:nvPr/>
        </p:nvCxnSpPr>
        <p:spPr>
          <a:xfrm>
            <a:off x="4807487" y="1503291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2D4C585-9B6E-1937-196A-94DE94007154}"/>
              </a:ext>
            </a:extLst>
          </p:cNvPr>
          <p:cNvCxnSpPr>
            <a:cxnSpLocks/>
          </p:cNvCxnSpPr>
          <p:nvPr/>
        </p:nvCxnSpPr>
        <p:spPr>
          <a:xfrm>
            <a:off x="4807487" y="2576515"/>
            <a:ext cx="1066335" cy="1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451C95A-4E1F-5BD9-FDC8-07E9DEF9829A}"/>
              </a:ext>
            </a:extLst>
          </p:cNvPr>
          <p:cNvSpPr/>
          <p:nvPr/>
        </p:nvSpPr>
        <p:spPr>
          <a:xfrm rot="5400000">
            <a:off x="5558613" y="1826764"/>
            <a:ext cx="650383" cy="3949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5BADFC-910C-F652-03EB-CFF7E640DF5C}"/>
              </a:ext>
            </a:extLst>
          </p:cNvPr>
          <p:cNvSpPr txBox="1"/>
          <p:nvPr/>
        </p:nvSpPr>
        <p:spPr>
          <a:xfrm>
            <a:off x="6083242" y="1833848"/>
            <a:ext cx="836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Load</a:t>
            </a:r>
            <a:endParaRPr lang="sv-SE" sz="1800" dirty="0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0418B4-AFCC-BEB3-2E3B-1F3E51AB33B5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5873822" y="1499077"/>
            <a:ext cx="9982" cy="19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71AA226-3607-8DC5-9A44-C16BD102B954}"/>
              </a:ext>
            </a:extLst>
          </p:cNvPr>
          <p:cNvCxnSpPr>
            <a:cxnSpLocks/>
          </p:cNvCxnSpPr>
          <p:nvPr/>
        </p:nvCxnSpPr>
        <p:spPr>
          <a:xfrm>
            <a:off x="5883804" y="2349226"/>
            <a:ext cx="0" cy="210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7657446-E5E5-4B3E-A1A2-9160D6B2519A}"/>
              </a:ext>
            </a:extLst>
          </p:cNvPr>
          <p:cNvCxnSpPr/>
          <p:nvPr/>
        </p:nvCxnSpPr>
        <p:spPr>
          <a:xfrm>
            <a:off x="7360920" y="942898"/>
            <a:ext cx="0" cy="1708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31208BE-7E22-9473-AF9C-717647070229}"/>
              </a:ext>
            </a:extLst>
          </p:cNvPr>
          <p:cNvCxnSpPr>
            <a:cxnSpLocks/>
          </p:cNvCxnSpPr>
          <p:nvPr/>
        </p:nvCxnSpPr>
        <p:spPr>
          <a:xfrm flipH="1">
            <a:off x="7360920" y="2651760"/>
            <a:ext cx="27756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22B140F-C33A-0F88-7210-FC6B8E67F4C1}"/>
              </a:ext>
            </a:extLst>
          </p:cNvPr>
          <p:cNvCxnSpPr>
            <a:cxnSpLocks/>
          </p:cNvCxnSpPr>
          <p:nvPr/>
        </p:nvCxnSpPr>
        <p:spPr>
          <a:xfrm>
            <a:off x="7360920" y="1089660"/>
            <a:ext cx="2103120" cy="16002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E3B8D02-B1A2-6AC1-0211-26497C972EBD}"/>
              </a:ext>
            </a:extLst>
          </p:cNvPr>
          <p:cNvCxnSpPr>
            <a:cxnSpLocks/>
          </p:cNvCxnSpPr>
          <p:nvPr/>
        </p:nvCxnSpPr>
        <p:spPr>
          <a:xfrm flipV="1">
            <a:off x="7360919" y="723869"/>
            <a:ext cx="2341151" cy="192789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9468A225-C58A-65BA-77DE-13A1503137D0}"/>
              </a:ext>
            </a:extLst>
          </p:cNvPr>
          <p:cNvSpPr/>
          <p:nvPr/>
        </p:nvSpPr>
        <p:spPr>
          <a:xfrm>
            <a:off x="7353300" y="723869"/>
            <a:ext cx="2324100" cy="1965991"/>
          </a:xfrm>
          <a:custGeom>
            <a:avLst/>
            <a:gdLst>
              <a:gd name="csX0" fmla="*/ 0 w 2324100"/>
              <a:gd name="csY0" fmla="*/ 1927891 h 1965991"/>
              <a:gd name="csX1" fmla="*/ 1760220 w 2324100"/>
              <a:gd name="csY1" fmla="*/ 31 h 1965991"/>
              <a:gd name="csX2" fmla="*/ 2324100 w 2324100"/>
              <a:gd name="csY2" fmla="*/ 1965991 h 1965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24100" h="1965991">
                <a:moveTo>
                  <a:pt x="0" y="1927891"/>
                </a:moveTo>
                <a:cubicBezTo>
                  <a:pt x="686435" y="960786"/>
                  <a:pt x="1372870" y="-6319"/>
                  <a:pt x="1760220" y="31"/>
                </a:cubicBezTo>
                <a:cubicBezTo>
                  <a:pt x="2147570" y="6381"/>
                  <a:pt x="2148840" y="1672621"/>
                  <a:pt x="2324100" y="196599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A92D51B-3BB8-4781-55DE-A4112D775312}"/>
              </a:ext>
            </a:extLst>
          </p:cNvPr>
          <p:cNvCxnSpPr>
            <a:endCxn id="96" idx="2"/>
          </p:cNvCxnSpPr>
          <p:nvPr/>
        </p:nvCxnSpPr>
        <p:spPr>
          <a:xfrm>
            <a:off x="9464040" y="1249680"/>
            <a:ext cx="213360" cy="144018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21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447CBB-4E09-1398-A98B-133F63FAC147}"/>
              </a:ext>
            </a:extLst>
          </p:cNvPr>
          <p:cNvSpPr/>
          <p:nvPr/>
        </p:nvSpPr>
        <p:spPr>
          <a:xfrm>
            <a:off x="6052105" y="3638949"/>
            <a:ext cx="282789" cy="815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8A48D-1A9A-38B3-A401-8F55A879C1F5}"/>
              </a:ext>
            </a:extLst>
          </p:cNvPr>
          <p:cNvSpPr/>
          <p:nvPr/>
        </p:nvSpPr>
        <p:spPr>
          <a:xfrm>
            <a:off x="6052105" y="3797121"/>
            <a:ext cx="282789" cy="4990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E9EB66-4181-204E-F8FF-CCC2B77B3795}"/>
              </a:ext>
            </a:extLst>
          </p:cNvPr>
          <p:cNvSpPr/>
          <p:nvPr/>
        </p:nvSpPr>
        <p:spPr>
          <a:xfrm>
            <a:off x="2747423" y="3094518"/>
            <a:ext cx="2470158" cy="1969638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BC5FB-7598-A08F-F6B3-C44DEFAC3D07}"/>
              </a:ext>
            </a:extLst>
          </p:cNvPr>
          <p:cNvSpPr/>
          <p:nvPr/>
        </p:nvSpPr>
        <p:spPr>
          <a:xfrm>
            <a:off x="2771089" y="3496739"/>
            <a:ext cx="2422826" cy="10648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F19D8-6C0E-1330-5CB0-66212D9DBE64}"/>
              </a:ext>
            </a:extLst>
          </p:cNvPr>
          <p:cNvSpPr/>
          <p:nvPr/>
        </p:nvSpPr>
        <p:spPr>
          <a:xfrm>
            <a:off x="2225040" y="3920342"/>
            <a:ext cx="3498651" cy="2526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164564-B5C5-8D1F-4D10-C07FA916FD64}"/>
              </a:ext>
            </a:extLst>
          </p:cNvPr>
          <p:cNvSpPr/>
          <p:nvPr/>
        </p:nvSpPr>
        <p:spPr>
          <a:xfrm>
            <a:off x="6052105" y="3979035"/>
            <a:ext cx="282789" cy="135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437438-4769-B45D-4765-7D86287D9027}"/>
              </a:ext>
            </a:extLst>
          </p:cNvPr>
          <p:cNvSpPr/>
          <p:nvPr/>
        </p:nvSpPr>
        <p:spPr>
          <a:xfrm>
            <a:off x="6383102" y="4039197"/>
            <a:ext cx="1227346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43ACAE-95E8-0E78-F88A-E7B7FE6A0DBC}"/>
              </a:ext>
            </a:extLst>
          </p:cNvPr>
          <p:cNvSpPr/>
          <p:nvPr/>
        </p:nvSpPr>
        <p:spPr>
          <a:xfrm>
            <a:off x="6383102" y="4228391"/>
            <a:ext cx="1227346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81656B-6AA2-FD50-60AC-53E67698FADC}"/>
              </a:ext>
            </a:extLst>
          </p:cNvPr>
          <p:cNvSpPr/>
          <p:nvPr/>
        </p:nvSpPr>
        <p:spPr>
          <a:xfrm>
            <a:off x="6383102" y="3677525"/>
            <a:ext cx="1227346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52528A81-D81F-BDCD-CC7D-50DD48BDFCA8}"/>
              </a:ext>
            </a:extLst>
          </p:cNvPr>
          <p:cNvSpPr/>
          <p:nvPr/>
        </p:nvSpPr>
        <p:spPr>
          <a:xfrm rot="5400000">
            <a:off x="5481407" y="3838808"/>
            <a:ext cx="572933" cy="341810"/>
          </a:xfrm>
          <a:prstGeom prst="curvedRightArrow">
            <a:avLst>
              <a:gd name="adj1" fmla="val 25000"/>
              <a:gd name="adj2" fmla="val 36784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8CE6BC-E285-93D4-C95E-FAB63A05A7E7}"/>
              </a:ext>
            </a:extLst>
          </p:cNvPr>
          <p:cNvSpPr/>
          <p:nvPr/>
        </p:nvSpPr>
        <p:spPr>
          <a:xfrm>
            <a:off x="5723693" y="3912889"/>
            <a:ext cx="344694" cy="2526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7E23FC-40CC-99B5-4B99-56543D26148C}"/>
              </a:ext>
            </a:extLst>
          </p:cNvPr>
          <p:cNvSpPr/>
          <p:nvPr/>
        </p:nvSpPr>
        <p:spPr>
          <a:xfrm>
            <a:off x="7610445" y="3984904"/>
            <a:ext cx="282789" cy="1624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0D21E-58AA-93AA-F7DE-3863D04AA5F6}"/>
              </a:ext>
            </a:extLst>
          </p:cNvPr>
          <p:cNvSpPr/>
          <p:nvPr/>
        </p:nvSpPr>
        <p:spPr>
          <a:xfrm>
            <a:off x="7610446" y="4192708"/>
            <a:ext cx="282789" cy="1624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25EC88-A79E-DC99-7F4E-412766AA529F}"/>
              </a:ext>
            </a:extLst>
          </p:cNvPr>
          <p:cNvSpPr/>
          <p:nvPr/>
        </p:nvSpPr>
        <p:spPr>
          <a:xfrm>
            <a:off x="7610445" y="3619161"/>
            <a:ext cx="282789" cy="1624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70882E-55EB-E44A-5F58-E5A5D1EDA2D2}"/>
              </a:ext>
            </a:extLst>
          </p:cNvPr>
          <p:cNvSpPr txBox="1"/>
          <p:nvPr/>
        </p:nvSpPr>
        <p:spPr>
          <a:xfrm>
            <a:off x="5738862" y="3231199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PV Cells</a:t>
            </a:r>
            <a:endParaRPr lang="sv-S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2E2D34-91FF-B1C1-801C-71A9D26FF737}"/>
              </a:ext>
            </a:extLst>
          </p:cNvPr>
          <p:cNvSpPr txBox="1"/>
          <p:nvPr/>
        </p:nvSpPr>
        <p:spPr>
          <a:xfrm>
            <a:off x="7426236" y="2891788"/>
            <a:ext cx="1241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Light Sources</a:t>
            </a:r>
            <a:endParaRPr lang="sv-S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712211-1E2F-58CC-CA4A-12B6CC7851AB}"/>
              </a:ext>
            </a:extLst>
          </p:cNvPr>
          <p:cNvSpPr txBox="1"/>
          <p:nvPr/>
        </p:nvSpPr>
        <p:spPr>
          <a:xfrm>
            <a:off x="7893234" y="3492859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LS1</a:t>
            </a:r>
            <a:endParaRPr lang="sv-S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097693-34A5-00E2-F85A-1E9DBFC915CA}"/>
              </a:ext>
            </a:extLst>
          </p:cNvPr>
          <p:cNvSpPr txBox="1"/>
          <p:nvPr/>
        </p:nvSpPr>
        <p:spPr>
          <a:xfrm>
            <a:off x="7893234" y="3894671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LS2</a:t>
            </a:r>
            <a:endParaRPr lang="sv-S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BE933A-D279-977F-B9F6-5BC835AB0DB4}"/>
              </a:ext>
            </a:extLst>
          </p:cNvPr>
          <p:cNvSpPr txBox="1"/>
          <p:nvPr/>
        </p:nvSpPr>
        <p:spPr>
          <a:xfrm>
            <a:off x="7893234" y="4114263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LS3</a:t>
            </a:r>
            <a:endParaRPr lang="sv-S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F77064-AB1F-5B6C-3B67-A3B5D9364D30}"/>
              </a:ext>
            </a:extLst>
          </p:cNvPr>
          <p:cNvSpPr txBox="1"/>
          <p:nvPr/>
        </p:nvSpPr>
        <p:spPr>
          <a:xfrm>
            <a:off x="3565720" y="3059668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Stator</a:t>
            </a:r>
            <a:endParaRPr lang="sv-S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48261F-D0E4-07D7-7841-D83CE084AB2C}"/>
              </a:ext>
            </a:extLst>
          </p:cNvPr>
          <p:cNvSpPr txBox="1"/>
          <p:nvPr/>
        </p:nvSpPr>
        <p:spPr>
          <a:xfrm>
            <a:off x="3565720" y="3515134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Rotor</a:t>
            </a:r>
            <a:endParaRPr lang="sv-S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F9B263-3445-392E-F5DD-F05E1F880AFA}"/>
              </a:ext>
            </a:extLst>
          </p:cNvPr>
          <p:cNvSpPr txBox="1"/>
          <p:nvPr/>
        </p:nvSpPr>
        <p:spPr>
          <a:xfrm>
            <a:off x="3565718" y="3861542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Shaft</a:t>
            </a:r>
            <a:endParaRPr lang="sv-S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4A157F-A668-DBB7-2EED-6E602218A5F9}"/>
              </a:ext>
            </a:extLst>
          </p:cNvPr>
          <p:cNvSpPr/>
          <p:nvPr/>
        </p:nvSpPr>
        <p:spPr>
          <a:xfrm>
            <a:off x="2400175" y="3781208"/>
            <a:ext cx="169388" cy="4927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A0F172-4BC4-083B-4112-8DC873D0FF5B}"/>
              </a:ext>
            </a:extLst>
          </p:cNvPr>
          <p:cNvSpPr/>
          <p:nvPr/>
        </p:nvSpPr>
        <p:spPr>
          <a:xfrm>
            <a:off x="5403894" y="3815954"/>
            <a:ext cx="169388" cy="4927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D0AE2F-765B-EAC6-069B-22C6A772CB1E}"/>
              </a:ext>
            </a:extLst>
          </p:cNvPr>
          <p:cNvSpPr txBox="1"/>
          <p:nvPr/>
        </p:nvSpPr>
        <p:spPr>
          <a:xfrm>
            <a:off x="1779577" y="3408150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Bearing</a:t>
            </a:r>
            <a:endParaRPr lang="sv-SE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586A3F-BC57-9C1E-53BA-C617E1C0CDA7}"/>
              </a:ext>
            </a:extLst>
          </p:cNvPr>
          <p:cNvSpPr/>
          <p:nvPr/>
        </p:nvSpPr>
        <p:spPr>
          <a:xfrm>
            <a:off x="2723757" y="471800"/>
            <a:ext cx="2470158" cy="1969638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43D4FE-CA56-B643-48F3-4712244D4C3C}"/>
              </a:ext>
            </a:extLst>
          </p:cNvPr>
          <p:cNvSpPr/>
          <p:nvPr/>
        </p:nvSpPr>
        <p:spPr>
          <a:xfrm>
            <a:off x="2747423" y="874021"/>
            <a:ext cx="2422826" cy="10648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4D3CE7-AF60-0F57-C074-015DCFB0093D}"/>
              </a:ext>
            </a:extLst>
          </p:cNvPr>
          <p:cNvSpPr/>
          <p:nvPr/>
        </p:nvSpPr>
        <p:spPr>
          <a:xfrm>
            <a:off x="2201374" y="1297624"/>
            <a:ext cx="3498651" cy="2526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5C2FF2-EBC4-780D-FA8A-F4C5CE2A831E}"/>
              </a:ext>
            </a:extLst>
          </p:cNvPr>
          <p:cNvSpPr/>
          <p:nvPr/>
        </p:nvSpPr>
        <p:spPr>
          <a:xfrm>
            <a:off x="6028439" y="1356317"/>
            <a:ext cx="282789" cy="135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30982F-BA5B-1B19-CF2B-00C72038D0A9}"/>
              </a:ext>
            </a:extLst>
          </p:cNvPr>
          <p:cNvSpPr/>
          <p:nvPr/>
        </p:nvSpPr>
        <p:spPr>
          <a:xfrm>
            <a:off x="6334894" y="1416479"/>
            <a:ext cx="1227346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8" name="Arrow: Curved Right 37">
            <a:extLst>
              <a:ext uri="{FF2B5EF4-FFF2-40B4-BE49-F238E27FC236}">
                <a16:creationId xmlns:a16="http://schemas.microsoft.com/office/drawing/2014/main" id="{2F8BAF12-B87B-FB67-A9D2-A86BC919E10D}"/>
              </a:ext>
            </a:extLst>
          </p:cNvPr>
          <p:cNvSpPr/>
          <p:nvPr/>
        </p:nvSpPr>
        <p:spPr>
          <a:xfrm rot="5400000">
            <a:off x="5457741" y="1216090"/>
            <a:ext cx="572933" cy="341810"/>
          </a:xfrm>
          <a:prstGeom prst="curvedRightArrow">
            <a:avLst>
              <a:gd name="adj1" fmla="val 25000"/>
              <a:gd name="adj2" fmla="val 36784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47C273-82F1-23DD-3E4D-7DBA37E77340}"/>
              </a:ext>
            </a:extLst>
          </p:cNvPr>
          <p:cNvSpPr/>
          <p:nvPr/>
        </p:nvSpPr>
        <p:spPr>
          <a:xfrm>
            <a:off x="5700027" y="1290171"/>
            <a:ext cx="344694" cy="2526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9F736D-A409-8244-16F3-C094EB99DD88}"/>
              </a:ext>
            </a:extLst>
          </p:cNvPr>
          <p:cNvSpPr/>
          <p:nvPr/>
        </p:nvSpPr>
        <p:spPr>
          <a:xfrm>
            <a:off x="7555519" y="1359316"/>
            <a:ext cx="282789" cy="1624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DBAA12-B4C3-D676-C35D-9E20820718BA}"/>
              </a:ext>
            </a:extLst>
          </p:cNvPr>
          <p:cNvSpPr txBox="1"/>
          <p:nvPr/>
        </p:nvSpPr>
        <p:spPr>
          <a:xfrm>
            <a:off x="5738862" y="716862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PV Cells</a:t>
            </a:r>
            <a:endParaRPr lang="sv-S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BAEB98-4792-6DC2-B6CD-4D55F8C6E3A9}"/>
              </a:ext>
            </a:extLst>
          </p:cNvPr>
          <p:cNvSpPr txBox="1"/>
          <p:nvPr/>
        </p:nvSpPr>
        <p:spPr>
          <a:xfrm>
            <a:off x="7477673" y="621836"/>
            <a:ext cx="1241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Light Source</a:t>
            </a:r>
            <a:endParaRPr lang="sv-S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90365C-5827-6E58-4143-C02C699E1499}"/>
              </a:ext>
            </a:extLst>
          </p:cNvPr>
          <p:cNvSpPr txBox="1"/>
          <p:nvPr/>
        </p:nvSpPr>
        <p:spPr>
          <a:xfrm>
            <a:off x="7869568" y="1271953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LS1</a:t>
            </a:r>
            <a:endParaRPr lang="sv-S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979F72-A604-97A3-D462-B607B829371F}"/>
              </a:ext>
            </a:extLst>
          </p:cNvPr>
          <p:cNvSpPr txBox="1"/>
          <p:nvPr/>
        </p:nvSpPr>
        <p:spPr>
          <a:xfrm>
            <a:off x="3542054" y="436950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Stator</a:t>
            </a:r>
            <a:endParaRPr lang="sv-SE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F46919-560F-3B12-DFAD-ED40CF543087}"/>
              </a:ext>
            </a:extLst>
          </p:cNvPr>
          <p:cNvSpPr txBox="1"/>
          <p:nvPr/>
        </p:nvSpPr>
        <p:spPr>
          <a:xfrm>
            <a:off x="3542054" y="892416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Rotor</a:t>
            </a:r>
            <a:endParaRPr lang="sv-SE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9D5393-31EC-38F9-7FEA-FE47717BDFE6}"/>
              </a:ext>
            </a:extLst>
          </p:cNvPr>
          <p:cNvSpPr txBox="1"/>
          <p:nvPr/>
        </p:nvSpPr>
        <p:spPr>
          <a:xfrm>
            <a:off x="3542052" y="1238824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Shaft</a:t>
            </a:r>
            <a:endParaRPr lang="sv-SE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0054C9-0968-B8FF-153F-961310BEC8F8}"/>
              </a:ext>
            </a:extLst>
          </p:cNvPr>
          <p:cNvSpPr/>
          <p:nvPr/>
        </p:nvSpPr>
        <p:spPr>
          <a:xfrm>
            <a:off x="2376509" y="1158490"/>
            <a:ext cx="169388" cy="4927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A985F0-5ABD-CC2F-1401-D1AC311B3E27}"/>
              </a:ext>
            </a:extLst>
          </p:cNvPr>
          <p:cNvSpPr/>
          <p:nvPr/>
        </p:nvSpPr>
        <p:spPr>
          <a:xfrm>
            <a:off x="5380228" y="1193236"/>
            <a:ext cx="169388" cy="4927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F0AB5F-610F-1155-93C6-AD7D4C4C503A}"/>
              </a:ext>
            </a:extLst>
          </p:cNvPr>
          <p:cNvSpPr txBox="1"/>
          <p:nvPr/>
        </p:nvSpPr>
        <p:spPr>
          <a:xfrm>
            <a:off x="1755911" y="785432"/>
            <a:ext cx="124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Bearing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8820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5525</TotalTime>
  <Words>162</Words>
  <Application>Microsoft Office PowerPoint</Application>
  <PresentationFormat>Widescreen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 Royal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Enes Ayaz</dc:creator>
  <cp:lastModifiedBy>Enes Ayaz</cp:lastModifiedBy>
  <cp:revision>9</cp:revision>
  <dcterms:created xsi:type="dcterms:W3CDTF">2026-04-22T12:05:15Z</dcterms:created>
  <dcterms:modified xsi:type="dcterms:W3CDTF">2026-04-27T12:40:06Z</dcterms:modified>
</cp:coreProperties>
</file>