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185"/>
    <a:srgbClr val="B4016D"/>
    <a:srgbClr val="2B2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52041-1F69-4EE8-A1C1-432E4D80A538}" v="81" dt="2026-04-17T17:46:06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94660"/>
  </p:normalViewPr>
  <p:slideViewPr>
    <p:cSldViewPr snapToGrid="0">
      <p:cViewPr>
        <p:scale>
          <a:sx n="25" d="100"/>
          <a:sy n="25" d="100"/>
        </p:scale>
        <p:origin x="355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osuke Ota" userId="ca473f5a-80a5-414f-8425-fd37d197ae63" providerId="ADAL" clId="{4AFA1E52-264A-4A1C-999F-31B049C3043A}"/>
    <pc:docChg chg="undo custSel addSld delSld modSld sldOrd modMainMaster">
      <pc:chgData name="Ryosuke Ota" userId="ca473f5a-80a5-414f-8425-fd37d197ae63" providerId="ADAL" clId="{4AFA1E52-264A-4A1C-999F-31B049C3043A}" dt="2026-04-18T02:53:02.216" v="720" actId="113"/>
      <pc:docMkLst>
        <pc:docMk/>
      </pc:docMkLst>
      <pc:sldChg chg="addSp delSp modSp new del mod">
        <pc:chgData name="Ryosuke Ota" userId="ca473f5a-80a5-414f-8425-fd37d197ae63" providerId="ADAL" clId="{4AFA1E52-264A-4A1C-999F-31B049C3043A}" dt="2026-04-17T17:19:47.073" v="370" actId="47"/>
        <pc:sldMkLst>
          <pc:docMk/>
          <pc:sldMk cId="1693600945" sldId="256"/>
        </pc:sldMkLst>
        <pc:spChg chg="add del mod">
          <ac:chgData name="Ryosuke Ota" userId="ca473f5a-80a5-414f-8425-fd37d197ae63" providerId="ADAL" clId="{4AFA1E52-264A-4A1C-999F-31B049C3043A}" dt="2026-04-17T16:22:10.356" v="164" actId="14100"/>
          <ac:spMkLst>
            <pc:docMk/>
            <pc:sldMk cId="1693600945" sldId="256"/>
            <ac:spMk id="2" creationId="{A11AC74B-4A29-7B69-A525-938BC3CCDBE9}"/>
          </ac:spMkLst>
        </pc:spChg>
        <pc:spChg chg="add del">
          <ac:chgData name="Ryosuke Ota" userId="ca473f5a-80a5-414f-8425-fd37d197ae63" providerId="ADAL" clId="{4AFA1E52-264A-4A1C-999F-31B049C3043A}" dt="2026-04-17T16:01:35.061" v="5" actId="478"/>
          <ac:spMkLst>
            <pc:docMk/>
            <pc:sldMk cId="1693600945" sldId="256"/>
            <ac:spMk id="3" creationId="{4240F7F8-DAC8-6C57-393B-69B77DF75D8D}"/>
          </ac:spMkLst>
        </pc:spChg>
        <pc:spChg chg="add del mod">
          <ac:chgData name="Ryosuke Ota" userId="ca473f5a-80a5-414f-8425-fd37d197ae63" providerId="ADAL" clId="{4AFA1E52-264A-4A1C-999F-31B049C3043A}" dt="2026-04-17T16:22:27.848" v="168" actId="478"/>
          <ac:spMkLst>
            <pc:docMk/>
            <pc:sldMk cId="1693600945" sldId="256"/>
            <ac:spMk id="9" creationId="{6721AB6F-2006-E347-E652-86E491EAC102}"/>
          </ac:spMkLst>
        </pc:spChg>
        <pc:spChg chg="add del mod">
          <ac:chgData name="Ryosuke Ota" userId="ca473f5a-80a5-414f-8425-fd37d197ae63" providerId="ADAL" clId="{4AFA1E52-264A-4A1C-999F-31B049C3043A}" dt="2026-04-17T16:22:52.641" v="170" actId="478"/>
          <ac:spMkLst>
            <pc:docMk/>
            <pc:sldMk cId="1693600945" sldId="256"/>
            <ac:spMk id="10" creationId="{B7D928A1-0FD6-1C4F-5FB3-BEAB34219F66}"/>
          </ac:spMkLst>
        </pc:spChg>
        <pc:spChg chg="add del mod">
          <ac:chgData name="Ryosuke Ota" userId="ca473f5a-80a5-414f-8425-fd37d197ae63" providerId="ADAL" clId="{4AFA1E52-264A-4A1C-999F-31B049C3043A}" dt="2026-04-17T16:30:57.898" v="198" actId="478"/>
          <ac:spMkLst>
            <pc:docMk/>
            <pc:sldMk cId="1693600945" sldId="256"/>
            <ac:spMk id="11" creationId="{6E8CEFF9-CDA4-33D5-175B-72B816E8D345}"/>
          </ac:spMkLst>
        </pc:spChg>
        <pc:spChg chg="add mod">
          <ac:chgData name="Ryosuke Ota" userId="ca473f5a-80a5-414f-8425-fd37d197ae63" providerId="ADAL" clId="{4AFA1E52-264A-4A1C-999F-31B049C3043A}" dt="2026-04-17T16:19:03.911" v="145" actId="122"/>
          <ac:spMkLst>
            <pc:docMk/>
            <pc:sldMk cId="1693600945" sldId="256"/>
            <ac:spMk id="12" creationId="{C8377B36-C900-4C61-9F01-F3ABC86B0842}"/>
          </ac:spMkLst>
        </pc:spChg>
        <pc:spChg chg="add mod">
          <ac:chgData name="Ryosuke Ota" userId="ca473f5a-80a5-414f-8425-fd37d197ae63" providerId="ADAL" clId="{4AFA1E52-264A-4A1C-999F-31B049C3043A}" dt="2026-04-17T16:22:38.980" v="169" actId="115"/>
          <ac:spMkLst>
            <pc:docMk/>
            <pc:sldMk cId="1693600945" sldId="256"/>
            <ac:spMk id="13" creationId="{BF948996-04B9-5CFE-CE8F-132A62C29DFB}"/>
          </ac:spMkLst>
        </pc:spChg>
        <pc:spChg chg="add mod">
          <ac:chgData name="Ryosuke Ota" userId="ca473f5a-80a5-414f-8425-fd37d197ae63" providerId="ADAL" clId="{4AFA1E52-264A-4A1C-999F-31B049C3043A}" dt="2026-04-17T16:22:23.737" v="167" actId="1076"/>
          <ac:spMkLst>
            <pc:docMk/>
            <pc:sldMk cId="1693600945" sldId="256"/>
            <ac:spMk id="14" creationId="{620511F8-CEE0-42D1-95C3-9018ACAB45B3}"/>
          </ac:spMkLst>
        </pc:spChg>
        <pc:spChg chg="add mod">
          <ac:chgData name="Ryosuke Ota" userId="ca473f5a-80a5-414f-8425-fd37d197ae63" providerId="ADAL" clId="{4AFA1E52-264A-4A1C-999F-31B049C3043A}" dt="2026-04-17T16:24:15.558" v="185" actId="20577"/>
          <ac:spMkLst>
            <pc:docMk/>
            <pc:sldMk cId="1693600945" sldId="256"/>
            <ac:spMk id="15" creationId="{E51939C9-3D4D-6A42-4008-8FF46465248E}"/>
          </ac:spMkLst>
        </pc:spChg>
        <pc:spChg chg="add del">
          <ac:chgData name="Ryosuke Ota" userId="ca473f5a-80a5-414f-8425-fd37d197ae63" providerId="ADAL" clId="{4AFA1E52-264A-4A1C-999F-31B049C3043A}" dt="2026-04-17T16:29:53.884" v="192" actId="22"/>
          <ac:spMkLst>
            <pc:docMk/>
            <pc:sldMk cId="1693600945" sldId="256"/>
            <ac:spMk id="19" creationId="{A839395B-B693-FE12-9C8D-9E14C700EF0D}"/>
          </ac:spMkLst>
        </pc:spChg>
        <pc:grpChg chg="add mod">
          <ac:chgData name="Ryosuke Ota" userId="ca473f5a-80a5-414f-8425-fd37d197ae63" providerId="ADAL" clId="{4AFA1E52-264A-4A1C-999F-31B049C3043A}" dt="2026-04-17T16:05:50.769" v="101" actId="1076"/>
          <ac:grpSpMkLst>
            <pc:docMk/>
            <pc:sldMk cId="1693600945" sldId="256"/>
            <ac:grpSpMk id="4" creationId="{F25E1CD7-0F72-5501-8520-99FA4AF93EF5}"/>
          </ac:grpSpMkLst>
        </pc:grpChg>
        <pc:picChg chg="mod">
          <ac:chgData name="Ryosuke Ota" userId="ca473f5a-80a5-414f-8425-fd37d197ae63" providerId="ADAL" clId="{4AFA1E52-264A-4A1C-999F-31B049C3043A}" dt="2026-04-17T16:05:50.769" v="101" actId="1076"/>
          <ac:picMkLst>
            <pc:docMk/>
            <pc:sldMk cId="1693600945" sldId="256"/>
            <ac:picMk id="5" creationId="{0F760C0F-028C-41CE-DC1C-AC2E7487A3D5}"/>
          </ac:picMkLst>
        </pc:picChg>
        <pc:picChg chg="mod">
          <ac:chgData name="Ryosuke Ota" userId="ca473f5a-80a5-414f-8425-fd37d197ae63" providerId="ADAL" clId="{4AFA1E52-264A-4A1C-999F-31B049C3043A}" dt="2026-04-17T16:05:50.769" v="101" actId="1076"/>
          <ac:picMkLst>
            <pc:docMk/>
            <pc:sldMk cId="1693600945" sldId="256"/>
            <ac:picMk id="6" creationId="{F6F512B1-4D39-FA0B-B9DF-6E6CAC03A44B}"/>
          </ac:picMkLst>
        </pc:picChg>
        <pc:picChg chg="add mod">
          <ac:chgData name="Ryosuke Ota" userId="ca473f5a-80a5-414f-8425-fd37d197ae63" providerId="ADAL" clId="{4AFA1E52-264A-4A1C-999F-31B049C3043A}" dt="2026-04-17T16:07:30.561" v="104" actId="14100"/>
          <ac:picMkLst>
            <pc:docMk/>
            <pc:sldMk cId="1693600945" sldId="256"/>
            <ac:picMk id="8" creationId="{5CDD39D9-181F-93AE-2B23-86CF279B77FE}"/>
          </ac:picMkLst>
        </pc:picChg>
        <pc:picChg chg="add del mod">
          <ac:chgData name="Ryosuke Ota" userId="ca473f5a-80a5-414f-8425-fd37d197ae63" providerId="ADAL" clId="{4AFA1E52-264A-4A1C-999F-31B049C3043A}" dt="2026-04-17T16:28:25.575" v="190" actId="478"/>
          <ac:picMkLst>
            <pc:docMk/>
            <pc:sldMk cId="1693600945" sldId="256"/>
            <ac:picMk id="17" creationId="{8AEB1CC1-E0F5-5715-A91C-DBB67D2C9D3A}"/>
          </ac:picMkLst>
        </pc:picChg>
      </pc:sldChg>
      <pc:sldChg chg="addSp delSp modSp add del mod">
        <pc:chgData name="Ryosuke Ota" userId="ca473f5a-80a5-414f-8425-fd37d197ae63" providerId="ADAL" clId="{4AFA1E52-264A-4A1C-999F-31B049C3043A}" dt="2026-04-17T17:48:05.147" v="500" actId="47"/>
        <pc:sldMkLst>
          <pc:docMk/>
          <pc:sldMk cId="1994438483" sldId="257"/>
        </pc:sldMkLst>
        <pc:spChg chg="mod">
          <ac:chgData name="Ryosuke Ota" userId="ca473f5a-80a5-414f-8425-fd37d197ae63" providerId="ADAL" clId="{4AFA1E52-264A-4A1C-999F-31B049C3043A}" dt="2026-04-17T17:07:06.470" v="355" actId="1076"/>
          <ac:spMkLst>
            <pc:docMk/>
            <pc:sldMk cId="1994438483" sldId="257"/>
            <ac:spMk id="2" creationId="{2AAD8222-D234-539B-BAF9-381DCC0310CF}"/>
          </ac:spMkLst>
        </pc:spChg>
        <pc:spChg chg="add del mod">
          <ac:chgData name="Ryosuke Ota" userId="ca473f5a-80a5-414f-8425-fd37d197ae63" providerId="ADAL" clId="{4AFA1E52-264A-4A1C-999F-31B049C3043A}" dt="2026-04-17T16:40:48.242" v="248" actId="478"/>
          <ac:spMkLst>
            <pc:docMk/>
            <pc:sldMk cId="1994438483" sldId="257"/>
            <ac:spMk id="9" creationId="{2CCE9948-8453-68F3-6311-8BE37B196E97}"/>
          </ac:spMkLst>
        </pc:spChg>
        <pc:spChg chg="add mod">
          <ac:chgData name="Ryosuke Ota" userId="ca473f5a-80a5-414f-8425-fd37d197ae63" providerId="ADAL" clId="{4AFA1E52-264A-4A1C-999F-31B049C3043A}" dt="2026-04-17T17:07:06.470" v="355" actId="1076"/>
          <ac:spMkLst>
            <pc:docMk/>
            <pc:sldMk cId="1994438483" sldId="257"/>
            <ac:spMk id="10" creationId="{92CB2225-075B-9C05-7161-966E92FE4D92}"/>
          </ac:spMkLst>
        </pc:spChg>
        <pc:spChg chg="del">
          <ac:chgData name="Ryosuke Ota" userId="ca473f5a-80a5-414f-8425-fd37d197ae63" providerId="ADAL" clId="{4AFA1E52-264A-4A1C-999F-31B049C3043A}" dt="2026-04-17T16:30:55.030" v="197" actId="478"/>
          <ac:spMkLst>
            <pc:docMk/>
            <pc:sldMk cId="1994438483" sldId="257"/>
            <ac:spMk id="11" creationId="{2B6A1437-56B0-724A-1D89-9AE382018AA8}"/>
          </ac:spMkLst>
        </pc:spChg>
        <pc:spChg chg="mod">
          <ac:chgData name="Ryosuke Ota" userId="ca473f5a-80a5-414f-8425-fd37d197ae63" providerId="ADAL" clId="{4AFA1E52-264A-4A1C-999F-31B049C3043A}" dt="2026-04-17T17:07:06.470" v="355" actId="1076"/>
          <ac:spMkLst>
            <pc:docMk/>
            <pc:sldMk cId="1994438483" sldId="257"/>
            <ac:spMk id="12" creationId="{49EEE9FA-DD2B-AB06-BF41-85FB3E39896E}"/>
          </ac:spMkLst>
        </pc:spChg>
        <pc:spChg chg="mod">
          <ac:chgData name="Ryosuke Ota" userId="ca473f5a-80a5-414f-8425-fd37d197ae63" providerId="ADAL" clId="{4AFA1E52-264A-4A1C-999F-31B049C3043A}" dt="2026-04-17T17:07:06.470" v="355" actId="1076"/>
          <ac:spMkLst>
            <pc:docMk/>
            <pc:sldMk cId="1994438483" sldId="257"/>
            <ac:spMk id="13" creationId="{03812423-9EC0-6655-B946-0375A502DF60}"/>
          </ac:spMkLst>
        </pc:spChg>
        <pc:spChg chg="mod">
          <ac:chgData name="Ryosuke Ota" userId="ca473f5a-80a5-414f-8425-fd37d197ae63" providerId="ADAL" clId="{4AFA1E52-264A-4A1C-999F-31B049C3043A}" dt="2026-04-17T17:07:06.470" v="355" actId="1076"/>
          <ac:spMkLst>
            <pc:docMk/>
            <pc:sldMk cId="1994438483" sldId="257"/>
            <ac:spMk id="14" creationId="{5437541B-C5FA-2FBB-2E4C-13C42FA408DC}"/>
          </ac:spMkLst>
        </pc:spChg>
        <pc:spChg chg="del mod">
          <ac:chgData name="Ryosuke Ota" userId="ca473f5a-80a5-414f-8425-fd37d197ae63" providerId="ADAL" clId="{4AFA1E52-264A-4A1C-999F-31B049C3043A}" dt="2026-04-17T16:42:16.704" v="257" actId="478"/>
          <ac:spMkLst>
            <pc:docMk/>
            <pc:sldMk cId="1994438483" sldId="257"/>
            <ac:spMk id="15" creationId="{669F009B-C776-351E-9282-EC5E11F524F5}"/>
          </ac:spMkLst>
        </pc:spChg>
        <pc:grpChg chg="mod">
          <ac:chgData name="Ryosuke Ota" userId="ca473f5a-80a5-414f-8425-fd37d197ae63" providerId="ADAL" clId="{4AFA1E52-264A-4A1C-999F-31B049C3043A}" dt="2026-04-17T17:07:00.499" v="354" actId="1076"/>
          <ac:grpSpMkLst>
            <pc:docMk/>
            <pc:sldMk cId="1994438483" sldId="257"/>
            <ac:grpSpMk id="4" creationId="{7EFC83FC-D487-6092-EA07-4237BAF9D089}"/>
          </ac:grpSpMkLst>
        </pc:grpChg>
        <pc:picChg chg="mod">
          <ac:chgData name="Ryosuke Ota" userId="ca473f5a-80a5-414f-8425-fd37d197ae63" providerId="ADAL" clId="{4AFA1E52-264A-4A1C-999F-31B049C3043A}" dt="2026-04-17T17:07:00.499" v="354" actId="1076"/>
          <ac:picMkLst>
            <pc:docMk/>
            <pc:sldMk cId="1994438483" sldId="257"/>
            <ac:picMk id="5" creationId="{DC857F39-3CD6-56A0-8D50-61A44415C9A5}"/>
          </ac:picMkLst>
        </pc:picChg>
        <pc:picChg chg="mod">
          <ac:chgData name="Ryosuke Ota" userId="ca473f5a-80a5-414f-8425-fd37d197ae63" providerId="ADAL" clId="{4AFA1E52-264A-4A1C-999F-31B049C3043A}" dt="2026-04-17T17:07:00.499" v="354" actId="1076"/>
          <ac:picMkLst>
            <pc:docMk/>
            <pc:sldMk cId="1994438483" sldId="257"/>
            <ac:picMk id="6" creationId="{D6DF8E56-1B40-4DB3-DE63-1EDBA5979838}"/>
          </ac:picMkLst>
        </pc:picChg>
        <pc:picChg chg="add mod ord">
          <ac:chgData name="Ryosuke Ota" userId="ca473f5a-80a5-414f-8425-fd37d197ae63" providerId="ADAL" clId="{4AFA1E52-264A-4A1C-999F-31B049C3043A}" dt="2026-04-17T17:06:38.905" v="349" actId="1076"/>
          <ac:picMkLst>
            <pc:docMk/>
            <pc:sldMk cId="1994438483" sldId="257"/>
            <ac:picMk id="7" creationId="{7FFE57F4-3787-BE41-7114-9D2F0A2BD619}"/>
          </ac:picMkLst>
        </pc:picChg>
        <pc:picChg chg="del mod">
          <ac:chgData name="Ryosuke Ota" userId="ca473f5a-80a5-414f-8425-fd37d197ae63" providerId="ADAL" clId="{4AFA1E52-264A-4A1C-999F-31B049C3043A}" dt="2026-04-17T16:31:32.542" v="204" actId="478"/>
          <ac:picMkLst>
            <pc:docMk/>
            <pc:sldMk cId="1994438483" sldId="257"/>
            <ac:picMk id="8" creationId="{9B3F4D43-960F-1F55-DB2A-D1287B12E402}"/>
          </ac:picMkLst>
        </pc:picChg>
      </pc:sldChg>
      <pc:sldChg chg="addSp delSp modSp new mod ord">
        <pc:chgData name="Ryosuke Ota" userId="ca473f5a-80a5-414f-8425-fd37d197ae63" providerId="ADAL" clId="{4AFA1E52-264A-4A1C-999F-31B049C3043A}" dt="2026-04-18T02:53:02.216" v="720" actId="113"/>
        <pc:sldMkLst>
          <pc:docMk/>
          <pc:sldMk cId="1943583278" sldId="258"/>
        </pc:sldMkLst>
        <pc:spChg chg="add mod">
          <ac:chgData name="Ryosuke Ota" userId="ca473f5a-80a5-414f-8425-fd37d197ae63" providerId="ADAL" clId="{4AFA1E52-264A-4A1C-999F-31B049C3043A}" dt="2026-04-17T17:43:45.109" v="490" actId="207"/>
          <ac:spMkLst>
            <pc:docMk/>
            <pc:sldMk cId="1943583278" sldId="258"/>
            <ac:spMk id="5" creationId="{E67A1927-5ED9-C968-3604-3AFF64F43D34}"/>
          </ac:spMkLst>
        </pc:spChg>
        <pc:spChg chg="add mod">
          <ac:chgData name="Ryosuke Ota" userId="ca473f5a-80a5-414f-8425-fd37d197ae63" providerId="ADAL" clId="{4AFA1E52-264A-4A1C-999F-31B049C3043A}" dt="2026-04-18T02:53:02.216" v="720" actId="113"/>
          <ac:spMkLst>
            <pc:docMk/>
            <pc:sldMk cId="1943583278" sldId="258"/>
            <ac:spMk id="6" creationId="{56662CAC-D349-2142-F453-9F5A521D14F4}"/>
          </ac:spMkLst>
        </pc:spChg>
        <pc:spChg chg="add mod">
          <ac:chgData name="Ryosuke Ota" userId="ca473f5a-80a5-414f-8425-fd37d197ae63" providerId="ADAL" clId="{4AFA1E52-264A-4A1C-999F-31B049C3043A}" dt="2026-04-17T17:44:41.411" v="491" actId="1076"/>
          <ac:spMkLst>
            <pc:docMk/>
            <pc:sldMk cId="1943583278" sldId="258"/>
            <ac:spMk id="7" creationId="{78E3ECC0-BBA4-0A3C-1B66-22355F13B227}"/>
          </ac:spMkLst>
        </pc:spChg>
        <pc:spChg chg="add mod">
          <ac:chgData name="Ryosuke Ota" userId="ca473f5a-80a5-414f-8425-fd37d197ae63" providerId="ADAL" clId="{4AFA1E52-264A-4A1C-999F-31B049C3043A}" dt="2026-04-17T17:44:41.411" v="491" actId="1076"/>
          <ac:spMkLst>
            <pc:docMk/>
            <pc:sldMk cId="1943583278" sldId="258"/>
            <ac:spMk id="8" creationId="{DD81EC1E-DE77-AADC-918A-E724DCEA8991}"/>
          </ac:spMkLst>
        </pc:spChg>
        <pc:spChg chg="add del mod">
          <ac:chgData name="Ryosuke Ota" userId="ca473f5a-80a5-414f-8425-fd37d197ae63" providerId="ADAL" clId="{4AFA1E52-264A-4A1C-999F-31B049C3043A}" dt="2026-04-17T17:37:17.435" v="456" actId="21"/>
          <ac:spMkLst>
            <pc:docMk/>
            <pc:sldMk cId="1943583278" sldId="258"/>
            <ac:spMk id="9" creationId="{564E0F1D-22D7-66B7-9445-5D9FBAC8DA38}"/>
          </ac:spMkLst>
        </pc:spChg>
        <pc:spChg chg="add mod">
          <ac:chgData name="Ryosuke Ota" userId="ca473f5a-80a5-414f-8425-fd37d197ae63" providerId="ADAL" clId="{4AFA1E52-264A-4A1C-999F-31B049C3043A}" dt="2026-04-18T02:45:14.466" v="707" actId="1076"/>
          <ac:spMkLst>
            <pc:docMk/>
            <pc:sldMk cId="1943583278" sldId="258"/>
            <ac:spMk id="9" creationId="{B2D3CF20-2F9C-D546-E547-E1B899E99AA4}"/>
          </ac:spMkLst>
        </pc:spChg>
        <pc:spChg chg="add mod">
          <ac:chgData name="Ryosuke Ota" userId="ca473f5a-80a5-414f-8425-fd37d197ae63" providerId="ADAL" clId="{4AFA1E52-264A-4A1C-999F-31B049C3043A}" dt="2026-04-18T02:45:14.466" v="707" actId="1076"/>
          <ac:spMkLst>
            <pc:docMk/>
            <pc:sldMk cId="1943583278" sldId="258"/>
            <ac:spMk id="10" creationId="{5BF23702-473C-3911-2897-C13722E028B4}"/>
          </ac:spMkLst>
        </pc:spChg>
        <pc:spChg chg="add del mod">
          <ac:chgData name="Ryosuke Ota" userId="ca473f5a-80a5-414f-8425-fd37d197ae63" providerId="ADAL" clId="{4AFA1E52-264A-4A1C-999F-31B049C3043A}" dt="2026-04-17T17:27:04.571" v="407" actId="11529"/>
          <ac:spMkLst>
            <pc:docMk/>
            <pc:sldMk cId="1943583278" sldId="258"/>
            <ac:spMk id="12" creationId="{83110A58-1DB9-F2D3-F375-014DC0A1845D}"/>
          </ac:spMkLst>
        </pc:spChg>
        <pc:spChg chg="add del mod">
          <ac:chgData name="Ryosuke Ota" userId="ca473f5a-80a5-414f-8425-fd37d197ae63" providerId="ADAL" clId="{4AFA1E52-264A-4A1C-999F-31B049C3043A}" dt="2026-04-17T17:37:24.510" v="459" actId="478"/>
          <ac:spMkLst>
            <pc:docMk/>
            <pc:sldMk cId="1943583278" sldId="258"/>
            <ac:spMk id="13" creationId="{2837F4D0-964D-AAF1-50E3-C74D10190401}"/>
          </ac:spMkLst>
        </pc:spChg>
        <pc:spChg chg="add del mod">
          <ac:chgData name="Ryosuke Ota" userId="ca473f5a-80a5-414f-8425-fd37d197ae63" providerId="ADAL" clId="{4AFA1E52-264A-4A1C-999F-31B049C3043A}" dt="2026-04-17T18:22:53.218" v="548" actId="478"/>
          <ac:spMkLst>
            <pc:docMk/>
            <pc:sldMk cId="1943583278" sldId="258"/>
            <ac:spMk id="14" creationId="{79460007-9E02-9560-FD2D-D82B36582721}"/>
          </ac:spMkLst>
        </pc:spChg>
        <pc:spChg chg="add del">
          <ac:chgData name="Ryosuke Ota" userId="ca473f5a-80a5-414f-8425-fd37d197ae63" providerId="ADAL" clId="{4AFA1E52-264A-4A1C-999F-31B049C3043A}" dt="2026-04-17T17:37:04.064" v="453" actId="22"/>
          <ac:spMkLst>
            <pc:docMk/>
            <pc:sldMk cId="1943583278" sldId="258"/>
            <ac:spMk id="16" creationId="{BC0B3313-6810-4533-074F-63D0831D4A7F}"/>
          </ac:spMkLst>
        </pc:spChg>
        <pc:spChg chg="add mod">
          <ac:chgData name="Ryosuke Ota" userId="ca473f5a-80a5-414f-8425-fd37d197ae63" providerId="ADAL" clId="{4AFA1E52-264A-4A1C-999F-31B049C3043A}" dt="2026-04-17T17:45:18.111" v="493" actId="1076"/>
          <ac:spMkLst>
            <pc:docMk/>
            <pc:sldMk cId="1943583278" sldId="258"/>
            <ac:spMk id="17" creationId="{564E0F1D-22D7-66B7-9445-5D9FBAC8DA38}"/>
          </ac:spMkLst>
        </pc:spChg>
        <pc:spChg chg="add del mod">
          <ac:chgData name="Ryosuke Ota" userId="ca473f5a-80a5-414f-8425-fd37d197ae63" providerId="ADAL" clId="{4AFA1E52-264A-4A1C-999F-31B049C3043A}" dt="2026-04-17T17:40:26.962" v="484" actId="478"/>
          <ac:spMkLst>
            <pc:docMk/>
            <pc:sldMk cId="1943583278" sldId="258"/>
            <ac:spMk id="18" creationId="{5191F737-3BED-7928-3B57-42315B0B0588}"/>
          </ac:spMkLst>
        </pc:spChg>
        <pc:spChg chg="add del mod">
          <ac:chgData name="Ryosuke Ota" userId="ca473f5a-80a5-414f-8425-fd37d197ae63" providerId="ADAL" clId="{4AFA1E52-264A-4A1C-999F-31B049C3043A}" dt="2026-04-17T18:21:56.218" v="503" actId="478"/>
          <ac:spMkLst>
            <pc:docMk/>
            <pc:sldMk cId="1943583278" sldId="258"/>
            <ac:spMk id="19" creationId="{431DCC95-FF44-5516-6EA5-9AB2D0667F10}"/>
          </ac:spMkLst>
        </pc:spChg>
        <pc:grpChg chg="add del mod">
          <ac:chgData name="Ryosuke Ota" userId="ca473f5a-80a5-414f-8425-fd37d197ae63" providerId="ADAL" clId="{4AFA1E52-264A-4A1C-999F-31B049C3043A}" dt="2026-04-18T02:45:47.188" v="710" actId="478"/>
          <ac:grpSpMkLst>
            <pc:docMk/>
            <pc:sldMk cId="1943583278" sldId="258"/>
            <ac:grpSpMk id="2" creationId="{709FFCA0-AE71-44F2-5D37-D0EFE135DE14}"/>
          </ac:grpSpMkLst>
        </pc:grpChg>
        <pc:picChg chg="mod">
          <ac:chgData name="Ryosuke Ota" userId="ca473f5a-80a5-414f-8425-fd37d197ae63" providerId="ADAL" clId="{4AFA1E52-264A-4A1C-999F-31B049C3043A}" dt="2026-04-18T02:45:46.499" v="709" actId="1076"/>
          <ac:picMkLst>
            <pc:docMk/>
            <pc:sldMk cId="1943583278" sldId="258"/>
            <ac:picMk id="3" creationId="{2F648A8A-D8ED-094D-008A-12A2035FB652}"/>
          </ac:picMkLst>
        </pc:picChg>
        <pc:picChg chg="mod">
          <ac:chgData name="Ryosuke Ota" userId="ca473f5a-80a5-414f-8425-fd37d197ae63" providerId="ADAL" clId="{4AFA1E52-264A-4A1C-999F-31B049C3043A}" dt="2026-04-18T02:45:46.499" v="709" actId="1076"/>
          <ac:picMkLst>
            <pc:docMk/>
            <pc:sldMk cId="1943583278" sldId="258"/>
            <ac:picMk id="4" creationId="{F51C04D5-359F-4DB1-BB4D-8C2A282C66D0}"/>
          </ac:picMkLst>
        </pc:picChg>
        <pc:picChg chg="add del mod modCrop">
          <ac:chgData name="Ryosuke Ota" userId="ca473f5a-80a5-414f-8425-fd37d197ae63" providerId="ADAL" clId="{4AFA1E52-264A-4A1C-999F-31B049C3043A}" dt="2026-04-17T17:02:23.992" v="315" actId="478"/>
          <ac:picMkLst>
            <pc:docMk/>
            <pc:sldMk cId="1943583278" sldId="258"/>
            <ac:picMk id="11" creationId="{9AFFE6BD-1D16-FF6F-8419-632F54371378}"/>
          </ac:picMkLst>
        </pc:picChg>
        <pc:cxnChg chg="add mod">
          <ac:chgData name="Ryosuke Ota" userId="ca473f5a-80a5-414f-8425-fd37d197ae63" providerId="ADAL" clId="{4AFA1E52-264A-4A1C-999F-31B049C3043A}" dt="2026-04-18T02:45:14.466" v="707" actId="1076"/>
          <ac:cxnSpMkLst>
            <pc:docMk/>
            <pc:sldMk cId="1943583278" sldId="258"/>
            <ac:cxnSpMk id="12" creationId="{2C66B1EB-328D-334F-EB12-DF8F390E4905}"/>
          </ac:cxnSpMkLst>
        </pc:cxnChg>
        <pc:cxnChg chg="add del mod">
          <ac:chgData name="Ryosuke Ota" userId="ca473f5a-80a5-414f-8425-fd37d197ae63" providerId="ADAL" clId="{4AFA1E52-264A-4A1C-999F-31B049C3043A}" dt="2026-04-17T18:24:05.518" v="551" actId="478"/>
          <ac:cxnSpMkLst>
            <pc:docMk/>
            <pc:sldMk cId="1943583278" sldId="258"/>
            <ac:cxnSpMk id="21" creationId="{967314FC-AFCA-D49F-8D1A-79EAB187EAB1}"/>
          </ac:cxnSpMkLst>
        </pc:cxnChg>
      </pc:sldChg>
      <pc:sldChg chg="modSp add del mod">
        <pc:chgData name="Ryosuke Ota" userId="ca473f5a-80a5-414f-8425-fd37d197ae63" providerId="ADAL" clId="{4AFA1E52-264A-4A1C-999F-31B049C3043A}" dt="2026-04-17T17:19:42.672" v="369" actId="47"/>
        <pc:sldMkLst>
          <pc:docMk/>
          <pc:sldMk cId="215649814" sldId="259"/>
        </pc:sldMkLst>
        <pc:spChg chg="mod">
          <ac:chgData name="Ryosuke Ota" userId="ca473f5a-80a5-414f-8425-fd37d197ae63" providerId="ADAL" clId="{4AFA1E52-264A-4A1C-999F-31B049C3043A}" dt="2026-04-17T17:06:01.704" v="342" actId="12788"/>
          <ac:spMkLst>
            <pc:docMk/>
            <pc:sldMk cId="215649814" sldId="259"/>
            <ac:spMk id="5" creationId="{C30E4651-5100-06BF-48D9-5F0B5F503CF0}"/>
          </ac:spMkLst>
        </pc:spChg>
        <pc:spChg chg="mod">
          <ac:chgData name="Ryosuke Ota" userId="ca473f5a-80a5-414f-8425-fd37d197ae63" providerId="ADAL" clId="{4AFA1E52-264A-4A1C-999F-31B049C3043A}" dt="2026-04-17T17:06:01.704" v="342" actId="12788"/>
          <ac:spMkLst>
            <pc:docMk/>
            <pc:sldMk cId="215649814" sldId="259"/>
            <ac:spMk id="6" creationId="{0C5F7D23-BE18-007E-B4E7-56DBA02378DC}"/>
          </ac:spMkLst>
        </pc:spChg>
        <pc:spChg chg="mod">
          <ac:chgData name="Ryosuke Ota" userId="ca473f5a-80a5-414f-8425-fd37d197ae63" providerId="ADAL" clId="{4AFA1E52-264A-4A1C-999F-31B049C3043A}" dt="2026-04-17T17:06:01.704" v="342" actId="12788"/>
          <ac:spMkLst>
            <pc:docMk/>
            <pc:sldMk cId="215649814" sldId="259"/>
            <ac:spMk id="7" creationId="{EB228A17-4173-02D3-3664-1DF5B6D53964}"/>
          </ac:spMkLst>
        </pc:spChg>
        <pc:spChg chg="mod">
          <ac:chgData name="Ryosuke Ota" userId="ca473f5a-80a5-414f-8425-fd37d197ae63" providerId="ADAL" clId="{4AFA1E52-264A-4A1C-999F-31B049C3043A}" dt="2026-04-17T17:06:01.704" v="342" actId="12788"/>
          <ac:spMkLst>
            <pc:docMk/>
            <pc:sldMk cId="215649814" sldId="259"/>
            <ac:spMk id="8" creationId="{E3B52670-4380-C0D0-410A-C10577387586}"/>
          </ac:spMkLst>
        </pc:spChg>
        <pc:spChg chg="mod">
          <ac:chgData name="Ryosuke Ota" userId="ca473f5a-80a5-414f-8425-fd37d197ae63" providerId="ADAL" clId="{4AFA1E52-264A-4A1C-999F-31B049C3043A}" dt="2026-04-17T17:09:20.404" v="357" actId="1076"/>
          <ac:spMkLst>
            <pc:docMk/>
            <pc:sldMk cId="215649814" sldId="259"/>
            <ac:spMk id="9" creationId="{E775B7C1-ED2A-CFD5-F2C6-513603E0779E}"/>
          </ac:spMkLst>
        </pc:spChg>
        <pc:grpChg chg="mod">
          <ac:chgData name="Ryosuke Ota" userId="ca473f5a-80a5-414f-8425-fd37d197ae63" providerId="ADAL" clId="{4AFA1E52-264A-4A1C-999F-31B049C3043A}" dt="2026-04-17T17:06:01.704" v="342" actId="12788"/>
          <ac:grpSpMkLst>
            <pc:docMk/>
            <pc:sldMk cId="215649814" sldId="259"/>
            <ac:grpSpMk id="2" creationId="{8A88A3EA-45DF-8EEA-E196-BBD87AB5DE89}"/>
          </ac:grpSpMkLst>
        </pc:grpChg>
        <pc:picChg chg="mod">
          <ac:chgData name="Ryosuke Ota" userId="ca473f5a-80a5-414f-8425-fd37d197ae63" providerId="ADAL" clId="{4AFA1E52-264A-4A1C-999F-31B049C3043A}" dt="2026-04-17T17:06:01.704" v="342" actId="12788"/>
          <ac:picMkLst>
            <pc:docMk/>
            <pc:sldMk cId="215649814" sldId="259"/>
            <ac:picMk id="3" creationId="{52557C1A-9A2A-A798-A378-8BCD5ACD7208}"/>
          </ac:picMkLst>
        </pc:picChg>
        <pc:picChg chg="mod">
          <ac:chgData name="Ryosuke Ota" userId="ca473f5a-80a5-414f-8425-fd37d197ae63" providerId="ADAL" clId="{4AFA1E52-264A-4A1C-999F-31B049C3043A}" dt="2026-04-17T17:06:01.704" v="342" actId="12788"/>
          <ac:picMkLst>
            <pc:docMk/>
            <pc:sldMk cId="215649814" sldId="259"/>
            <ac:picMk id="4" creationId="{C7036C10-90D0-8D6F-853A-1481F6489B2B}"/>
          </ac:picMkLst>
        </pc:picChg>
      </pc:sldChg>
      <pc:sldMasterChg chg="addSp modSp modSldLayout">
        <pc:chgData name="Ryosuke Ota" userId="ca473f5a-80a5-414f-8425-fd37d197ae63" providerId="ADAL" clId="{4AFA1E52-264A-4A1C-999F-31B049C3043A}" dt="2026-04-18T02:45:42.475" v="708"/>
        <pc:sldMasterMkLst>
          <pc:docMk/>
          <pc:sldMasterMk cId="2851995670" sldId="2147483660"/>
        </pc:sldMasterMkLst>
        <pc:spChg chg="add mod">
          <ac:chgData name="Ryosuke Ota" userId="ca473f5a-80a5-414f-8425-fd37d197ae63" providerId="ADAL" clId="{4AFA1E52-264A-4A1C-999F-31B049C3043A}" dt="2026-04-17T17:46:06.580" v="497"/>
          <ac:spMkLst>
            <pc:docMk/>
            <pc:sldMasterMk cId="2851995670" sldId="2147483660"/>
            <ac:spMk id="7" creationId="{6F9A0556-18A2-390B-EDE8-E8C565A8D973}"/>
          </ac:spMkLst>
        </pc:spChg>
        <pc:grpChg chg="add mod">
          <ac:chgData name="Ryosuke Ota" userId="ca473f5a-80a5-414f-8425-fd37d197ae63" providerId="ADAL" clId="{4AFA1E52-264A-4A1C-999F-31B049C3043A}" dt="2026-04-18T02:45:42.475" v="708"/>
          <ac:grpSpMkLst>
            <pc:docMk/>
            <pc:sldMasterMk cId="2851995670" sldId="2147483660"/>
            <ac:grpSpMk id="8" creationId="{9A8B4C24-D74B-8AAF-4E05-75A68FB1BF1F}"/>
          </ac:grpSpMkLst>
        </pc:grpChg>
        <pc:picChg chg="mod">
          <ac:chgData name="Ryosuke Ota" userId="ca473f5a-80a5-414f-8425-fd37d197ae63" providerId="ADAL" clId="{4AFA1E52-264A-4A1C-999F-31B049C3043A}" dt="2026-04-18T02:45:42.475" v="708"/>
          <ac:picMkLst>
            <pc:docMk/>
            <pc:sldMasterMk cId="2851995670" sldId="2147483660"/>
            <ac:picMk id="9" creationId="{49450B0A-2544-E768-6798-7C5F8A1A0DE7}"/>
          </ac:picMkLst>
        </pc:picChg>
        <pc:picChg chg="mod">
          <ac:chgData name="Ryosuke Ota" userId="ca473f5a-80a5-414f-8425-fd37d197ae63" providerId="ADAL" clId="{4AFA1E52-264A-4A1C-999F-31B049C3043A}" dt="2026-04-18T02:45:42.475" v="708"/>
          <ac:picMkLst>
            <pc:docMk/>
            <pc:sldMasterMk cId="2851995670" sldId="2147483660"/>
            <ac:picMk id="10" creationId="{21BA35D7-873F-4C67-F471-4B420CA6B219}"/>
          </ac:picMkLst>
        </pc:picChg>
        <pc:sldLayoutChg chg="addSp delSp modSp mod">
          <pc:chgData name="Ryosuke Ota" userId="ca473f5a-80a5-414f-8425-fd37d197ae63" providerId="ADAL" clId="{4AFA1E52-264A-4A1C-999F-31B049C3043A}" dt="2026-04-17T17:46:10.912" v="499" actId="478"/>
          <pc:sldLayoutMkLst>
            <pc:docMk/>
            <pc:sldMasterMk cId="2851995670" sldId="2147483660"/>
            <pc:sldLayoutMk cId="2048206457" sldId="2147483661"/>
          </pc:sldLayoutMkLst>
          <pc:spChg chg="add del mod">
            <ac:chgData name="Ryosuke Ota" userId="ca473f5a-80a5-414f-8425-fd37d197ae63" providerId="ADAL" clId="{4AFA1E52-264A-4A1C-999F-31B049C3043A}" dt="2026-04-17T17:46:10.912" v="499" actId="478"/>
            <ac:spMkLst>
              <pc:docMk/>
              <pc:sldMasterMk cId="2851995670" sldId="2147483660"/>
              <pc:sldLayoutMk cId="2048206457" sldId="2147483661"/>
              <ac:spMk id="7" creationId="{BC945584-6BA0-E2BE-F747-3343C9E5A05D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20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90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46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83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00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32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79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49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80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066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71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3BCB7-844F-49E6-AE41-CE47892E987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フローチャート: 手操作入力 6">
            <a:extLst>
              <a:ext uri="{FF2B5EF4-FFF2-40B4-BE49-F238E27FC236}">
                <a16:creationId xmlns:a16="http://schemas.microsoft.com/office/drawing/2014/main" id="{6F9A0556-18A2-390B-EDE8-E8C565A8D973}"/>
              </a:ext>
            </a:extLst>
          </p:cNvPr>
          <p:cNvSpPr/>
          <p:nvPr userDrawn="1"/>
        </p:nvSpPr>
        <p:spPr>
          <a:xfrm rot="5400000" flipH="1">
            <a:off x="707472" y="-707472"/>
            <a:ext cx="3011540" cy="4426483"/>
          </a:xfrm>
          <a:prstGeom prst="flowChartManualInpu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8B4C24-D74B-8AAF-4E05-75A68FB1BF1F}"/>
              </a:ext>
            </a:extLst>
          </p:cNvPr>
          <p:cNvGrpSpPr/>
          <p:nvPr userDrawn="1"/>
        </p:nvGrpSpPr>
        <p:grpSpPr>
          <a:xfrm>
            <a:off x="9935534" y="39899052"/>
            <a:ext cx="10404145" cy="1972843"/>
            <a:chOff x="1013012" y="3181194"/>
            <a:chExt cx="9544050" cy="1809750"/>
          </a:xfrm>
        </p:grpSpPr>
        <p:pic>
          <p:nvPicPr>
            <p:cNvPr id="9" name="Picture 2" descr="IPEC 2026 Logo">
              <a:extLst>
                <a:ext uri="{FF2B5EF4-FFF2-40B4-BE49-F238E27FC236}">
                  <a16:creationId xmlns:a16="http://schemas.microsoft.com/office/drawing/2014/main" id="{49450B0A-2544-E768-6798-7C5F8A1A0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12" y="3181194"/>
              <a:ext cx="7829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10th Anniversary Logo">
              <a:extLst>
                <a:ext uri="{FF2B5EF4-FFF2-40B4-BE49-F238E27FC236}">
                  <a16:creationId xmlns:a16="http://schemas.microsoft.com/office/drawing/2014/main" id="{21BA35D7-873F-4C67-F471-4B420CA6B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2562" y="3181194"/>
              <a:ext cx="171450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5199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67A1927-5ED9-C968-3604-3AFF64F43D34}"/>
              </a:ext>
            </a:extLst>
          </p:cNvPr>
          <p:cNvSpPr txBox="1">
            <a:spLocks/>
          </p:cNvSpPr>
          <p:nvPr/>
        </p:nvSpPr>
        <p:spPr>
          <a:xfrm>
            <a:off x="4300453" y="649457"/>
            <a:ext cx="24365949" cy="26865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6000" b="1" dirty="0">
                <a:solidFill>
                  <a:srgbClr val="2B2F6B"/>
                </a:solidFill>
              </a:rPr>
              <a:t>Real-Time DC-Link Capacitor Stress Reduction in Two-Level Three-Phase Inverters Using Adaptive Multi-Carrier PWM Method</a:t>
            </a:r>
            <a:endParaRPr lang="ja-JP" altLang="en-US" sz="6000" b="1" dirty="0">
              <a:solidFill>
                <a:srgbClr val="2B2F6B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662CAC-D349-2142-F453-9F5A521D14F4}"/>
              </a:ext>
            </a:extLst>
          </p:cNvPr>
          <p:cNvSpPr txBox="1"/>
          <p:nvPr/>
        </p:nvSpPr>
        <p:spPr>
          <a:xfrm>
            <a:off x="2512848" y="32583099"/>
            <a:ext cx="1219777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altLang="ja-JP" sz="4800" dirty="0"/>
              <a:t>You may choose either a one-column or two-column format at your discretion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altLang="ja-JP" sz="4800" dirty="0"/>
              <a:t>Please print this poster on an A0-sized sheet and bring it to IPEC2026</a:t>
            </a:r>
            <a:endParaRPr kumimoji="1" lang="ja-JP" altLang="en-US" sz="4800" dirty="0"/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78E3ECC0-BBA4-0A3C-1B66-22355F13B227}"/>
              </a:ext>
            </a:extLst>
          </p:cNvPr>
          <p:cNvSpPr txBox="1">
            <a:spLocks/>
          </p:cNvSpPr>
          <p:nvPr/>
        </p:nvSpPr>
        <p:spPr>
          <a:xfrm>
            <a:off x="4123515" y="2234571"/>
            <a:ext cx="22028183" cy="1990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kumimoji="1"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13743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7487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41230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54974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568717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82461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596204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09948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ja-JP" sz="4800" b="1" u="sng" dirty="0">
                <a:solidFill>
                  <a:srgbClr val="2B2F6B"/>
                </a:solidFill>
                <a:effectLst/>
              </a:rPr>
              <a:t>Enes Ayaz</a:t>
            </a:r>
            <a:r>
              <a:rPr lang="en-US" altLang="ja-JP" sz="4800" u="sng" baseline="30000" dirty="0">
                <a:solidFill>
                  <a:srgbClr val="2B2F6B"/>
                </a:solidFill>
                <a:effectLst/>
              </a:rPr>
              <a:t>1</a:t>
            </a:r>
            <a:r>
              <a:rPr lang="en-US" altLang="ja-JP" sz="4800" dirty="0">
                <a:solidFill>
                  <a:srgbClr val="2B2F6B"/>
                </a:solidFill>
                <a:effectLst/>
              </a:rPr>
              <a:t>, Shahriar Sarmast </a:t>
            </a:r>
            <a:r>
              <a:rPr lang="en-US" altLang="ja-JP" sz="4800" baseline="30000" dirty="0">
                <a:solidFill>
                  <a:srgbClr val="2B2F6B"/>
                </a:solidFill>
                <a:effectLst/>
              </a:rPr>
              <a:t>1</a:t>
            </a:r>
            <a:r>
              <a:rPr lang="en-US" altLang="ja-JP" sz="4800" dirty="0">
                <a:solidFill>
                  <a:srgbClr val="2B2F6B"/>
                </a:solidFill>
                <a:effectLst/>
              </a:rPr>
              <a:t>, </a:t>
            </a:r>
            <a:r>
              <a:rPr lang="en-US" altLang="ja-JP" sz="4800" dirty="0">
                <a:solidFill>
                  <a:srgbClr val="2B2F6B"/>
                </a:solidFill>
              </a:rPr>
              <a:t>S</a:t>
            </a:r>
            <a:r>
              <a:rPr lang="en-US" altLang="ja-JP" sz="4800" dirty="0">
                <a:solidFill>
                  <a:srgbClr val="2B2F6B"/>
                </a:solidFill>
                <a:effectLst/>
              </a:rPr>
              <a:t>taffan Norrga</a:t>
            </a:r>
            <a:r>
              <a:rPr lang="en-US" altLang="ja-JP" sz="4800" baseline="30000" dirty="0">
                <a:solidFill>
                  <a:srgbClr val="2B2F6B"/>
                </a:solidFill>
              </a:rPr>
              <a:t>1</a:t>
            </a:r>
            <a:r>
              <a:rPr lang="en-US" altLang="ja-JP" sz="4800" baseline="30000" dirty="0">
                <a:solidFill>
                  <a:srgbClr val="2B2F6B"/>
                </a:solidFill>
                <a:effectLst/>
              </a:rPr>
              <a:t> </a:t>
            </a:r>
            <a:r>
              <a:rPr lang="en-US" altLang="ja-JP" sz="4800" dirty="0">
                <a:solidFill>
                  <a:srgbClr val="2B2F6B"/>
                </a:solidFill>
              </a:rPr>
              <a:t>, Hans-Peter Nee</a:t>
            </a:r>
            <a:r>
              <a:rPr lang="en-US" altLang="ja-JP" sz="4800" baseline="30000" dirty="0">
                <a:solidFill>
                  <a:srgbClr val="2B2F6B"/>
                </a:solidFill>
              </a:rPr>
              <a:t>1 </a:t>
            </a:r>
            <a:endParaRPr lang="en-US" altLang="ja-JP" sz="4800" baseline="30000" dirty="0">
              <a:solidFill>
                <a:srgbClr val="2B2F6B"/>
              </a:solidFill>
              <a:effectLst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81EC1E-DE77-AADC-918A-E724DCEA8991}"/>
              </a:ext>
            </a:extLst>
          </p:cNvPr>
          <p:cNvSpPr txBox="1"/>
          <p:nvPr/>
        </p:nvSpPr>
        <p:spPr>
          <a:xfrm>
            <a:off x="3578766" y="3805518"/>
            <a:ext cx="2311768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400" baseline="30000" dirty="0">
                <a:solidFill>
                  <a:srgbClr val="2B2F6B"/>
                </a:solidFill>
                <a:effectLst/>
              </a:rPr>
              <a:t>1</a:t>
            </a:r>
            <a:r>
              <a:rPr kumimoji="1" lang="en-US" altLang="ja-JP" sz="4400" dirty="0">
                <a:solidFill>
                  <a:srgbClr val="2B2F6B"/>
                </a:solidFill>
              </a:rPr>
              <a:t>KTH Royal Institute of Technology, Stockholm, Sweden</a:t>
            </a:r>
            <a:endParaRPr lang="en-US" altLang="ja-JP" sz="4400" dirty="0">
              <a:solidFill>
                <a:srgbClr val="2B2F6B"/>
              </a:solidFill>
              <a:effectLst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64E0F1D-22D7-66B7-9445-5D9FBAC8DA38}"/>
              </a:ext>
            </a:extLst>
          </p:cNvPr>
          <p:cNvSpPr txBox="1">
            <a:spLocks/>
          </p:cNvSpPr>
          <p:nvPr/>
        </p:nvSpPr>
        <p:spPr>
          <a:xfrm>
            <a:off x="347052" y="1070285"/>
            <a:ext cx="2861764" cy="1164286"/>
          </a:xfrm>
          <a:prstGeom prst="rect">
            <a:avLst/>
          </a:prstGeom>
          <a:noFill/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dirty="0">
                <a:solidFill>
                  <a:schemeClr val="bg1"/>
                </a:solidFill>
              </a:rPr>
              <a:t>P1-8-12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D3CF20-2F9C-D546-E547-E1B899E99AA4}"/>
              </a:ext>
            </a:extLst>
          </p:cNvPr>
          <p:cNvSpPr txBox="1"/>
          <p:nvPr/>
        </p:nvSpPr>
        <p:spPr>
          <a:xfrm>
            <a:off x="1859268" y="5113360"/>
            <a:ext cx="26629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018185"/>
                </a:solidFill>
              </a:rPr>
              <a:t>Core Idea: </a:t>
            </a:r>
            <a:r>
              <a:rPr lang="en-US" altLang="ja-JP" sz="3000" b="1" dirty="0">
                <a:solidFill>
                  <a:srgbClr val="018185"/>
                </a:solidFill>
              </a:rPr>
              <a:t>Adaptive interleaving between the legs of a single 2L-3Ph inverter reduces DC-link capacitor RMS current without extra hardware. </a:t>
            </a:r>
            <a:endParaRPr kumimoji="1" lang="ja-JP" altLang="en-US" sz="3000" b="1" dirty="0">
              <a:solidFill>
                <a:srgbClr val="018185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BF23702-473C-3911-2897-C13722E028B4}"/>
              </a:ext>
            </a:extLst>
          </p:cNvPr>
          <p:cNvSpPr/>
          <p:nvPr/>
        </p:nvSpPr>
        <p:spPr>
          <a:xfrm>
            <a:off x="1304218" y="4918055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C66B1EB-328D-334F-EB12-DF8F390E4905}"/>
              </a:ext>
            </a:extLst>
          </p:cNvPr>
          <p:cNvCxnSpPr>
            <a:cxnSpLocks/>
          </p:cNvCxnSpPr>
          <p:nvPr/>
        </p:nvCxnSpPr>
        <p:spPr>
          <a:xfrm>
            <a:off x="1304218" y="6175187"/>
            <a:ext cx="26942092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8">
            <a:extLst>
              <a:ext uri="{FF2B5EF4-FFF2-40B4-BE49-F238E27FC236}">
                <a16:creationId xmlns:a16="http://schemas.microsoft.com/office/drawing/2014/main" id="{2E708739-3E0F-E89C-0258-7CA5A492796E}"/>
              </a:ext>
            </a:extLst>
          </p:cNvPr>
          <p:cNvSpPr txBox="1"/>
          <p:nvPr/>
        </p:nvSpPr>
        <p:spPr>
          <a:xfrm>
            <a:off x="3538870" y="30734344"/>
            <a:ext cx="46698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Introduction</a:t>
            </a:r>
            <a:endParaRPr kumimoji="1" lang="ja-JP" altLang="en-US" sz="6000" b="1" dirty="0">
              <a:solidFill>
                <a:srgbClr val="018185"/>
              </a:solidFill>
            </a:endParaRPr>
          </a:p>
        </p:txBody>
      </p:sp>
      <p:sp>
        <p:nvSpPr>
          <p:cNvPr id="3" name="正方形/長方形 9">
            <a:extLst>
              <a:ext uri="{FF2B5EF4-FFF2-40B4-BE49-F238E27FC236}">
                <a16:creationId xmlns:a16="http://schemas.microsoft.com/office/drawing/2014/main" id="{F9D24434-4E31-D6B6-AA1F-55B631836B94}"/>
              </a:ext>
            </a:extLst>
          </p:cNvPr>
          <p:cNvSpPr/>
          <p:nvPr/>
        </p:nvSpPr>
        <p:spPr>
          <a:xfrm>
            <a:off x="2648732" y="30632744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11">
            <a:extLst>
              <a:ext uri="{FF2B5EF4-FFF2-40B4-BE49-F238E27FC236}">
                <a16:creationId xmlns:a16="http://schemas.microsoft.com/office/drawing/2014/main" id="{6BADB7B4-F764-F87D-A24B-DD46A2E56484}"/>
              </a:ext>
            </a:extLst>
          </p:cNvPr>
          <p:cNvCxnSpPr>
            <a:cxnSpLocks/>
          </p:cNvCxnSpPr>
          <p:nvPr/>
        </p:nvCxnSpPr>
        <p:spPr>
          <a:xfrm>
            <a:off x="2512848" y="31889876"/>
            <a:ext cx="12333657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5">
            <a:extLst>
              <a:ext uri="{FF2B5EF4-FFF2-40B4-BE49-F238E27FC236}">
                <a16:creationId xmlns:a16="http://schemas.microsoft.com/office/drawing/2014/main" id="{CFC56C37-23B9-7BF0-38F0-1454C98F4ADE}"/>
              </a:ext>
            </a:extLst>
          </p:cNvPr>
          <p:cNvSpPr txBox="1"/>
          <p:nvPr/>
        </p:nvSpPr>
        <p:spPr>
          <a:xfrm>
            <a:off x="1357818" y="8387607"/>
            <a:ext cx="12197773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DC-link capacitors are a major reliability bottleneck in industrial power converters. 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current increases ESR losses, hotspot temperature, and degradation.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single-carrier SPWM cannot actively coordinate switching instants between inverter legs.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endParaRPr kumimoji="1" lang="ja-JP" altLang="en-US" sz="4800" dirty="0"/>
          </a:p>
        </p:txBody>
      </p:sp>
      <p:sp>
        <p:nvSpPr>
          <p:cNvPr id="14" name="テキスト ボックス 8">
            <a:extLst>
              <a:ext uri="{FF2B5EF4-FFF2-40B4-BE49-F238E27FC236}">
                <a16:creationId xmlns:a16="http://schemas.microsoft.com/office/drawing/2014/main" id="{025244C0-8D5A-942D-116F-A90F8046EFB1}"/>
              </a:ext>
            </a:extLst>
          </p:cNvPr>
          <p:cNvSpPr txBox="1"/>
          <p:nvPr/>
        </p:nvSpPr>
        <p:spPr>
          <a:xfrm>
            <a:off x="2567756" y="6865899"/>
            <a:ext cx="40302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Motivation</a:t>
            </a:r>
            <a:endParaRPr kumimoji="1" lang="ja-JP" altLang="en-US" sz="7200" b="1" dirty="0">
              <a:solidFill>
                <a:srgbClr val="018185"/>
              </a:solidFill>
            </a:endParaRPr>
          </a:p>
        </p:txBody>
      </p:sp>
      <p:sp>
        <p:nvSpPr>
          <p:cNvPr id="15" name="正方形/長方形 9">
            <a:extLst>
              <a:ext uri="{FF2B5EF4-FFF2-40B4-BE49-F238E27FC236}">
                <a16:creationId xmlns:a16="http://schemas.microsoft.com/office/drawing/2014/main" id="{158509F0-E6E9-1FAF-AC1F-8A14E6E97176}"/>
              </a:ext>
            </a:extLst>
          </p:cNvPr>
          <p:cNvSpPr/>
          <p:nvPr/>
        </p:nvSpPr>
        <p:spPr>
          <a:xfrm>
            <a:off x="1357818" y="6764299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1">
            <a:extLst>
              <a:ext uri="{FF2B5EF4-FFF2-40B4-BE49-F238E27FC236}">
                <a16:creationId xmlns:a16="http://schemas.microsoft.com/office/drawing/2014/main" id="{38102944-3846-DAD0-D3C4-E1DB018FF127}"/>
              </a:ext>
            </a:extLst>
          </p:cNvPr>
          <p:cNvCxnSpPr>
            <a:cxnSpLocks/>
          </p:cNvCxnSpPr>
          <p:nvPr/>
        </p:nvCxnSpPr>
        <p:spPr>
          <a:xfrm>
            <a:off x="1357818" y="8021431"/>
            <a:ext cx="12333657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5">
            <a:extLst>
              <a:ext uri="{FF2B5EF4-FFF2-40B4-BE49-F238E27FC236}">
                <a16:creationId xmlns:a16="http://schemas.microsoft.com/office/drawing/2014/main" id="{7A48CA97-1047-4423-56BC-E1D253CE5511}"/>
              </a:ext>
            </a:extLst>
          </p:cNvPr>
          <p:cNvSpPr txBox="1"/>
          <p:nvPr/>
        </p:nvSpPr>
        <p:spPr>
          <a:xfrm>
            <a:off x="16363840" y="29012891"/>
            <a:ext cx="12197773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DC-link capacitors are a major reliability bottleneck in industrial power converters. 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current increases ESR losses, hotspot temperature, and degradation.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single-carrier SPWM cannot actively coordinate switching instants between inverter legs.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endParaRPr kumimoji="1" lang="ja-JP" altLang="en-US" sz="4800" dirty="0"/>
          </a:p>
        </p:txBody>
      </p:sp>
      <p:sp>
        <p:nvSpPr>
          <p:cNvPr id="19" name="テキスト ボックス 8">
            <a:extLst>
              <a:ext uri="{FF2B5EF4-FFF2-40B4-BE49-F238E27FC236}">
                <a16:creationId xmlns:a16="http://schemas.microsoft.com/office/drawing/2014/main" id="{3B99841A-E622-6791-46BD-87723F726A05}"/>
              </a:ext>
            </a:extLst>
          </p:cNvPr>
          <p:cNvSpPr txBox="1"/>
          <p:nvPr/>
        </p:nvSpPr>
        <p:spPr>
          <a:xfrm>
            <a:off x="16033786" y="6825327"/>
            <a:ext cx="49295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Main Results</a:t>
            </a:r>
            <a:endParaRPr kumimoji="1" lang="ja-JP" altLang="en-US" sz="6000" b="1" dirty="0">
              <a:solidFill>
                <a:srgbClr val="018185"/>
              </a:solidFill>
            </a:endParaRPr>
          </a:p>
        </p:txBody>
      </p:sp>
      <p:sp>
        <p:nvSpPr>
          <p:cNvPr id="20" name="正方形/長方形 9">
            <a:extLst>
              <a:ext uri="{FF2B5EF4-FFF2-40B4-BE49-F238E27FC236}">
                <a16:creationId xmlns:a16="http://schemas.microsoft.com/office/drawing/2014/main" id="{329997E1-9598-6AFA-417C-5001CBD28C3B}"/>
              </a:ext>
            </a:extLst>
          </p:cNvPr>
          <p:cNvSpPr/>
          <p:nvPr/>
        </p:nvSpPr>
        <p:spPr>
          <a:xfrm>
            <a:off x="15273490" y="6723727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11">
            <a:extLst>
              <a:ext uri="{FF2B5EF4-FFF2-40B4-BE49-F238E27FC236}">
                <a16:creationId xmlns:a16="http://schemas.microsoft.com/office/drawing/2014/main" id="{13219B19-12F4-2C58-8566-1495F9971DBB}"/>
              </a:ext>
            </a:extLst>
          </p:cNvPr>
          <p:cNvCxnSpPr>
            <a:cxnSpLocks/>
          </p:cNvCxnSpPr>
          <p:nvPr/>
        </p:nvCxnSpPr>
        <p:spPr>
          <a:xfrm>
            <a:off x="15273490" y="7980859"/>
            <a:ext cx="12333657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19">
            <a:extLst>
              <a:ext uri="{FF2B5EF4-FFF2-40B4-BE49-F238E27FC236}">
                <a16:creationId xmlns:a16="http://schemas.microsoft.com/office/drawing/2014/main" id="{497CB52B-9AB9-EB60-EAD4-32969AD31577}"/>
              </a:ext>
            </a:extLst>
          </p:cNvPr>
          <p:cNvSpPr/>
          <p:nvPr/>
        </p:nvSpPr>
        <p:spPr>
          <a:xfrm>
            <a:off x="15020444" y="8675422"/>
            <a:ext cx="4230533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67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36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0AFC767-0DA9-ACDF-405E-D6400590758A}"/>
              </a:ext>
            </a:extLst>
          </p:cNvPr>
          <p:cNvSpPr/>
          <p:nvPr/>
        </p:nvSpPr>
        <p:spPr>
          <a:xfrm>
            <a:off x="14963557" y="9474172"/>
            <a:ext cx="4230533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60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D45A27A-915A-B724-37A8-7488B42D9247}"/>
              </a:ext>
            </a:extLst>
          </p:cNvPr>
          <p:cNvSpPr/>
          <p:nvPr/>
        </p:nvSpPr>
        <p:spPr>
          <a:xfrm>
            <a:off x="15020445" y="10597637"/>
            <a:ext cx="423053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RMS current</a:t>
            </a:r>
            <a:endParaRPr lang="en-US" sz="36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AAC9BD3-29E0-1B33-0E29-539575E9B1B8}"/>
              </a:ext>
            </a:extLst>
          </p:cNvPr>
          <p:cNvSpPr/>
          <p:nvPr/>
        </p:nvSpPr>
        <p:spPr>
          <a:xfrm>
            <a:off x="19250977" y="8585137"/>
            <a:ext cx="4230533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67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36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A92114D-8FB0-1077-4D10-6026D1896C17}"/>
              </a:ext>
            </a:extLst>
          </p:cNvPr>
          <p:cNvSpPr/>
          <p:nvPr/>
        </p:nvSpPr>
        <p:spPr>
          <a:xfrm>
            <a:off x="19194089" y="9454354"/>
            <a:ext cx="4230533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18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60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AF2E8BFC-B8AF-080F-148D-5A5060CB768D}"/>
              </a:ext>
            </a:extLst>
          </p:cNvPr>
          <p:cNvSpPr/>
          <p:nvPr/>
        </p:nvSpPr>
        <p:spPr>
          <a:xfrm>
            <a:off x="19250977" y="10689643"/>
            <a:ext cx="423053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 A -&gt; 21.2 A</a:t>
            </a:r>
            <a:endParaRPr lang="en-US" sz="36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4750E53-A6D6-E856-8A5C-77BEEB481F06}"/>
              </a:ext>
            </a:extLst>
          </p:cNvPr>
          <p:cNvSpPr/>
          <p:nvPr/>
        </p:nvSpPr>
        <p:spPr>
          <a:xfrm>
            <a:off x="23481510" y="8585137"/>
            <a:ext cx="4230533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67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36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369010A6-E9F4-F1A4-F72A-3739AEC16882}"/>
              </a:ext>
            </a:extLst>
          </p:cNvPr>
          <p:cNvSpPr/>
          <p:nvPr/>
        </p:nvSpPr>
        <p:spPr>
          <a:xfrm>
            <a:off x="23675615" y="9431207"/>
            <a:ext cx="472226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gain</a:t>
            </a:r>
            <a:endParaRPr lang="en-US" sz="60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9B47617-D635-19C1-5BD7-4B8A9A04D929}"/>
              </a:ext>
            </a:extLst>
          </p:cNvPr>
          <p:cNvSpPr/>
          <p:nvPr/>
        </p:nvSpPr>
        <p:spPr>
          <a:xfrm>
            <a:off x="24001026" y="10650963"/>
            <a:ext cx="423053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estimate</a:t>
            </a:r>
            <a:endParaRPr lang="en-US" sz="3600" dirty="0"/>
          </a:p>
        </p:txBody>
      </p:sp>
      <p:sp>
        <p:nvSpPr>
          <p:cNvPr id="32" name="テキスト ボックス 8">
            <a:extLst>
              <a:ext uri="{FF2B5EF4-FFF2-40B4-BE49-F238E27FC236}">
                <a16:creationId xmlns:a16="http://schemas.microsoft.com/office/drawing/2014/main" id="{63B111A1-BF3E-98FD-E6A8-288DE860144C}"/>
              </a:ext>
            </a:extLst>
          </p:cNvPr>
          <p:cNvSpPr txBox="1"/>
          <p:nvPr/>
        </p:nvSpPr>
        <p:spPr>
          <a:xfrm>
            <a:off x="2068851" y="13827920"/>
            <a:ext cx="1330684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Method: Adaptive multi-carrier PWM</a:t>
            </a:r>
          </a:p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 </a:t>
            </a:r>
            <a:endParaRPr kumimoji="1" lang="ja-JP" altLang="en-US" sz="6000" b="1" dirty="0">
              <a:solidFill>
                <a:srgbClr val="018185"/>
              </a:solidFill>
            </a:endParaRPr>
          </a:p>
        </p:txBody>
      </p:sp>
      <p:sp>
        <p:nvSpPr>
          <p:cNvPr id="33" name="正方形/長方形 9">
            <a:extLst>
              <a:ext uri="{FF2B5EF4-FFF2-40B4-BE49-F238E27FC236}">
                <a16:creationId xmlns:a16="http://schemas.microsoft.com/office/drawing/2014/main" id="{24DCC285-D778-5439-A004-EF8639A8008A}"/>
              </a:ext>
            </a:extLst>
          </p:cNvPr>
          <p:cNvSpPr/>
          <p:nvPr/>
        </p:nvSpPr>
        <p:spPr>
          <a:xfrm>
            <a:off x="1388296" y="13834916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11">
            <a:extLst>
              <a:ext uri="{FF2B5EF4-FFF2-40B4-BE49-F238E27FC236}">
                <a16:creationId xmlns:a16="http://schemas.microsoft.com/office/drawing/2014/main" id="{035DD731-FDD0-B8B4-E1B7-4A582E6966F3}"/>
              </a:ext>
            </a:extLst>
          </p:cNvPr>
          <p:cNvCxnSpPr>
            <a:cxnSpLocks/>
          </p:cNvCxnSpPr>
          <p:nvPr/>
        </p:nvCxnSpPr>
        <p:spPr>
          <a:xfrm>
            <a:off x="1388296" y="15092048"/>
            <a:ext cx="26843263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5">
            <a:extLst>
              <a:ext uri="{FF2B5EF4-FFF2-40B4-BE49-F238E27FC236}">
                <a16:creationId xmlns:a16="http://schemas.microsoft.com/office/drawing/2014/main" id="{223071E3-EFF9-100B-38A7-897E69C8CAAB}"/>
              </a:ext>
            </a:extLst>
          </p:cNvPr>
          <p:cNvSpPr txBox="1"/>
          <p:nvPr/>
        </p:nvSpPr>
        <p:spPr>
          <a:xfrm>
            <a:off x="1493702" y="15674163"/>
            <a:ext cx="2684326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SPWM uses a common triangular carrier for all inverter legs.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r>
              <a:rPr lang="en-US" sz="4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proposed method assigns individual carriers to each leg and optimizes the phase shifts of legs B and C during each switching period.</a:t>
            </a:r>
          </a:p>
          <a:p>
            <a:pPr marL="685800" indent="-685800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p"/>
            </a:pPr>
            <a:endParaRPr kumimoji="1" lang="ja-JP" altLang="en-US" sz="4800" dirty="0"/>
          </a:p>
        </p:txBody>
      </p:sp>
      <p:pic>
        <p:nvPicPr>
          <p:cNvPr id="40" name="Image 0" descr="/mnt/data/cropped_figs/p3_0_0.png">
            <a:extLst>
              <a:ext uri="{FF2B5EF4-FFF2-40B4-BE49-F238E27FC236}">
                <a16:creationId xmlns:a16="http://schemas.microsoft.com/office/drawing/2014/main" id="{0BD8D950-17E9-5F12-ED0E-A0BA24C56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54" y="18146550"/>
            <a:ext cx="6342844" cy="3749637"/>
          </a:xfrm>
          <a:prstGeom prst="rect">
            <a:avLst/>
          </a:prstGeom>
        </p:spPr>
      </p:pic>
      <p:pic>
        <p:nvPicPr>
          <p:cNvPr id="41" name="Image 1" descr="/mnt/data/cropped_figs/p3_2_0.png">
            <a:extLst>
              <a:ext uri="{FF2B5EF4-FFF2-40B4-BE49-F238E27FC236}">
                <a16:creationId xmlns:a16="http://schemas.microsoft.com/office/drawing/2014/main" id="{8B043442-8FCE-4A90-1FB1-A44179F29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774" y="18226217"/>
            <a:ext cx="7807153" cy="3941475"/>
          </a:xfrm>
          <a:prstGeom prst="rect">
            <a:avLst/>
          </a:prstGeom>
        </p:spPr>
      </p:pic>
      <p:sp>
        <p:nvSpPr>
          <p:cNvPr id="42" name="テキスト ボックス 8">
            <a:extLst>
              <a:ext uri="{FF2B5EF4-FFF2-40B4-BE49-F238E27FC236}">
                <a16:creationId xmlns:a16="http://schemas.microsoft.com/office/drawing/2014/main" id="{C51E5592-6712-C9AB-A3A6-032DAE09019D}"/>
              </a:ext>
            </a:extLst>
          </p:cNvPr>
          <p:cNvSpPr txBox="1"/>
          <p:nvPr/>
        </p:nvSpPr>
        <p:spPr>
          <a:xfrm>
            <a:off x="16454910" y="17795500"/>
            <a:ext cx="85170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Optimization Objective</a:t>
            </a:r>
            <a:endParaRPr kumimoji="1" lang="ja-JP" altLang="en-US" sz="6000" b="1" dirty="0">
              <a:solidFill>
                <a:srgbClr val="018185"/>
              </a:solidFill>
            </a:endParaRPr>
          </a:p>
        </p:txBody>
      </p:sp>
      <p:sp>
        <p:nvSpPr>
          <p:cNvPr id="43" name="正方形/長方形 9">
            <a:extLst>
              <a:ext uri="{FF2B5EF4-FFF2-40B4-BE49-F238E27FC236}">
                <a16:creationId xmlns:a16="http://schemas.microsoft.com/office/drawing/2014/main" id="{1C220108-4F41-5741-5B5A-5A881CCD7041}"/>
              </a:ext>
            </a:extLst>
          </p:cNvPr>
          <p:cNvSpPr/>
          <p:nvPr/>
        </p:nvSpPr>
        <p:spPr>
          <a:xfrm>
            <a:off x="15651018" y="17730071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11">
            <a:extLst>
              <a:ext uri="{FF2B5EF4-FFF2-40B4-BE49-F238E27FC236}">
                <a16:creationId xmlns:a16="http://schemas.microsoft.com/office/drawing/2014/main" id="{03015BDD-E779-D999-BDDA-499BE1D45BFD}"/>
              </a:ext>
            </a:extLst>
          </p:cNvPr>
          <p:cNvCxnSpPr>
            <a:cxnSpLocks/>
          </p:cNvCxnSpPr>
          <p:nvPr/>
        </p:nvCxnSpPr>
        <p:spPr>
          <a:xfrm>
            <a:off x="15651018" y="18987203"/>
            <a:ext cx="12333657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hape 39">
            <a:extLst>
              <a:ext uri="{FF2B5EF4-FFF2-40B4-BE49-F238E27FC236}">
                <a16:creationId xmlns:a16="http://schemas.microsoft.com/office/drawing/2014/main" id="{0970DD81-5772-A26D-0E0C-BC0F477868CA}"/>
              </a:ext>
            </a:extLst>
          </p:cNvPr>
          <p:cNvSpPr/>
          <p:nvPr/>
        </p:nvSpPr>
        <p:spPr>
          <a:xfrm>
            <a:off x="1418209" y="23245737"/>
            <a:ext cx="5414967" cy="1234440"/>
          </a:xfrm>
          <a:prstGeom prst="roundRect">
            <a:avLst>
              <a:gd name="adj" fmla="val 11111"/>
            </a:avLst>
          </a:prstGeom>
          <a:solidFill>
            <a:srgbClr val="EA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v-SE" sz="3600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69812514-53DB-77B4-7E6A-C73A5AFCE8A7}"/>
              </a:ext>
            </a:extLst>
          </p:cNvPr>
          <p:cNvSpPr/>
          <p:nvPr/>
        </p:nvSpPr>
        <p:spPr>
          <a:xfrm>
            <a:off x="1527937" y="23465193"/>
            <a:ext cx="519551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currents</a:t>
            </a:r>
            <a:endParaRPr lang="en-US" sz="3600" dirty="0"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56B38409-7821-F327-ECFE-39DC2361139F}"/>
              </a:ext>
            </a:extLst>
          </p:cNvPr>
          <p:cNvSpPr/>
          <p:nvPr/>
        </p:nvSpPr>
        <p:spPr>
          <a:xfrm>
            <a:off x="6897184" y="23593209"/>
            <a:ext cx="274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E0E10839-0518-2538-19D3-78B689758415}"/>
              </a:ext>
            </a:extLst>
          </p:cNvPr>
          <p:cNvSpPr/>
          <p:nvPr/>
        </p:nvSpPr>
        <p:spPr>
          <a:xfrm>
            <a:off x="7061776" y="23245737"/>
            <a:ext cx="5414967" cy="1234440"/>
          </a:xfrm>
          <a:prstGeom prst="roundRect">
            <a:avLst>
              <a:gd name="adj" fmla="val 11111"/>
            </a:avLst>
          </a:prstGeom>
          <a:solidFill>
            <a:srgbClr val="EA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v-SE" sz="3600"/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CCABACCC-1CD3-5B21-8F62-210EBE980A7D}"/>
              </a:ext>
            </a:extLst>
          </p:cNvPr>
          <p:cNvSpPr/>
          <p:nvPr/>
        </p:nvSpPr>
        <p:spPr>
          <a:xfrm>
            <a:off x="7171504" y="23465193"/>
            <a:ext cx="519551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inputs</a:t>
            </a:r>
            <a:endParaRPr lang="en-US" sz="3600" dirty="0"/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A1254F49-70C4-A8EF-E092-6AA3EE29DB2F}"/>
              </a:ext>
            </a:extLst>
          </p:cNvPr>
          <p:cNvSpPr/>
          <p:nvPr/>
        </p:nvSpPr>
        <p:spPr>
          <a:xfrm>
            <a:off x="12540751" y="23593209"/>
            <a:ext cx="274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8F513A24-4F32-C8C1-D148-D680CBE10A51}"/>
              </a:ext>
            </a:extLst>
          </p:cNvPr>
          <p:cNvSpPr/>
          <p:nvPr/>
        </p:nvSpPr>
        <p:spPr>
          <a:xfrm>
            <a:off x="12705343" y="23245737"/>
            <a:ext cx="5414967" cy="1234440"/>
          </a:xfrm>
          <a:prstGeom prst="roundRect">
            <a:avLst>
              <a:gd name="adj" fmla="val 11111"/>
            </a:avLst>
          </a:prstGeom>
          <a:solidFill>
            <a:srgbClr val="EA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v-SE" sz="36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AE7E8510-6167-1110-B2FC-75A4BCCAD4F9}"/>
              </a:ext>
            </a:extLst>
          </p:cNvPr>
          <p:cNvSpPr/>
          <p:nvPr/>
        </p:nvSpPr>
        <p:spPr>
          <a:xfrm>
            <a:off x="12815071" y="23465193"/>
            <a:ext cx="519551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ratios</a:t>
            </a:r>
            <a:endParaRPr lang="en-US" sz="3600" dirty="0"/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AFFCFF5E-748B-378D-CCDC-F4061CE9BF9A}"/>
              </a:ext>
            </a:extLst>
          </p:cNvPr>
          <p:cNvSpPr/>
          <p:nvPr/>
        </p:nvSpPr>
        <p:spPr>
          <a:xfrm>
            <a:off x="18184318" y="23593209"/>
            <a:ext cx="274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C9985574-E425-853E-4537-E52FB3677A75}"/>
              </a:ext>
            </a:extLst>
          </p:cNvPr>
          <p:cNvSpPr/>
          <p:nvPr/>
        </p:nvSpPr>
        <p:spPr>
          <a:xfrm>
            <a:off x="18348910" y="23245737"/>
            <a:ext cx="5414967" cy="1234440"/>
          </a:xfrm>
          <a:prstGeom prst="roundRect">
            <a:avLst>
              <a:gd name="adj" fmla="val 11111"/>
            </a:avLst>
          </a:prstGeom>
          <a:solidFill>
            <a:srgbClr val="DFF1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v-SE" sz="3600"/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55D175BD-FF7C-710C-387A-678003C413E2}"/>
              </a:ext>
            </a:extLst>
          </p:cNvPr>
          <p:cNvSpPr/>
          <p:nvPr/>
        </p:nvSpPr>
        <p:spPr>
          <a:xfrm>
            <a:off x="18458638" y="23465193"/>
            <a:ext cx="519551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compact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</a:t>
            </a:r>
            <a:endParaRPr lang="en-US" sz="3600" dirty="0"/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A3F02CAE-EA80-C47E-CB15-B3843F8A3AFA}"/>
              </a:ext>
            </a:extLst>
          </p:cNvPr>
          <p:cNvSpPr/>
          <p:nvPr/>
        </p:nvSpPr>
        <p:spPr>
          <a:xfrm>
            <a:off x="23827885" y="23593209"/>
            <a:ext cx="274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57" name="Shape 51">
            <a:extLst>
              <a:ext uri="{FF2B5EF4-FFF2-40B4-BE49-F238E27FC236}">
                <a16:creationId xmlns:a16="http://schemas.microsoft.com/office/drawing/2014/main" id="{06D9CF7C-C8DA-BBD7-DA05-9FC3E57384E8}"/>
              </a:ext>
            </a:extLst>
          </p:cNvPr>
          <p:cNvSpPr/>
          <p:nvPr/>
        </p:nvSpPr>
        <p:spPr>
          <a:xfrm>
            <a:off x="23992477" y="23245737"/>
            <a:ext cx="5414967" cy="1234440"/>
          </a:xfrm>
          <a:prstGeom prst="roundRect">
            <a:avLst>
              <a:gd name="adj" fmla="val 11111"/>
            </a:avLst>
          </a:prstGeom>
          <a:solidFill>
            <a:srgbClr val="EA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v-SE" sz="360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7786EBA7-12E4-E342-A984-64870CC57217}"/>
              </a:ext>
            </a:extLst>
          </p:cNvPr>
          <p:cNvSpPr/>
          <p:nvPr/>
        </p:nvSpPr>
        <p:spPr>
          <a:xfrm>
            <a:off x="24102205" y="23265569"/>
            <a:ext cx="5305239" cy="9768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carrier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13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shifts</a:t>
            </a:r>
            <a:endParaRPr lang="en-US" sz="3200" dirty="0"/>
          </a:p>
        </p:txBody>
      </p:sp>
      <p:sp>
        <p:nvSpPr>
          <p:cNvPr id="59" name="テキスト ボックス 8">
            <a:extLst>
              <a:ext uri="{FF2B5EF4-FFF2-40B4-BE49-F238E27FC236}">
                <a16:creationId xmlns:a16="http://schemas.microsoft.com/office/drawing/2014/main" id="{D6B12AF5-6F72-7C97-B5B2-1BEBB7739F72}"/>
              </a:ext>
            </a:extLst>
          </p:cNvPr>
          <p:cNvSpPr txBox="1"/>
          <p:nvPr/>
        </p:nvSpPr>
        <p:spPr>
          <a:xfrm>
            <a:off x="2068851" y="25499565"/>
            <a:ext cx="97225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Performance assessment </a:t>
            </a:r>
            <a:endParaRPr kumimoji="1" lang="ja-JP" altLang="en-US" sz="6000" b="1" dirty="0">
              <a:solidFill>
                <a:srgbClr val="018185"/>
              </a:solidFill>
            </a:endParaRPr>
          </a:p>
        </p:txBody>
      </p:sp>
      <p:sp>
        <p:nvSpPr>
          <p:cNvPr id="60" name="正方形/長方形 9">
            <a:extLst>
              <a:ext uri="{FF2B5EF4-FFF2-40B4-BE49-F238E27FC236}">
                <a16:creationId xmlns:a16="http://schemas.microsoft.com/office/drawing/2014/main" id="{CC6A4644-B2A3-EECB-DA87-3AB6597DE085}"/>
              </a:ext>
            </a:extLst>
          </p:cNvPr>
          <p:cNvSpPr/>
          <p:nvPr/>
        </p:nvSpPr>
        <p:spPr>
          <a:xfrm>
            <a:off x="1294870" y="25434136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直線コネクタ 11">
            <a:extLst>
              <a:ext uri="{FF2B5EF4-FFF2-40B4-BE49-F238E27FC236}">
                <a16:creationId xmlns:a16="http://schemas.microsoft.com/office/drawing/2014/main" id="{6E511FBB-477D-18FD-5FB6-046AAFCAAAA8}"/>
              </a:ext>
            </a:extLst>
          </p:cNvPr>
          <p:cNvCxnSpPr>
            <a:cxnSpLocks/>
          </p:cNvCxnSpPr>
          <p:nvPr/>
        </p:nvCxnSpPr>
        <p:spPr>
          <a:xfrm>
            <a:off x="1294870" y="26691268"/>
            <a:ext cx="12333657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8">
            <a:extLst>
              <a:ext uri="{FF2B5EF4-FFF2-40B4-BE49-F238E27FC236}">
                <a16:creationId xmlns:a16="http://schemas.microsoft.com/office/drawing/2014/main" id="{7BD3051A-D7CC-FC0E-5E54-F25EA00E199E}"/>
              </a:ext>
            </a:extLst>
          </p:cNvPr>
          <p:cNvSpPr txBox="1"/>
          <p:nvPr/>
        </p:nvSpPr>
        <p:spPr>
          <a:xfrm>
            <a:off x="16844029" y="25223187"/>
            <a:ext cx="79600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018185"/>
                </a:solidFill>
              </a:rPr>
              <a:t>Simulation Validation</a:t>
            </a:r>
            <a:endParaRPr kumimoji="1" lang="ja-JP" altLang="en-US" sz="6000" b="1" dirty="0">
              <a:solidFill>
                <a:srgbClr val="018185"/>
              </a:solidFill>
            </a:endParaRPr>
          </a:p>
        </p:txBody>
      </p:sp>
      <p:sp>
        <p:nvSpPr>
          <p:cNvPr id="63" name="正方形/長方形 9">
            <a:extLst>
              <a:ext uri="{FF2B5EF4-FFF2-40B4-BE49-F238E27FC236}">
                <a16:creationId xmlns:a16="http://schemas.microsoft.com/office/drawing/2014/main" id="{B1CDCEE0-4406-C2AB-D021-5C8C9E59D6A0}"/>
              </a:ext>
            </a:extLst>
          </p:cNvPr>
          <p:cNvSpPr/>
          <p:nvPr/>
        </p:nvSpPr>
        <p:spPr>
          <a:xfrm>
            <a:off x="15761624" y="25157758"/>
            <a:ext cx="419166" cy="1257132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4" name="直線コネクタ 11">
            <a:extLst>
              <a:ext uri="{FF2B5EF4-FFF2-40B4-BE49-F238E27FC236}">
                <a16:creationId xmlns:a16="http://schemas.microsoft.com/office/drawing/2014/main" id="{C3BF37A2-178A-0DD3-BD48-CE08F266A366}"/>
              </a:ext>
            </a:extLst>
          </p:cNvPr>
          <p:cNvCxnSpPr>
            <a:cxnSpLocks/>
          </p:cNvCxnSpPr>
          <p:nvPr/>
        </p:nvCxnSpPr>
        <p:spPr>
          <a:xfrm>
            <a:off x="15761624" y="26414890"/>
            <a:ext cx="12333657" cy="0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243BA5A-D601-0FF0-CC50-D66505715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2788" y="19295012"/>
            <a:ext cx="11090116" cy="174312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C6B4D1D-1346-175A-08B5-D5FD0F19E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9798" y="39259738"/>
            <a:ext cx="3013207" cy="337634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F1E36CF-B0D2-A102-9502-E0490DB68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7" y="39259738"/>
            <a:ext cx="3013207" cy="337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8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PEC2026">
      <a:majorFont>
        <a:latin typeface="Arial"/>
        <a:ea typeface="游ゴシック Light"/>
        <a:cs typeface=""/>
      </a:majorFont>
      <a:minorFont>
        <a:latin typeface="Arial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d2721f-eecf-4e40-8c6d-8362eea2291f" xsi:nil="true"/>
    <lcf76f155ced4ddcb4097134ff3c332f xmlns="6c0a9c51-223e-40eb-be5b-a75f95f5efa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40AC5776D445D4AA0436B39D48A5D32" ma:contentTypeVersion="12" ma:contentTypeDescription="新しいドキュメントを作成します。" ma:contentTypeScope="" ma:versionID="6663799dbca32b369c6dca6c4d961f76">
  <xsd:schema xmlns:xsd="http://www.w3.org/2001/XMLSchema" xmlns:xs="http://www.w3.org/2001/XMLSchema" xmlns:p="http://schemas.microsoft.com/office/2006/metadata/properties" xmlns:ns2="6c0a9c51-223e-40eb-be5b-a75f95f5efa0" xmlns:ns3="98d2721f-eecf-4e40-8c6d-8362eea2291f" targetNamespace="http://schemas.microsoft.com/office/2006/metadata/properties" ma:root="true" ma:fieldsID="f042fade54ad518496d7cedc44997337" ns2:_="" ns3:_="">
    <xsd:import namespace="6c0a9c51-223e-40eb-be5b-a75f95f5efa0"/>
    <xsd:import namespace="98d2721f-eecf-4e40-8c6d-8362eea229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a9c51-223e-40eb-be5b-a75f95f5ef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3c3fff22-b943-49ca-97ed-32a132aa46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d2721f-eecf-4e40-8c6d-8362eea2291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d13a14-9a2e-4aa1-bdee-c6dec105810e}" ma:internalName="TaxCatchAll" ma:showField="CatchAllData" ma:web="98d2721f-eecf-4e40-8c6d-8362eea229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6DD067-9E13-49D6-9472-89662B46F2FE}">
  <ds:schemaRefs>
    <ds:schemaRef ds:uri="http://schemas.microsoft.com/office/2006/metadata/properties"/>
    <ds:schemaRef ds:uri="http://schemas.microsoft.com/office/infopath/2007/PartnerControls"/>
    <ds:schemaRef ds:uri="98d2721f-eecf-4e40-8c6d-8362eea2291f"/>
    <ds:schemaRef ds:uri="6c0a9c51-223e-40eb-be5b-a75f95f5efa0"/>
  </ds:schemaRefs>
</ds:datastoreItem>
</file>

<file path=customXml/itemProps2.xml><?xml version="1.0" encoding="utf-8"?>
<ds:datastoreItem xmlns:ds="http://schemas.openxmlformats.org/officeDocument/2006/customXml" ds:itemID="{184580CB-418E-41FD-BC14-1F6D857D0A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41005F-9FDF-4E51-8A5C-B1F4B6497C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a9c51-223e-40eb-be5b-a75f95f5efa0"/>
    <ds:schemaRef ds:uri="98d2721f-eecf-4e40-8c6d-8362eea229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742</TotalTime>
  <Words>251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Wingdings</vt:lpstr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Ryosuke Ota</dc:creator>
  <cp:lastModifiedBy>Enes Ayaz</cp:lastModifiedBy>
  <cp:revision>5</cp:revision>
  <dcterms:created xsi:type="dcterms:W3CDTF">2026-04-17T15:55:23Z</dcterms:created>
  <dcterms:modified xsi:type="dcterms:W3CDTF">2026-05-13T15:02:07Z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0x010100440AC5776D445D4AA0436B39D48A5D32</vt:lpwstr>
  </property>
</Properties>
</file>