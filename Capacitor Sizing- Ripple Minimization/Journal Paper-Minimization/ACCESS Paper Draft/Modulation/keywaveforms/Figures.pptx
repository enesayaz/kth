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32057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816" y="-3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5246527"/>
            <a:ext cx="10363200" cy="11160925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16837860"/>
            <a:ext cx="9144000" cy="7739921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73587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61615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7992240"/>
            <a:ext cx="10515600" cy="13335225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21453622"/>
            <a:ext cx="10515600" cy="7012680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7216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8533951"/>
            <a:ext cx="5181600" cy="2034049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8533951"/>
            <a:ext cx="5181600" cy="2034049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81731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706798"/>
            <a:ext cx="10515600" cy="619639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7858659"/>
            <a:ext cx="5157787" cy="3851407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11710066"/>
            <a:ext cx="5157787" cy="1722374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7858659"/>
            <a:ext cx="5183188" cy="3851407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11710066"/>
            <a:ext cx="5183188" cy="1722374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2029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23607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4064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137198"/>
            <a:ext cx="3932237" cy="748019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615762"/>
            <a:ext cx="6172200" cy="22781941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9617393"/>
            <a:ext cx="3932237" cy="1781740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7453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137198"/>
            <a:ext cx="3932237" cy="7480194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4615762"/>
            <a:ext cx="6172200" cy="22781941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9617393"/>
            <a:ext cx="3932237" cy="1781740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19082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71623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1706790"/>
            <a:ext cx="2628900" cy="2716765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1706790"/>
            <a:ext cx="7734300" cy="2716765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64550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706798"/>
            <a:ext cx="10515600" cy="61963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8533951"/>
            <a:ext cx="10515600" cy="203404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29713001"/>
            <a:ext cx="2743200" cy="17067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CCF45F-741B-400A-B6B9-ACB04FA488AE}" type="datetimeFigureOut">
              <a:rPr lang="sv-SE" smtClean="0"/>
              <a:t>2025-07-22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29713001"/>
            <a:ext cx="4114800" cy="17067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29713001"/>
            <a:ext cx="2743200" cy="17067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F31D8-2E65-40A8-9108-D6625180989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39429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5116965"/>
            <a:ext cx="5334000" cy="4000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771" y="5116965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056" y="9398680"/>
            <a:ext cx="5334000" cy="4000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04457" y="9160153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23086" y="9019546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04457" y="13399180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23086" y="13301261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65371" y="17723583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8115" y="13778315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4771" y="9398680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20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3004457" y="9160153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723086" y="9019546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04457" y="13399180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23086" y="13301261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65371" y="17723583"/>
            <a:ext cx="769257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  <a:endParaRPr lang="sv-SE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71" y="5040390"/>
            <a:ext cx="5334000" cy="40005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9456" y="5040390"/>
            <a:ext cx="5334000" cy="40005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35" y="9300761"/>
            <a:ext cx="5334000" cy="40005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8371" y="13778315"/>
            <a:ext cx="5334000" cy="40005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9456" y="9300761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645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30</Words>
  <Application>Microsoft Office PowerPoint</Application>
  <PresentationFormat>Custom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5</cp:revision>
  <dcterms:created xsi:type="dcterms:W3CDTF">2025-07-22T10:10:27Z</dcterms:created>
  <dcterms:modified xsi:type="dcterms:W3CDTF">2025-07-22T10:46:22Z</dcterms:modified>
</cp:coreProperties>
</file>