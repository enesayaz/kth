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32057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>
        <p:scale>
          <a:sx n="75" d="100"/>
          <a:sy n="75" d="100"/>
        </p:scale>
        <p:origin x="3258" y="-3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5246527"/>
            <a:ext cx="10363200" cy="1116092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837860"/>
            <a:ext cx="9144000" cy="773992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358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161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992240"/>
            <a:ext cx="10515600" cy="1333522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21453622"/>
            <a:ext cx="10515600" cy="701268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216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533951"/>
            <a:ext cx="5181600" cy="203404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533951"/>
            <a:ext cx="5181600" cy="203404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173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06798"/>
            <a:ext cx="10515600" cy="61963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858659"/>
            <a:ext cx="5157787" cy="385140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1710066"/>
            <a:ext cx="5157787" cy="1722374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7858659"/>
            <a:ext cx="5183188" cy="385140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1710066"/>
            <a:ext cx="5183188" cy="1722374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202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36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40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37198"/>
            <a:ext cx="3932237" cy="7480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615762"/>
            <a:ext cx="6172200" cy="2278194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617393"/>
            <a:ext cx="3932237" cy="1781740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45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37198"/>
            <a:ext cx="3932237" cy="7480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615762"/>
            <a:ext cx="6172200" cy="2278194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617393"/>
            <a:ext cx="3932237" cy="1781740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908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162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706790"/>
            <a:ext cx="2628900" cy="2716765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706790"/>
            <a:ext cx="7734300" cy="2716765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455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06798"/>
            <a:ext cx="10515600" cy="619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533951"/>
            <a:ext cx="10515600" cy="20340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9713001"/>
            <a:ext cx="27432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9713001"/>
            <a:ext cx="41148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9713001"/>
            <a:ext cx="27432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94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16965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71" y="5116965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56" y="9398680"/>
            <a:ext cx="5334000" cy="400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04457" y="916015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23086" y="9019546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4457" y="133991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3086" y="1330126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5371" y="1772358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115" y="13778315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71" y="93986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2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004457" y="916015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23086" y="9019546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4457" y="133991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3086" y="1330126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5371" y="1772358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5040390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456" y="5040390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35" y="9300761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371" y="13778315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456" y="930076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3757" y="15572834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40486" y="15572834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83757" y="199142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40486" y="199142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0500" y="8699500"/>
            <a:ext cx="177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m=0.6 pf= 0.9</a:t>
            </a:r>
          </a:p>
          <a:p>
            <a:r>
              <a:rPr lang="en-US" dirty="0" smtClean="0"/>
              <a:t>M=0.8 pf= 0.95</a:t>
            </a:r>
          </a:p>
          <a:p>
            <a:r>
              <a:rPr lang="en-US" dirty="0" err="1" smtClean="0"/>
              <a:t>Iph</a:t>
            </a:r>
            <a:r>
              <a:rPr lang="en-US" dirty="0" smtClean="0"/>
              <a:t>= 1 per unit</a:t>
            </a:r>
            <a:endParaRPr lang="sv-SE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86" y="15913780"/>
            <a:ext cx="5334000" cy="4000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13780"/>
            <a:ext cx="5334000" cy="4000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72334"/>
            <a:ext cx="5334000" cy="40005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486" y="1157233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8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55</Words>
  <Application>Microsoft Office PowerPoint</Application>
  <PresentationFormat>Custom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7</cp:revision>
  <dcterms:created xsi:type="dcterms:W3CDTF">2025-07-22T10:10:27Z</dcterms:created>
  <dcterms:modified xsi:type="dcterms:W3CDTF">2025-08-07T09:13:14Z</dcterms:modified>
</cp:coreProperties>
</file>