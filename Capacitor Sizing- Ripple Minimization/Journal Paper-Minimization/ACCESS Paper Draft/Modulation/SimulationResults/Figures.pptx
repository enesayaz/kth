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32057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456" y="-3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5246527"/>
            <a:ext cx="10363200" cy="1116092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837860"/>
            <a:ext cx="9144000" cy="773992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3587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6161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992240"/>
            <a:ext cx="10515600" cy="13335225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21453622"/>
            <a:ext cx="10515600" cy="701268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7216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533951"/>
            <a:ext cx="5181600" cy="2034049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533951"/>
            <a:ext cx="5181600" cy="2034049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81731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06798"/>
            <a:ext cx="10515600" cy="61963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858659"/>
            <a:ext cx="5157787" cy="385140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1710066"/>
            <a:ext cx="5157787" cy="1722374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7858659"/>
            <a:ext cx="5183188" cy="3851407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1710066"/>
            <a:ext cx="5183188" cy="1722374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22029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2360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8406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37198"/>
            <a:ext cx="3932237" cy="748019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615762"/>
            <a:ext cx="6172200" cy="2278194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9617393"/>
            <a:ext cx="3932237" cy="1781740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45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37198"/>
            <a:ext cx="3932237" cy="7480194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615762"/>
            <a:ext cx="6172200" cy="2278194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9617393"/>
            <a:ext cx="3932237" cy="1781740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19082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7162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706790"/>
            <a:ext cx="2628900" cy="2716765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706790"/>
            <a:ext cx="7734300" cy="2716765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6455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06798"/>
            <a:ext cx="10515600" cy="619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533951"/>
            <a:ext cx="10515600" cy="203404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9713001"/>
            <a:ext cx="2743200" cy="1706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CF45F-741B-400A-B6B9-ACB04FA488AE}" type="datetimeFigureOut">
              <a:rPr lang="sv-SE" smtClean="0"/>
              <a:t>2025-08-07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9713001"/>
            <a:ext cx="4114800" cy="1706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9713001"/>
            <a:ext cx="2743200" cy="17067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31D8-2E65-40A8-9108-D6625180989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394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116965"/>
            <a:ext cx="5334000" cy="40005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71" y="5116965"/>
            <a:ext cx="5334000" cy="4000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56" y="9398680"/>
            <a:ext cx="5334000" cy="400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04457" y="916015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23086" y="9019546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4457" y="13399180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23086" y="13301261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65371" y="1772358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8115" y="13778315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4771" y="93986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2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004457" y="916015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23086" y="9019546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4457" y="13399180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23086" y="13301261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65371" y="17723583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1" y="5040390"/>
            <a:ext cx="5334000" cy="4000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456" y="5040390"/>
            <a:ext cx="5334000" cy="400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35" y="9300761"/>
            <a:ext cx="5334000" cy="4000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371" y="13778315"/>
            <a:ext cx="5334000" cy="4000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456" y="930076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99757" y="15688948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256486" y="15688948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99757" y="20030394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56486" y="20030394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86500" y="8815614"/>
            <a:ext cx="177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m=0.6 pf= 0.9</a:t>
            </a:r>
          </a:p>
          <a:p>
            <a:r>
              <a:rPr lang="en-US" dirty="0" smtClean="0"/>
              <a:t>M=0.8 pf= 0.95</a:t>
            </a:r>
          </a:p>
          <a:p>
            <a:r>
              <a:rPr lang="en-US" dirty="0" err="1" smtClean="0"/>
              <a:t>Iph</a:t>
            </a:r>
            <a:r>
              <a:rPr lang="en-US" dirty="0" smtClean="0"/>
              <a:t>= 1 per unit</a:t>
            </a:r>
            <a:endParaRPr lang="sv-SE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486" y="16029894"/>
            <a:ext cx="5334000" cy="4000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6029894"/>
            <a:ext cx="5334000" cy="4000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" y="11688448"/>
            <a:ext cx="5334000" cy="400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486" y="1168844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35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56783" y="12481291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17519" y="12481291"/>
            <a:ext cx="7692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sv-SE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11" y="8439882"/>
            <a:ext cx="5334000" cy="4000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411" y="848079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7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61</Words>
  <Application>Microsoft Office PowerPoint</Application>
  <PresentationFormat>Custom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7</cp:revision>
  <dcterms:created xsi:type="dcterms:W3CDTF">2025-07-22T10:10:27Z</dcterms:created>
  <dcterms:modified xsi:type="dcterms:W3CDTF">2025-08-07T12:05:54Z</dcterms:modified>
</cp:coreProperties>
</file>