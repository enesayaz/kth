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3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165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4604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318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0261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605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989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6082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96231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5212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8293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173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5EC8A-8CDF-4A5F-8ED9-1C38D70877CC}" type="datetimeFigureOut">
              <a:rPr lang="sv-SE" smtClean="0"/>
              <a:t>2025-08-12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881E3-0CC7-4C91-971F-529973EB5F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831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3" y="1844400"/>
            <a:ext cx="7704137" cy="318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49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220" y="1165225"/>
            <a:ext cx="7091523" cy="409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57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87" y="955675"/>
            <a:ext cx="78200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33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838"/>
          <a:stretch/>
        </p:blipFill>
        <p:spPr>
          <a:xfrm>
            <a:off x="2424114" y="1188720"/>
            <a:ext cx="7260038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65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4</cp:revision>
  <dcterms:created xsi:type="dcterms:W3CDTF">2025-07-18T09:54:53Z</dcterms:created>
  <dcterms:modified xsi:type="dcterms:W3CDTF">2025-08-13T08:33:08Z</dcterms:modified>
</cp:coreProperties>
</file>