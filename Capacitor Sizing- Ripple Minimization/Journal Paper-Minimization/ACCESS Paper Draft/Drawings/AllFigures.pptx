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4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1659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54604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3189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02610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6057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99896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60821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96231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52125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98293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11731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35EC8A-8CDF-4A5F-8ED9-1C38D70877CC}" type="datetimeFigureOut">
              <a:rPr lang="sv-SE" smtClean="0"/>
              <a:t>2025-07-18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881E3-0CC7-4C91-971F-529973EB5F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831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3" y="1844400"/>
            <a:ext cx="7704137" cy="318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449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220" y="1165225"/>
            <a:ext cx="7091523" cy="409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57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887" y="955675"/>
            <a:ext cx="7820025" cy="421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333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</cp:revision>
  <dcterms:created xsi:type="dcterms:W3CDTF">2025-07-18T09:54:53Z</dcterms:created>
  <dcterms:modified xsi:type="dcterms:W3CDTF">2025-07-18T14:45:56Z</dcterms:modified>
</cp:coreProperties>
</file>