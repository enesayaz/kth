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587AB-B8C7-4E0F-B879-424615777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AD034-F798-42A3-8DC2-25AEF1DE4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6B04B-B93D-4D63-A9C7-F4F55F285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EB114-0435-4984-BD98-D4CC245E9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7DAE0-A455-401F-B429-05AC846FE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84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30F5E-6765-4ECC-A5DB-26143ECF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CFB9F-4AF3-4CAC-89AB-05C85E7E2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8CE6A-950E-435A-A704-2715E3304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C39F1-CBEA-4C2B-85E0-C22FDC1AD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52DD-D171-4BAF-9F38-5DA89812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8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443F-6CB9-45A6-81C4-2CB08014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38F7A-C08D-40BF-9C0F-DCF552F4E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C5EB-CA7E-403C-913D-4B5F55FF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06A18-E6EF-43CA-8FEC-3197C3EE7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3B356-A5E5-445C-8D65-8652A165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67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7ED9C-9413-4BFE-910B-511AEB25E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5735D-0D0F-4DC9-9136-29850585F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55DAF-5C58-4D83-9B68-13041B863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3BBE9-1A1E-4060-B2AD-0D662AB7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A80F6-C1C4-4886-89BD-C25A3E66F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007CD-1864-47CF-A981-0FC6DA10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02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88C4-6950-4451-B78B-0B392599C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93FFE-BD11-4322-B057-C031131FF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C8FE4-EB01-40F2-94ED-DBDB50168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4D861-DB11-452D-90DC-A9FB860CE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343BF-E157-46F3-B163-15D2E166D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D29053-246B-4FF8-A04B-2C95EF9F5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7FB03-3196-4C23-9932-EFE4C5528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A49E6-B609-40F3-93FD-3F8AF277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57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E7FF-FE01-4098-90C2-F21A54A6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6E9BB9-0FCB-4AC1-9A51-E7D894A1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76C17-0C8E-45DD-8885-E35270651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F80A0-CDE5-482F-9F97-45B79FF8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81AB6B-66D0-4886-9367-3DF79880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6359CC-9C58-4A1D-8EED-2E8D4A233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A6A83-4C6B-4D8D-8E82-1978A9D8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4378-0BAC-4CB7-8F6C-2530D5640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E893C-37E4-4FAB-AEB2-E5AE6888F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319CA-5F31-406A-B571-08A8ED553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46700-1991-4E32-AFAD-FC9A6055F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0F554-0BCD-471B-875C-AC8E5704E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88BE2-5981-4E77-A64D-94E9811B7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38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35C5-B4BC-49EC-A961-82175E97C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09B3F-BD01-4AD0-A42C-451B3C5E8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010F7-7501-4B1F-9B31-ECFE23227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3B31C-5E7F-4ED2-9406-F724D9B9C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F03ED-3132-4C2F-8AE2-E5A176D4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37BB8-EFAC-44D5-83FA-C280BBB7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7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D292F-5135-47D5-98B6-9C832838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85CB6-E542-4A02-BA0E-70A4891D9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F11A0-939C-44ED-A4E7-FDC72C4F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822CB-2EEB-4195-8BE1-2F6DF79D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B5EA7-8EE6-40AC-A310-1A4C57646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78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31C09F-0EA5-4B96-9B9C-269CFD526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39111-7CCC-4B0F-A7B1-6D6094143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C24F8-7625-489D-9874-B43F1B387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36CE-F3E7-44BA-9575-672F9464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46AAF-B9FF-46F6-8D98-FD2AAED4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5B93C-4879-40B4-9448-852E83748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37EC6-BBBC-4848-9C48-D82B6C1AA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5F28D-5E4D-4103-A929-E0489A61B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A1B94-BE57-48EC-B355-61AA1C875FF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2BB32-61DF-4CC0-93B5-0A8EA48A0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5EF02-D5A5-4B4E-A767-A74F89A48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58D5E-C90D-44EB-A226-2E4870F10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74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32A8-0283-4E82-8113-0A7C1D369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062BE-8160-4215-AF81-430B863EFC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18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</cp:revision>
  <dcterms:created xsi:type="dcterms:W3CDTF">2023-03-22T12:28:02Z</dcterms:created>
  <dcterms:modified xsi:type="dcterms:W3CDTF">2023-03-22T12:31:35Z</dcterms:modified>
</cp:coreProperties>
</file>