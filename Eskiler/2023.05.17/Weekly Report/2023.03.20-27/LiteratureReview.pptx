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587AB-B8C7-4E0F-B879-424615777D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38AD034-F798-42A3-8DC2-25AEF1DE47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376B04B-B93D-4D63-A9C7-F4F55F285806}"/>
              </a:ext>
            </a:extLst>
          </p:cNvPr>
          <p:cNvSpPr>
            <a:spLocks noGrp="1"/>
          </p:cNvSpPr>
          <p:nvPr>
            <p:ph type="dt" sz="half" idx="10"/>
          </p:nvPr>
        </p:nvSpPr>
        <p:spPr/>
        <p:txBody>
          <a:bodyPr/>
          <a:lstStyle/>
          <a:p>
            <a:fld id="{B38A1B94-BE57-48EC-B355-61AA1C875FF9}" type="datetimeFigureOut">
              <a:rPr lang="en-US" smtClean="0"/>
              <a:t>3/22/2023</a:t>
            </a:fld>
            <a:endParaRPr lang="en-US"/>
          </a:p>
        </p:txBody>
      </p:sp>
      <p:sp>
        <p:nvSpPr>
          <p:cNvPr id="5" name="Footer Placeholder 4">
            <a:extLst>
              <a:ext uri="{FF2B5EF4-FFF2-40B4-BE49-F238E27FC236}">
                <a16:creationId xmlns:a16="http://schemas.microsoft.com/office/drawing/2014/main" id="{039EB114-0435-4984-BD98-D4CC245E95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77DAE0-A455-401F-B429-05AC846FE0A5}"/>
              </a:ext>
            </a:extLst>
          </p:cNvPr>
          <p:cNvSpPr>
            <a:spLocks noGrp="1"/>
          </p:cNvSpPr>
          <p:nvPr>
            <p:ph type="sldNum" sz="quarter" idx="12"/>
          </p:nvPr>
        </p:nvSpPr>
        <p:spPr/>
        <p:txBody>
          <a:bodyPr/>
          <a:lstStyle/>
          <a:p>
            <a:fld id="{EE958D5E-C90D-44EB-A226-2E4870F10DE9}" type="slidenum">
              <a:rPr lang="en-US" smtClean="0"/>
              <a:t>‹#›</a:t>
            </a:fld>
            <a:endParaRPr lang="en-US"/>
          </a:p>
        </p:txBody>
      </p:sp>
    </p:spTree>
    <p:extLst>
      <p:ext uri="{BB962C8B-B14F-4D97-AF65-F5344CB8AC3E}">
        <p14:creationId xmlns:p14="http://schemas.microsoft.com/office/powerpoint/2010/main" val="3156984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30F5E-6765-4ECC-A5DB-26143ECFEB2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4CFB9F-4AF3-4CAC-89AB-05C85E7E253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68CE6A-950E-435A-A704-2715E3304CA8}"/>
              </a:ext>
            </a:extLst>
          </p:cNvPr>
          <p:cNvSpPr>
            <a:spLocks noGrp="1"/>
          </p:cNvSpPr>
          <p:nvPr>
            <p:ph type="dt" sz="half" idx="10"/>
          </p:nvPr>
        </p:nvSpPr>
        <p:spPr/>
        <p:txBody>
          <a:bodyPr/>
          <a:lstStyle/>
          <a:p>
            <a:fld id="{B38A1B94-BE57-48EC-B355-61AA1C875FF9}" type="datetimeFigureOut">
              <a:rPr lang="en-US" smtClean="0"/>
              <a:t>3/22/2023</a:t>
            </a:fld>
            <a:endParaRPr lang="en-US"/>
          </a:p>
        </p:txBody>
      </p:sp>
      <p:sp>
        <p:nvSpPr>
          <p:cNvPr id="5" name="Footer Placeholder 4">
            <a:extLst>
              <a:ext uri="{FF2B5EF4-FFF2-40B4-BE49-F238E27FC236}">
                <a16:creationId xmlns:a16="http://schemas.microsoft.com/office/drawing/2014/main" id="{DAEC39F1-CBEA-4C2B-85E0-C22FDC1AD8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D652DD-D171-4BAF-9F38-5DA898128474}"/>
              </a:ext>
            </a:extLst>
          </p:cNvPr>
          <p:cNvSpPr>
            <a:spLocks noGrp="1"/>
          </p:cNvSpPr>
          <p:nvPr>
            <p:ph type="sldNum" sz="quarter" idx="12"/>
          </p:nvPr>
        </p:nvSpPr>
        <p:spPr/>
        <p:txBody>
          <a:bodyPr/>
          <a:lstStyle/>
          <a:p>
            <a:fld id="{EE958D5E-C90D-44EB-A226-2E4870F10DE9}" type="slidenum">
              <a:rPr lang="en-US" smtClean="0"/>
              <a:t>‹#›</a:t>
            </a:fld>
            <a:endParaRPr lang="en-US"/>
          </a:p>
        </p:txBody>
      </p:sp>
    </p:spTree>
    <p:extLst>
      <p:ext uri="{BB962C8B-B14F-4D97-AF65-F5344CB8AC3E}">
        <p14:creationId xmlns:p14="http://schemas.microsoft.com/office/powerpoint/2010/main" val="1797883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D443F-6CB9-45A6-81C4-2CB080147D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4F38F7A-C08D-40BF-9C0F-DCF552F4E9B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AD2FC5EB-CA7E-403C-913D-4B5F55FFDEBC}"/>
              </a:ext>
            </a:extLst>
          </p:cNvPr>
          <p:cNvSpPr>
            <a:spLocks noGrp="1"/>
          </p:cNvSpPr>
          <p:nvPr>
            <p:ph type="dt" sz="half" idx="10"/>
          </p:nvPr>
        </p:nvSpPr>
        <p:spPr/>
        <p:txBody>
          <a:bodyPr/>
          <a:lstStyle/>
          <a:p>
            <a:fld id="{B38A1B94-BE57-48EC-B355-61AA1C875FF9}" type="datetimeFigureOut">
              <a:rPr lang="en-US" smtClean="0"/>
              <a:t>3/22/2023</a:t>
            </a:fld>
            <a:endParaRPr lang="en-US"/>
          </a:p>
        </p:txBody>
      </p:sp>
      <p:sp>
        <p:nvSpPr>
          <p:cNvPr id="5" name="Footer Placeholder 4">
            <a:extLst>
              <a:ext uri="{FF2B5EF4-FFF2-40B4-BE49-F238E27FC236}">
                <a16:creationId xmlns:a16="http://schemas.microsoft.com/office/drawing/2014/main" id="{DD206A18-E6EF-43CA-8FEC-3197C3EE70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43B356-A5E5-445C-8D65-8652A16543F7}"/>
              </a:ext>
            </a:extLst>
          </p:cNvPr>
          <p:cNvSpPr>
            <a:spLocks noGrp="1"/>
          </p:cNvSpPr>
          <p:nvPr>
            <p:ph type="sldNum" sz="quarter" idx="12"/>
          </p:nvPr>
        </p:nvSpPr>
        <p:spPr/>
        <p:txBody>
          <a:bodyPr/>
          <a:lstStyle/>
          <a:p>
            <a:fld id="{EE958D5E-C90D-44EB-A226-2E4870F10DE9}" type="slidenum">
              <a:rPr lang="en-US" smtClean="0"/>
              <a:t>‹#›</a:t>
            </a:fld>
            <a:endParaRPr lang="en-US"/>
          </a:p>
        </p:txBody>
      </p:sp>
    </p:spTree>
    <p:extLst>
      <p:ext uri="{BB962C8B-B14F-4D97-AF65-F5344CB8AC3E}">
        <p14:creationId xmlns:p14="http://schemas.microsoft.com/office/powerpoint/2010/main" val="2041167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7ED9C-9413-4BFE-910B-511AEB25E51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715735D-0D0F-4DC9-9136-29850585F6B6}"/>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0F55DAF-5C58-4D83-9B68-13041B8637B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853BBE9-1A1E-4060-B2AD-0D662AB73682}"/>
              </a:ext>
            </a:extLst>
          </p:cNvPr>
          <p:cNvSpPr>
            <a:spLocks noGrp="1"/>
          </p:cNvSpPr>
          <p:nvPr>
            <p:ph type="dt" sz="half" idx="10"/>
          </p:nvPr>
        </p:nvSpPr>
        <p:spPr/>
        <p:txBody>
          <a:bodyPr/>
          <a:lstStyle/>
          <a:p>
            <a:fld id="{B38A1B94-BE57-48EC-B355-61AA1C875FF9}" type="datetimeFigureOut">
              <a:rPr lang="en-US" smtClean="0"/>
              <a:t>3/22/2023</a:t>
            </a:fld>
            <a:endParaRPr lang="en-US"/>
          </a:p>
        </p:txBody>
      </p:sp>
      <p:sp>
        <p:nvSpPr>
          <p:cNvPr id="6" name="Footer Placeholder 5">
            <a:extLst>
              <a:ext uri="{FF2B5EF4-FFF2-40B4-BE49-F238E27FC236}">
                <a16:creationId xmlns:a16="http://schemas.microsoft.com/office/drawing/2014/main" id="{E98A80F6-C1C4-4886-89BD-C25A3E66F1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8007CD-1864-47CF-A981-0FC6DA10F293}"/>
              </a:ext>
            </a:extLst>
          </p:cNvPr>
          <p:cNvSpPr>
            <a:spLocks noGrp="1"/>
          </p:cNvSpPr>
          <p:nvPr>
            <p:ph type="sldNum" sz="quarter" idx="12"/>
          </p:nvPr>
        </p:nvSpPr>
        <p:spPr/>
        <p:txBody>
          <a:bodyPr/>
          <a:lstStyle/>
          <a:p>
            <a:fld id="{EE958D5E-C90D-44EB-A226-2E4870F10DE9}" type="slidenum">
              <a:rPr lang="en-US" smtClean="0"/>
              <a:t>‹#›</a:t>
            </a:fld>
            <a:endParaRPr lang="en-US"/>
          </a:p>
        </p:txBody>
      </p:sp>
    </p:spTree>
    <p:extLst>
      <p:ext uri="{BB962C8B-B14F-4D97-AF65-F5344CB8AC3E}">
        <p14:creationId xmlns:p14="http://schemas.microsoft.com/office/powerpoint/2010/main" val="684802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988C4-6950-4451-B78B-0B392599CEE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5993FFE-BD11-4322-B057-C031131FFE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92C8FE4-EB01-40F2-94ED-DBDB501681E8}"/>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C04D861-DB11-452D-90DC-A9FB860CEB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23343BF-E157-46F3-B163-15D2E166D66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8D29053-246B-4FF8-A04B-2C95EF9F5AE1}"/>
              </a:ext>
            </a:extLst>
          </p:cNvPr>
          <p:cNvSpPr>
            <a:spLocks noGrp="1"/>
          </p:cNvSpPr>
          <p:nvPr>
            <p:ph type="dt" sz="half" idx="10"/>
          </p:nvPr>
        </p:nvSpPr>
        <p:spPr/>
        <p:txBody>
          <a:bodyPr/>
          <a:lstStyle/>
          <a:p>
            <a:fld id="{B38A1B94-BE57-48EC-B355-61AA1C875FF9}" type="datetimeFigureOut">
              <a:rPr lang="en-US" smtClean="0"/>
              <a:t>3/22/2023</a:t>
            </a:fld>
            <a:endParaRPr lang="en-US"/>
          </a:p>
        </p:txBody>
      </p:sp>
      <p:sp>
        <p:nvSpPr>
          <p:cNvPr id="8" name="Footer Placeholder 7">
            <a:extLst>
              <a:ext uri="{FF2B5EF4-FFF2-40B4-BE49-F238E27FC236}">
                <a16:creationId xmlns:a16="http://schemas.microsoft.com/office/drawing/2014/main" id="{D477FB03-3196-4C23-9932-EFE4C5528D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26A49E6-B609-40F3-93FD-3F8AF2776F72}"/>
              </a:ext>
            </a:extLst>
          </p:cNvPr>
          <p:cNvSpPr>
            <a:spLocks noGrp="1"/>
          </p:cNvSpPr>
          <p:nvPr>
            <p:ph type="sldNum" sz="quarter" idx="12"/>
          </p:nvPr>
        </p:nvSpPr>
        <p:spPr/>
        <p:txBody>
          <a:bodyPr/>
          <a:lstStyle/>
          <a:p>
            <a:fld id="{EE958D5E-C90D-44EB-A226-2E4870F10DE9}" type="slidenum">
              <a:rPr lang="en-US" smtClean="0"/>
              <a:t>‹#›</a:t>
            </a:fld>
            <a:endParaRPr lang="en-US"/>
          </a:p>
        </p:txBody>
      </p:sp>
    </p:spTree>
    <p:extLst>
      <p:ext uri="{BB962C8B-B14F-4D97-AF65-F5344CB8AC3E}">
        <p14:creationId xmlns:p14="http://schemas.microsoft.com/office/powerpoint/2010/main" val="34627577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CE7FF-FE01-4098-90C2-F21A54A6538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96E9BB9-0FCB-4AC1-9A51-E7D894A10588}"/>
              </a:ext>
            </a:extLst>
          </p:cNvPr>
          <p:cNvSpPr>
            <a:spLocks noGrp="1"/>
          </p:cNvSpPr>
          <p:nvPr>
            <p:ph type="dt" sz="half" idx="10"/>
          </p:nvPr>
        </p:nvSpPr>
        <p:spPr/>
        <p:txBody>
          <a:bodyPr/>
          <a:lstStyle/>
          <a:p>
            <a:fld id="{B38A1B94-BE57-48EC-B355-61AA1C875FF9}" type="datetimeFigureOut">
              <a:rPr lang="en-US" smtClean="0"/>
              <a:t>3/22/2023</a:t>
            </a:fld>
            <a:endParaRPr lang="en-US"/>
          </a:p>
        </p:txBody>
      </p:sp>
      <p:sp>
        <p:nvSpPr>
          <p:cNvPr id="4" name="Footer Placeholder 3">
            <a:extLst>
              <a:ext uri="{FF2B5EF4-FFF2-40B4-BE49-F238E27FC236}">
                <a16:creationId xmlns:a16="http://schemas.microsoft.com/office/drawing/2014/main" id="{E7F76C17-0C8E-45DD-8885-E3527065128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4EF80A0-CDE5-482F-9F97-45B79FF89094}"/>
              </a:ext>
            </a:extLst>
          </p:cNvPr>
          <p:cNvSpPr>
            <a:spLocks noGrp="1"/>
          </p:cNvSpPr>
          <p:nvPr>
            <p:ph type="sldNum" sz="quarter" idx="12"/>
          </p:nvPr>
        </p:nvSpPr>
        <p:spPr/>
        <p:txBody>
          <a:bodyPr/>
          <a:lstStyle/>
          <a:p>
            <a:fld id="{EE958D5E-C90D-44EB-A226-2E4870F10DE9}" type="slidenum">
              <a:rPr lang="en-US" smtClean="0"/>
              <a:t>‹#›</a:t>
            </a:fld>
            <a:endParaRPr lang="en-US"/>
          </a:p>
        </p:txBody>
      </p:sp>
    </p:spTree>
    <p:extLst>
      <p:ext uri="{BB962C8B-B14F-4D97-AF65-F5344CB8AC3E}">
        <p14:creationId xmlns:p14="http://schemas.microsoft.com/office/powerpoint/2010/main" val="1910082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81AB6B-66D0-4886-9367-3DF798800173}"/>
              </a:ext>
            </a:extLst>
          </p:cNvPr>
          <p:cNvSpPr>
            <a:spLocks noGrp="1"/>
          </p:cNvSpPr>
          <p:nvPr>
            <p:ph type="dt" sz="half" idx="10"/>
          </p:nvPr>
        </p:nvSpPr>
        <p:spPr/>
        <p:txBody>
          <a:bodyPr/>
          <a:lstStyle/>
          <a:p>
            <a:fld id="{B38A1B94-BE57-48EC-B355-61AA1C875FF9}" type="datetimeFigureOut">
              <a:rPr lang="en-US" smtClean="0"/>
              <a:t>3/22/2023</a:t>
            </a:fld>
            <a:endParaRPr lang="en-US"/>
          </a:p>
        </p:txBody>
      </p:sp>
      <p:sp>
        <p:nvSpPr>
          <p:cNvPr id="3" name="Footer Placeholder 2">
            <a:extLst>
              <a:ext uri="{FF2B5EF4-FFF2-40B4-BE49-F238E27FC236}">
                <a16:creationId xmlns:a16="http://schemas.microsoft.com/office/drawing/2014/main" id="{A76359CC-9C58-4A1D-8EED-2E8D4A23383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DA6A83-4C6B-4D8D-8E82-1978A9D8932D}"/>
              </a:ext>
            </a:extLst>
          </p:cNvPr>
          <p:cNvSpPr>
            <a:spLocks noGrp="1"/>
          </p:cNvSpPr>
          <p:nvPr>
            <p:ph type="sldNum" sz="quarter" idx="12"/>
          </p:nvPr>
        </p:nvSpPr>
        <p:spPr/>
        <p:txBody>
          <a:bodyPr/>
          <a:lstStyle/>
          <a:p>
            <a:fld id="{EE958D5E-C90D-44EB-A226-2E4870F10DE9}" type="slidenum">
              <a:rPr lang="en-US" smtClean="0"/>
              <a:t>‹#›</a:t>
            </a:fld>
            <a:endParaRPr lang="en-US"/>
          </a:p>
        </p:txBody>
      </p:sp>
    </p:spTree>
    <p:extLst>
      <p:ext uri="{BB962C8B-B14F-4D97-AF65-F5344CB8AC3E}">
        <p14:creationId xmlns:p14="http://schemas.microsoft.com/office/powerpoint/2010/main" val="2733782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F4378-0BAC-4CB7-8F6C-2530D56409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6E893C-37E4-4FAB-AEB2-E5AE6888F3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DA319CA-5F31-406A-B571-08A8ED553B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F446700-1991-4E32-AFAD-FC9A6055F934}"/>
              </a:ext>
            </a:extLst>
          </p:cNvPr>
          <p:cNvSpPr>
            <a:spLocks noGrp="1"/>
          </p:cNvSpPr>
          <p:nvPr>
            <p:ph type="dt" sz="half" idx="10"/>
          </p:nvPr>
        </p:nvSpPr>
        <p:spPr/>
        <p:txBody>
          <a:bodyPr/>
          <a:lstStyle/>
          <a:p>
            <a:fld id="{B38A1B94-BE57-48EC-B355-61AA1C875FF9}" type="datetimeFigureOut">
              <a:rPr lang="en-US" smtClean="0"/>
              <a:t>3/22/2023</a:t>
            </a:fld>
            <a:endParaRPr lang="en-US"/>
          </a:p>
        </p:txBody>
      </p:sp>
      <p:sp>
        <p:nvSpPr>
          <p:cNvPr id="6" name="Footer Placeholder 5">
            <a:extLst>
              <a:ext uri="{FF2B5EF4-FFF2-40B4-BE49-F238E27FC236}">
                <a16:creationId xmlns:a16="http://schemas.microsoft.com/office/drawing/2014/main" id="{A750F554-0BCD-471B-875C-AC8E5704EA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B88BE2-5981-4E77-A64D-94E9811B7660}"/>
              </a:ext>
            </a:extLst>
          </p:cNvPr>
          <p:cNvSpPr>
            <a:spLocks noGrp="1"/>
          </p:cNvSpPr>
          <p:nvPr>
            <p:ph type="sldNum" sz="quarter" idx="12"/>
          </p:nvPr>
        </p:nvSpPr>
        <p:spPr/>
        <p:txBody>
          <a:bodyPr/>
          <a:lstStyle/>
          <a:p>
            <a:fld id="{EE958D5E-C90D-44EB-A226-2E4870F10DE9}" type="slidenum">
              <a:rPr lang="en-US" smtClean="0"/>
              <a:t>‹#›</a:t>
            </a:fld>
            <a:endParaRPr lang="en-US"/>
          </a:p>
        </p:txBody>
      </p:sp>
    </p:spTree>
    <p:extLst>
      <p:ext uri="{BB962C8B-B14F-4D97-AF65-F5344CB8AC3E}">
        <p14:creationId xmlns:p14="http://schemas.microsoft.com/office/powerpoint/2010/main" val="38402382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235C5-B4BC-49EC-A961-82175E97C6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5F09B3F-BD01-4AD0-A42C-451B3C5E89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60010F7-7501-4B1F-9B31-ECFE23227E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373B31C-5E7F-4ED2-9406-F724D9B9C9E1}"/>
              </a:ext>
            </a:extLst>
          </p:cNvPr>
          <p:cNvSpPr>
            <a:spLocks noGrp="1"/>
          </p:cNvSpPr>
          <p:nvPr>
            <p:ph type="dt" sz="half" idx="10"/>
          </p:nvPr>
        </p:nvSpPr>
        <p:spPr/>
        <p:txBody>
          <a:bodyPr/>
          <a:lstStyle/>
          <a:p>
            <a:fld id="{B38A1B94-BE57-48EC-B355-61AA1C875FF9}" type="datetimeFigureOut">
              <a:rPr lang="en-US" smtClean="0"/>
              <a:t>3/22/2023</a:t>
            </a:fld>
            <a:endParaRPr lang="en-US"/>
          </a:p>
        </p:txBody>
      </p:sp>
      <p:sp>
        <p:nvSpPr>
          <p:cNvPr id="6" name="Footer Placeholder 5">
            <a:extLst>
              <a:ext uri="{FF2B5EF4-FFF2-40B4-BE49-F238E27FC236}">
                <a16:creationId xmlns:a16="http://schemas.microsoft.com/office/drawing/2014/main" id="{CA2F03ED-3132-4C2F-8AE2-E5A176D41F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637BB8-EFAC-44D5-83FA-C280BBB7B55F}"/>
              </a:ext>
            </a:extLst>
          </p:cNvPr>
          <p:cNvSpPr>
            <a:spLocks noGrp="1"/>
          </p:cNvSpPr>
          <p:nvPr>
            <p:ph type="sldNum" sz="quarter" idx="12"/>
          </p:nvPr>
        </p:nvSpPr>
        <p:spPr/>
        <p:txBody>
          <a:bodyPr/>
          <a:lstStyle/>
          <a:p>
            <a:fld id="{EE958D5E-C90D-44EB-A226-2E4870F10DE9}" type="slidenum">
              <a:rPr lang="en-US" smtClean="0"/>
              <a:t>‹#›</a:t>
            </a:fld>
            <a:endParaRPr lang="en-US"/>
          </a:p>
        </p:txBody>
      </p:sp>
    </p:spTree>
    <p:extLst>
      <p:ext uri="{BB962C8B-B14F-4D97-AF65-F5344CB8AC3E}">
        <p14:creationId xmlns:p14="http://schemas.microsoft.com/office/powerpoint/2010/main" val="1469177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D292F-5135-47D5-98B6-9C832838B9B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DC85CB6-E542-4A02-BA0E-70A4891D966A}"/>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BF11A0-939C-44ED-A4E7-FDC72C4F4B5A}"/>
              </a:ext>
            </a:extLst>
          </p:cNvPr>
          <p:cNvSpPr>
            <a:spLocks noGrp="1"/>
          </p:cNvSpPr>
          <p:nvPr>
            <p:ph type="dt" sz="half" idx="10"/>
          </p:nvPr>
        </p:nvSpPr>
        <p:spPr/>
        <p:txBody>
          <a:bodyPr/>
          <a:lstStyle/>
          <a:p>
            <a:fld id="{B38A1B94-BE57-48EC-B355-61AA1C875FF9}" type="datetimeFigureOut">
              <a:rPr lang="en-US" smtClean="0"/>
              <a:t>3/22/2023</a:t>
            </a:fld>
            <a:endParaRPr lang="en-US"/>
          </a:p>
        </p:txBody>
      </p:sp>
      <p:sp>
        <p:nvSpPr>
          <p:cNvPr id="5" name="Footer Placeholder 4">
            <a:extLst>
              <a:ext uri="{FF2B5EF4-FFF2-40B4-BE49-F238E27FC236}">
                <a16:creationId xmlns:a16="http://schemas.microsoft.com/office/drawing/2014/main" id="{057822CB-2EEB-4195-8BE1-2F6DF79D2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0B5EA7-8EE6-40AC-A310-1A4C576463E6}"/>
              </a:ext>
            </a:extLst>
          </p:cNvPr>
          <p:cNvSpPr>
            <a:spLocks noGrp="1"/>
          </p:cNvSpPr>
          <p:nvPr>
            <p:ph type="sldNum" sz="quarter" idx="12"/>
          </p:nvPr>
        </p:nvSpPr>
        <p:spPr/>
        <p:txBody>
          <a:bodyPr/>
          <a:lstStyle/>
          <a:p>
            <a:fld id="{EE958D5E-C90D-44EB-A226-2E4870F10DE9}" type="slidenum">
              <a:rPr lang="en-US" smtClean="0"/>
              <a:t>‹#›</a:t>
            </a:fld>
            <a:endParaRPr lang="en-US"/>
          </a:p>
        </p:txBody>
      </p:sp>
    </p:spTree>
    <p:extLst>
      <p:ext uri="{BB962C8B-B14F-4D97-AF65-F5344CB8AC3E}">
        <p14:creationId xmlns:p14="http://schemas.microsoft.com/office/powerpoint/2010/main" val="36751786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31C09F-0EA5-4B96-9B9C-269CFD526F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D639111-7CCC-4B0F-A7B1-6D60941434A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AC24F8-7625-489D-9874-B43F1B3879DA}"/>
              </a:ext>
            </a:extLst>
          </p:cNvPr>
          <p:cNvSpPr>
            <a:spLocks noGrp="1"/>
          </p:cNvSpPr>
          <p:nvPr>
            <p:ph type="dt" sz="half" idx="10"/>
          </p:nvPr>
        </p:nvSpPr>
        <p:spPr/>
        <p:txBody>
          <a:bodyPr/>
          <a:lstStyle/>
          <a:p>
            <a:fld id="{B38A1B94-BE57-48EC-B355-61AA1C875FF9}" type="datetimeFigureOut">
              <a:rPr lang="en-US" smtClean="0"/>
              <a:t>3/22/2023</a:t>
            </a:fld>
            <a:endParaRPr lang="en-US"/>
          </a:p>
        </p:txBody>
      </p:sp>
      <p:sp>
        <p:nvSpPr>
          <p:cNvPr id="5" name="Footer Placeholder 4">
            <a:extLst>
              <a:ext uri="{FF2B5EF4-FFF2-40B4-BE49-F238E27FC236}">
                <a16:creationId xmlns:a16="http://schemas.microsoft.com/office/drawing/2014/main" id="{713B36CE-F3E7-44BA-9575-672F9464D7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146AAF-B9FF-46F6-8D98-FD2AAED4DDE3}"/>
              </a:ext>
            </a:extLst>
          </p:cNvPr>
          <p:cNvSpPr>
            <a:spLocks noGrp="1"/>
          </p:cNvSpPr>
          <p:nvPr>
            <p:ph type="sldNum" sz="quarter" idx="12"/>
          </p:nvPr>
        </p:nvSpPr>
        <p:spPr/>
        <p:txBody>
          <a:bodyPr/>
          <a:lstStyle/>
          <a:p>
            <a:fld id="{EE958D5E-C90D-44EB-A226-2E4870F10DE9}" type="slidenum">
              <a:rPr lang="en-US" smtClean="0"/>
              <a:t>‹#›</a:t>
            </a:fld>
            <a:endParaRPr lang="en-US"/>
          </a:p>
        </p:txBody>
      </p:sp>
    </p:spTree>
    <p:extLst>
      <p:ext uri="{BB962C8B-B14F-4D97-AF65-F5344CB8AC3E}">
        <p14:creationId xmlns:p14="http://schemas.microsoft.com/office/powerpoint/2010/main" val="281304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C5B93C-4879-40B4-9448-852E83748C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A37EC6-BBBC-4848-9C48-D82B6C1AA3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75F28D-5E4D-4103-A929-E0489A61BC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8A1B94-BE57-48EC-B355-61AA1C875FF9}" type="datetimeFigureOut">
              <a:rPr lang="en-US" smtClean="0"/>
              <a:t>3/22/2023</a:t>
            </a:fld>
            <a:endParaRPr lang="en-US"/>
          </a:p>
        </p:txBody>
      </p:sp>
      <p:sp>
        <p:nvSpPr>
          <p:cNvPr id="5" name="Footer Placeholder 4">
            <a:extLst>
              <a:ext uri="{FF2B5EF4-FFF2-40B4-BE49-F238E27FC236}">
                <a16:creationId xmlns:a16="http://schemas.microsoft.com/office/drawing/2014/main" id="{4232BB32-61DF-4CC0-93B5-0A8EA48A02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515EF02-D5A5-4B4E-A767-A74F89A484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958D5E-C90D-44EB-A226-2E4870F10DE9}" type="slidenum">
              <a:rPr lang="en-US" smtClean="0"/>
              <a:t>‹#›</a:t>
            </a:fld>
            <a:endParaRPr lang="en-US"/>
          </a:p>
        </p:txBody>
      </p:sp>
    </p:spTree>
    <p:extLst>
      <p:ext uri="{BB962C8B-B14F-4D97-AF65-F5344CB8AC3E}">
        <p14:creationId xmlns:p14="http://schemas.microsoft.com/office/powerpoint/2010/main" val="30301746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51CFBDB-45C6-4D9C-95B4-DF74F08E0E9F}"/>
              </a:ext>
            </a:extLst>
          </p:cNvPr>
          <p:cNvSpPr/>
          <p:nvPr/>
        </p:nvSpPr>
        <p:spPr>
          <a:xfrm>
            <a:off x="519344" y="885427"/>
            <a:ext cx="8510726" cy="1754326"/>
          </a:xfrm>
          <a:prstGeom prst="rect">
            <a:avLst/>
          </a:prstGeom>
        </p:spPr>
        <p:txBody>
          <a:bodyPr wrap="square">
            <a:spAutoFit/>
          </a:bodyPr>
          <a:lstStyle/>
          <a:p>
            <a:r>
              <a:rPr lang="en-US" dirty="0">
                <a:solidFill>
                  <a:srgbClr val="002060"/>
                </a:solidFill>
                <a:latin typeface="Times New Roman" panose="02020603050405020304" pitchFamily="18" charset="0"/>
                <a:cs typeface="Times New Roman" panose="02020603050405020304" pitchFamily="18" charset="0"/>
              </a:rPr>
              <a:t>HEMIZERO</a:t>
            </a:r>
          </a:p>
          <a:p>
            <a:r>
              <a:rPr lang="en-US" dirty="0">
                <a:latin typeface="Times New Roman" panose="02020603050405020304" pitchFamily="18" charset="0"/>
                <a:cs typeface="Times New Roman" panose="02020603050405020304" pitchFamily="18" charset="0"/>
              </a:rPr>
              <a:t>AP 5 Reliability and diagnostics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Resp. 5.1. Lifetime modeling for inverters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Resp. 5.2. Lifetime modeling for electric machine</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Resp. 5.3. Data-driven lifetime modeling</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Resp. 5.4. Diagnostic methods for inverters and electric machines</a:t>
            </a:r>
          </a:p>
        </p:txBody>
      </p:sp>
      <p:sp>
        <p:nvSpPr>
          <p:cNvPr id="6" name="TextBox 5">
            <a:extLst>
              <a:ext uri="{FF2B5EF4-FFF2-40B4-BE49-F238E27FC236}">
                <a16:creationId xmlns:a16="http://schemas.microsoft.com/office/drawing/2014/main" id="{3BDB68EE-D80B-41B5-8563-86E7C17DFA73}"/>
              </a:ext>
            </a:extLst>
          </p:cNvPr>
          <p:cNvSpPr txBox="1"/>
          <p:nvPr/>
        </p:nvSpPr>
        <p:spPr>
          <a:xfrm>
            <a:off x="3330605" y="161835"/>
            <a:ext cx="6266156" cy="477054"/>
          </a:xfrm>
          <a:prstGeom prst="rect">
            <a:avLst/>
          </a:prstGeom>
          <a:noFill/>
        </p:spPr>
        <p:txBody>
          <a:bodyPr wrap="square" rtlCol="0">
            <a:spAutoFit/>
          </a:bodyPr>
          <a:lstStyle/>
          <a:p>
            <a:r>
              <a:rPr lang="en-US" sz="2500" dirty="0">
                <a:solidFill>
                  <a:srgbClr val="FF0000"/>
                </a:solidFill>
                <a:latin typeface="Times New Roman" panose="02020603050405020304" pitchFamily="18" charset="0"/>
                <a:cs typeface="Times New Roman" panose="02020603050405020304" pitchFamily="18" charset="0"/>
              </a:rPr>
              <a:t> Work Packages (which I am in charge of)</a:t>
            </a:r>
          </a:p>
        </p:txBody>
      </p:sp>
      <p:sp>
        <p:nvSpPr>
          <p:cNvPr id="13" name="Rectangle 12">
            <a:extLst>
              <a:ext uri="{FF2B5EF4-FFF2-40B4-BE49-F238E27FC236}">
                <a16:creationId xmlns:a16="http://schemas.microsoft.com/office/drawing/2014/main" id="{57DF33BC-593F-48E8-B494-F06579B8F779}"/>
              </a:ext>
            </a:extLst>
          </p:cNvPr>
          <p:cNvSpPr/>
          <p:nvPr/>
        </p:nvSpPr>
        <p:spPr>
          <a:xfrm>
            <a:off x="519344" y="2639753"/>
            <a:ext cx="10330648" cy="3693319"/>
          </a:xfrm>
          <a:prstGeom prst="rect">
            <a:avLst/>
          </a:prstGeom>
        </p:spPr>
        <p:txBody>
          <a:bodyPr wrap="square">
            <a:spAutoFit/>
          </a:bodyPr>
          <a:lstStyle/>
          <a:p>
            <a:r>
              <a:rPr lang="en-US" dirty="0" err="1">
                <a:solidFill>
                  <a:srgbClr val="002060"/>
                </a:solidFill>
                <a:latin typeface="Times New Roman" panose="02020603050405020304" pitchFamily="18" charset="0"/>
                <a:cs typeface="Times New Roman" panose="02020603050405020304" pitchFamily="18" charset="0"/>
              </a:rPr>
              <a:t>PowerizeD</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1. WP2 –Reliability.</a:t>
            </a:r>
          </a:p>
          <a:p>
            <a:pPr marL="2114550" lvl="4" indent="-285750">
              <a:buFont typeface="Arial" panose="020B0604020202020204" pitchFamily="34" charset="0"/>
              <a:buChar char="•"/>
            </a:pPr>
            <a:r>
              <a:rPr lang="en-US" dirty="0">
                <a:solidFill>
                  <a:srgbClr val="00B050"/>
                </a:solidFill>
                <a:latin typeface="Times New Roman" panose="02020603050405020304" pitchFamily="18" charset="0"/>
                <a:cs typeface="Times New Roman" panose="02020603050405020304" pitchFamily="18" charset="0"/>
              </a:rPr>
              <a:t>Subtask 2.1.1.1: </a:t>
            </a:r>
            <a:r>
              <a:rPr lang="en-US" dirty="0" err="1">
                <a:solidFill>
                  <a:srgbClr val="00B050"/>
                </a:solidFill>
                <a:latin typeface="Times New Roman" panose="02020603050405020304" pitchFamily="18" charset="0"/>
                <a:cs typeface="Times New Roman" panose="02020603050405020304" pitchFamily="18" charset="0"/>
              </a:rPr>
              <a:t>EoL</a:t>
            </a:r>
            <a:r>
              <a:rPr lang="en-US" dirty="0">
                <a:solidFill>
                  <a:srgbClr val="00B050"/>
                </a:solidFill>
                <a:latin typeface="Times New Roman" panose="02020603050405020304" pitchFamily="18" charset="0"/>
                <a:cs typeface="Times New Roman" panose="02020603050405020304" pitchFamily="18" charset="0"/>
              </a:rPr>
              <a:t> Assessment</a:t>
            </a:r>
          </a:p>
          <a:p>
            <a:r>
              <a:rPr lang="en-US" dirty="0">
                <a:latin typeface="Times New Roman" panose="02020603050405020304" pitchFamily="18" charset="0"/>
                <a:cs typeface="Times New Roman" panose="02020603050405020304" pitchFamily="18" charset="0"/>
              </a:rPr>
              <a:t>		KTH: Developing the accelerated lifetime test methods with multiple loading 				conditions like junction temperature, ambient temperature, and humidity 				included. </a:t>
            </a:r>
          </a:p>
          <a:p>
            <a:r>
              <a:rPr lang="en-US" dirty="0">
                <a:latin typeface="Times New Roman" panose="02020603050405020304" pitchFamily="18" charset="0"/>
                <a:cs typeface="Times New Roman" panose="02020603050405020304" pitchFamily="18" charset="0"/>
              </a:rPr>
              <a:t>2. WP2 –Modelling.</a:t>
            </a:r>
          </a:p>
          <a:p>
            <a:pPr marL="2114550" lvl="4" indent="-285750">
              <a:buFont typeface="Arial" panose="020B0604020202020204" pitchFamily="34" charset="0"/>
              <a:buChar char="•"/>
            </a:pPr>
            <a:r>
              <a:rPr lang="en-US" dirty="0">
                <a:solidFill>
                  <a:srgbClr val="00B050"/>
                </a:solidFill>
                <a:latin typeface="Times New Roman" panose="02020603050405020304" pitchFamily="18" charset="0"/>
                <a:cs typeface="Times New Roman" panose="02020603050405020304" pitchFamily="18" charset="0"/>
              </a:rPr>
              <a:t>Subtask 2.1.3.2: Compact Digital Twins to be implemented into the electronic system</a:t>
            </a:r>
          </a:p>
          <a:p>
            <a:r>
              <a:rPr lang="en-US" dirty="0">
                <a:latin typeface="Times New Roman" panose="02020603050405020304" pitchFamily="18" charset="0"/>
                <a:cs typeface="Times New Roman" panose="02020603050405020304" pitchFamily="18" charset="0"/>
              </a:rPr>
              <a:t>		KTH: Predictive maintenance strategy will be developed by using the information from 			the compact digital twin, field data, and lifetime estimation techniques. </a:t>
            </a:r>
          </a:p>
          <a:p>
            <a:pPr marL="2114550" lvl="4" indent="-285750">
              <a:buFont typeface="Arial" panose="020B0604020202020204" pitchFamily="34" charset="0"/>
              <a:buChar char="•"/>
            </a:pPr>
            <a:r>
              <a:rPr lang="en-US" dirty="0">
                <a:solidFill>
                  <a:srgbClr val="00B050"/>
                </a:solidFill>
                <a:latin typeface="Times New Roman" panose="02020603050405020304" pitchFamily="18" charset="0"/>
                <a:cs typeface="Times New Roman" panose="02020603050405020304" pitchFamily="18" charset="0"/>
              </a:rPr>
              <a:t>Subtask 2.1.4.3: Federated learning concepts and implementation</a:t>
            </a:r>
          </a:p>
          <a:p>
            <a:r>
              <a:rPr lang="en-US" dirty="0">
                <a:latin typeface="Times New Roman" panose="02020603050405020304" pitchFamily="18" charset="0"/>
                <a:cs typeface="Times New Roman" panose="02020603050405020304" pitchFamily="18" charset="0"/>
              </a:rPr>
              <a:t>		KTH: Along with partners, KTH will contribute in the development of the federated 			learning methods and its implementation in WP3 (Use Cases &amp; Demonstration)</a:t>
            </a:r>
          </a:p>
        </p:txBody>
      </p:sp>
    </p:spTree>
    <p:extLst>
      <p:ext uri="{BB962C8B-B14F-4D97-AF65-F5344CB8AC3E}">
        <p14:creationId xmlns:p14="http://schemas.microsoft.com/office/powerpoint/2010/main" val="2584018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AA1A8F1-AB44-4615-B482-96C1D80F656D}"/>
              </a:ext>
            </a:extLst>
          </p:cNvPr>
          <p:cNvSpPr/>
          <p:nvPr/>
        </p:nvSpPr>
        <p:spPr>
          <a:xfrm>
            <a:off x="500108" y="151323"/>
            <a:ext cx="10330648" cy="3970318"/>
          </a:xfrm>
          <a:prstGeom prst="rect">
            <a:avLst/>
          </a:prstGeom>
        </p:spPr>
        <p:txBody>
          <a:bodyPr wrap="square">
            <a:spAutoFit/>
          </a:bodyPr>
          <a:lstStyle/>
          <a:p>
            <a:r>
              <a:rPr lang="en-US" dirty="0" err="1">
                <a:solidFill>
                  <a:srgbClr val="002060"/>
                </a:solidFill>
                <a:latin typeface="Times New Roman" panose="02020603050405020304" pitchFamily="18" charset="0"/>
                <a:cs typeface="Times New Roman" panose="02020603050405020304" pitchFamily="18" charset="0"/>
              </a:rPr>
              <a:t>PowerizeD</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3. WP3 – Use Cases &amp; Demonstration</a:t>
            </a:r>
          </a:p>
          <a:p>
            <a:pPr marL="1200150" lvl="2" indent="-285750">
              <a:buFont typeface="Arial" panose="020B0604020202020204" pitchFamily="34" charset="0"/>
              <a:buChar char="•"/>
            </a:pPr>
            <a:r>
              <a:rPr lang="en-US" dirty="0">
                <a:solidFill>
                  <a:srgbClr val="7030A0"/>
                </a:solidFill>
                <a:latin typeface="Times New Roman" panose="02020603050405020304" pitchFamily="18" charset="0"/>
                <a:cs typeface="Times New Roman" panose="02020603050405020304" pitchFamily="18" charset="0"/>
              </a:rPr>
              <a:t>Task 3.1.1, Rail propulsion system</a:t>
            </a:r>
          </a:p>
          <a:p>
            <a:pPr lvl="2"/>
            <a:r>
              <a:rPr lang="en-US" dirty="0">
                <a:latin typeface="Times New Roman" panose="02020603050405020304" pitchFamily="18" charset="0"/>
                <a:cs typeface="Times New Roman" panose="02020603050405020304" pitchFamily="18" charset="0"/>
              </a:rPr>
              <a:t> KTH: Contributes robustness/reliability test methods, support in implementing intelligent gate drive functions, support for implementation and demonstration.</a:t>
            </a:r>
          </a:p>
          <a:p>
            <a:pPr marL="2114550" lvl="4" indent="-285750">
              <a:buFont typeface="Arial" panose="020B0604020202020204" pitchFamily="34" charset="0"/>
              <a:buChar char="•"/>
            </a:pPr>
            <a:r>
              <a:rPr lang="en-US" dirty="0">
                <a:solidFill>
                  <a:srgbClr val="00B050"/>
                </a:solidFill>
                <a:latin typeface="Times New Roman" panose="02020603050405020304" pitchFamily="18" charset="0"/>
                <a:cs typeface="Times New Roman" panose="02020603050405020304" pitchFamily="18" charset="0"/>
              </a:rPr>
              <a:t>Subtask 3.1.1.2, Railway Propulsion converter and Test system development</a:t>
            </a:r>
          </a:p>
          <a:p>
            <a:pPr lvl="4"/>
            <a:r>
              <a:rPr lang="en-US" dirty="0">
                <a:latin typeface="Times New Roman" panose="02020603050405020304" pitchFamily="18" charset="0"/>
                <a:cs typeface="Times New Roman" panose="02020603050405020304" pitchFamily="18" charset="0"/>
              </a:rPr>
              <a:t>A test system for data driven power electronic robustness and reliability verification in railway propulsion applications, leveraging Machine Learning and Federated Learning methods, in part realized by applying solutions developed by RISE and KTH in WP2</a:t>
            </a:r>
          </a:p>
          <a:p>
            <a:pPr marL="1200150" lvl="2" indent="-285750">
              <a:buFont typeface="Arial" panose="020B0604020202020204" pitchFamily="34" charset="0"/>
              <a:buChar char="•"/>
            </a:pPr>
            <a:r>
              <a:rPr lang="en-US" dirty="0">
                <a:solidFill>
                  <a:srgbClr val="7030A0"/>
                </a:solidFill>
                <a:latin typeface="Times New Roman" panose="02020603050405020304" pitchFamily="18" charset="0"/>
                <a:cs typeface="Times New Roman" panose="02020603050405020304" pitchFamily="18" charset="0"/>
              </a:rPr>
              <a:t>Task 3.1.6, Battery Electric Heavy Duty Vehicle</a:t>
            </a:r>
          </a:p>
          <a:p>
            <a:pPr marL="1257300" lvl="2" indent="-342900">
              <a:buAutoNum type="arabicPeriod"/>
            </a:pPr>
            <a:r>
              <a:rPr lang="en-US" dirty="0">
                <a:latin typeface="Times New Roman" panose="02020603050405020304" pitchFamily="18" charset="0"/>
                <a:cs typeface="Times New Roman" panose="02020603050405020304" pitchFamily="18" charset="0"/>
              </a:rPr>
              <a:t>To verify the designed traction inverter design through realistic laboratory tests</a:t>
            </a:r>
          </a:p>
          <a:p>
            <a:pPr marL="1257300" lvl="2" indent="-342900">
              <a:buAutoNum type="arabicPeriod"/>
            </a:pPr>
            <a:r>
              <a:rPr lang="en-US" dirty="0">
                <a:latin typeface="Times New Roman" panose="02020603050405020304" pitchFamily="18" charset="0"/>
                <a:cs typeface="Times New Roman" panose="02020603050405020304" pitchFamily="18" charset="0"/>
              </a:rPr>
              <a:t>To drive reliability improvements, prediction of reliability, and investigate methods for condition monitoring in the entire drive system, i.e., chip, package, DC-link capacitors, board, and overall topology, and avoiding over-dimensioning of the developed components and systems</a:t>
            </a:r>
          </a:p>
        </p:txBody>
      </p:sp>
    </p:spTree>
    <p:extLst>
      <p:ext uri="{BB962C8B-B14F-4D97-AF65-F5344CB8AC3E}">
        <p14:creationId xmlns:p14="http://schemas.microsoft.com/office/powerpoint/2010/main" val="40958225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82315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4404</TotalTime>
  <Words>341</Words>
  <Application>Microsoft Office PowerPoint</Application>
  <PresentationFormat>Widescreen</PresentationFormat>
  <Paragraphs>25</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Calibri</vt:lpstr>
      <vt:lpstr>Calibri Light</vt:lpstr>
      <vt:lpstr>Times New Roman</vt:lpstr>
      <vt:lpstr>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Enes AYAZ</dc:creator>
  <cp:lastModifiedBy>Enes AYAZ</cp:lastModifiedBy>
  <cp:revision>8</cp:revision>
  <dcterms:created xsi:type="dcterms:W3CDTF">2023-03-22T12:28:02Z</dcterms:created>
  <dcterms:modified xsi:type="dcterms:W3CDTF">2023-03-25T13:55:05Z</dcterms:modified>
</cp:coreProperties>
</file>