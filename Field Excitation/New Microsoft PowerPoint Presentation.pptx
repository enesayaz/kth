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576" y="1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96EB-4DA7-49DD-ABFA-CA5E8CF3F82C}" type="datetimeFigureOut">
              <a:rPr lang="sv-SE" smtClean="0"/>
              <a:t>2025-09-30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39F6-2A48-47FF-993B-CFCE5AEF80E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00156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96EB-4DA7-49DD-ABFA-CA5E8CF3F82C}" type="datetimeFigureOut">
              <a:rPr lang="sv-SE" smtClean="0"/>
              <a:t>2025-09-30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39F6-2A48-47FF-993B-CFCE5AEF80E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35719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96EB-4DA7-49DD-ABFA-CA5E8CF3F82C}" type="datetimeFigureOut">
              <a:rPr lang="sv-SE" smtClean="0"/>
              <a:t>2025-09-30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39F6-2A48-47FF-993B-CFCE5AEF80E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82834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96EB-4DA7-49DD-ABFA-CA5E8CF3F82C}" type="datetimeFigureOut">
              <a:rPr lang="sv-SE" smtClean="0"/>
              <a:t>2025-09-30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39F6-2A48-47FF-993B-CFCE5AEF80E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73926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96EB-4DA7-49DD-ABFA-CA5E8CF3F82C}" type="datetimeFigureOut">
              <a:rPr lang="sv-SE" smtClean="0"/>
              <a:t>2025-09-30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39F6-2A48-47FF-993B-CFCE5AEF80E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48298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96EB-4DA7-49DD-ABFA-CA5E8CF3F82C}" type="datetimeFigureOut">
              <a:rPr lang="sv-SE" smtClean="0"/>
              <a:t>2025-09-30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39F6-2A48-47FF-993B-CFCE5AEF80E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13547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96EB-4DA7-49DD-ABFA-CA5E8CF3F82C}" type="datetimeFigureOut">
              <a:rPr lang="sv-SE" smtClean="0"/>
              <a:t>2025-09-30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39F6-2A48-47FF-993B-CFCE5AEF80E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96185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96EB-4DA7-49DD-ABFA-CA5E8CF3F82C}" type="datetimeFigureOut">
              <a:rPr lang="sv-SE" smtClean="0"/>
              <a:t>2025-09-30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39F6-2A48-47FF-993B-CFCE5AEF80E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48699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96EB-4DA7-49DD-ABFA-CA5E8CF3F82C}" type="datetimeFigureOut">
              <a:rPr lang="sv-SE" smtClean="0"/>
              <a:t>2025-09-30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39F6-2A48-47FF-993B-CFCE5AEF80E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5735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96EB-4DA7-49DD-ABFA-CA5E8CF3F82C}" type="datetimeFigureOut">
              <a:rPr lang="sv-SE" smtClean="0"/>
              <a:t>2025-09-30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39F6-2A48-47FF-993B-CFCE5AEF80E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99131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96EB-4DA7-49DD-ABFA-CA5E8CF3F82C}" type="datetimeFigureOut">
              <a:rPr lang="sv-SE" smtClean="0"/>
              <a:t>2025-09-30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39F6-2A48-47FF-993B-CFCE5AEF80E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48516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E96EB-4DA7-49DD-ABFA-CA5E8CF3F82C}" type="datetimeFigureOut">
              <a:rPr lang="sv-SE" smtClean="0"/>
              <a:t>2025-09-30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539F6-2A48-47FF-993B-CFCE5AEF80E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41654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550" y="1123950"/>
            <a:ext cx="5334000" cy="4000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23950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132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2</cp:revision>
  <dcterms:created xsi:type="dcterms:W3CDTF">2025-09-30T14:02:33Z</dcterms:created>
  <dcterms:modified xsi:type="dcterms:W3CDTF">2025-09-30T14:09:51Z</dcterms:modified>
</cp:coreProperties>
</file>