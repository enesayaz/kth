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201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244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3721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72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710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577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683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2020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876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709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892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2873A-18CD-4FCE-8B9B-B631D9513E48}" type="datetimeFigureOut">
              <a:rPr lang="sv-SE" smtClean="0"/>
              <a:t>2025-05-26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B7E2-FA7D-4599-ACE3-E8D88536CF5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939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360" y="1693585"/>
            <a:ext cx="4364765" cy="4121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64964" y="5311259"/>
            <a:ext cx="130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Speed (</a:t>
            </a:r>
            <a:r>
              <a:rPr lang="en-US" dirty="0" err="1" smtClean="0"/>
              <a:t>p.u</a:t>
            </a:r>
            <a:r>
              <a:rPr lang="en-US" dirty="0" smtClean="0"/>
              <a:t>.)</a:t>
            </a:r>
            <a:endParaRPr lang="sv-SE" dirty="0"/>
          </a:p>
        </p:txBody>
      </p:sp>
      <p:sp>
        <p:nvSpPr>
          <p:cNvPr id="7" name="TextBox 6"/>
          <p:cNvSpPr txBox="1"/>
          <p:nvPr/>
        </p:nvSpPr>
        <p:spPr>
          <a:xfrm>
            <a:off x="1883634" y="1715912"/>
            <a:ext cx="1824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Torque (</a:t>
            </a:r>
            <a:r>
              <a:rPr lang="en-US" dirty="0" err="1" smtClean="0"/>
              <a:t>p.u</a:t>
            </a:r>
            <a:r>
              <a:rPr lang="en-US" dirty="0" smtClean="0"/>
              <a:t>.)</a:t>
            </a:r>
            <a:endParaRPr lang="sv-SE" dirty="0"/>
          </a:p>
        </p:txBody>
      </p:sp>
      <p:sp>
        <p:nvSpPr>
          <p:cNvPr id="8" name="TextBox 7"/>
          <p:cNvSpPr txBox="1"/>
          <p:nvPr/>
        </p:nvSpPr>
        <p:spPr>
          <a:xfrm>
            <a:off x="2909887" y="5495925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0.5</a:t>
            </a:r>
            <a:endParaRPr lang="sv-SE" dirty="0"/>
          </a:p>
        </p:txBody>
      </p:sp>
      <p:sp>
        <p:nvSpPr>
          <p:cNvPr id="9" name="TextBox 8"/>
          <p:cNvSpPr txBox="1"/>
          <p:nvPr/>
        </p:nvSpPr>
        <p:spPr>
          <a:xfrm>
            <a:off x="3837350" y="5495925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2071687" y="3801042"/>
            <a:ext cx="51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0.5</a:t>
            </a:r>
            <a:endParaRPr lang="sv-SE" dirty="0"/>
          </a:p>
        </p:txBody>
      </p:sp>
      <p:sp>
        <p:nvSpPr>
          <p:cNvPr id="12" name="TextBox 11"/>
          <p:cNvSpPr txBox="1"/>
          <p:nvPr/>
        </p:nvSpPr>
        <p:spPr>
          <a:xfrm>
            <a:off x="2198687" y="2303462"/>
            <a:ext cx="46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sv-SE" dirty="0"/>
          </a:p>
        </p:txBody>
      </p:sp>
      <p:sp>
        <p:nvSpPr>
          <p:cNvPr id="13" name="TextBox 12"/>
          <p:cNvSpPr txBox="1"/>
          <p:nvPr/>
        </p:nvSpPr>
        <p:spPr>
          <a:xfrm>
            <a:off x="5458438" y="2719824"/>
            <a:ext cx="11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2-pole EM</a:t>
            </a:r>
            <a:endParaRPr lang="sv-SE" dirty="0"/>
          </a:p>
        </p:txBody>
      </p:sp>
      <p:sp>
        <p:nvSpPr>
          <p:cNvPr id="14" name="TextBox 13"/>
          <p:cNvSpPr txBox="1"/>
          <p:nvPr/>
        </p:nvSpPr>
        <p:spPr>
          <a:xfrm>
            <a:off x="5458438" y="3033872"/>
            <a:ext cx="11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4-pole EM</a:t>
            </a:r>
            <a:endParaRPr lang="sv-SE" dirty="0"/>
          </a:p>
        </p:txBody>
      </p:sp>
      <p:sp>
        <p:nvSpPr>
          <p:cNvPr id="15" name="TextBox 14"/>
          <p:cNvSpPr txBox="1"/>
          <p:nvPr/>
        </p:nvSpPr>
        <p:spPr>
          <a:xfrm>
            <a:off x="5468782" y="3290372"/>
            <a:ext cx="1870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Pole-changing 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75297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685925"/>
            <a:ext cx="7981950" cy="3486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0" y="4981575"/>
            <a:ext cx="1171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sv-SE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9550" y="4981575"/>
            <a:ext cx="1171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sv-S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sv-SE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680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5114</TotalTime>
  <Words>24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</cp:revision>
  <dcterms:created xsi:type="dcterms:W3CDTF">2025-05-26T09:56:45Z</dcterms:created>
  <dcterms:modified xsi:type="dcterms:W3CDTF">2025-05-29T23:11:27Z</dcterms:modified>
</cp:coreProperties>
</file>