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753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7704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517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533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442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445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128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82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181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2970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1380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50DF7-5878-4231-9862-C8E78EA220CA}" type="datetimeFigureOut">
              <a:rPr lang="sv-SE" smtClean="0"/>
              <a:t>2024-04-04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AFE81-1300-41BE-84C8-81C070AB77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57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634" y="3519124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M=0.1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Loss=214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132" y="0"/>
            <a:ext cx="4510455" cy="33828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392" y="0"/>
            <a:ext cx="4334608" cy="325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61839" y="3519124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M=0.5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Loss=1750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023" y="2281603"/>
            <a:ext cx="4325816" cy="32443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9697" y="5758961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Loss=2600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71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634" y="3519124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M=0.1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Loss=140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61839" y="3519124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M=0.5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Loss=925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09697" y="5758961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Loss=1350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641" y="2435541"/>
            <a:ext cx="4120660" cy="30904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366" y="269208"/>
            <a:ext cx="3883413" cy="29125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51" y="152746"/>
            <a:ext cx="4177937" cy="313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5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634" y="3519124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M=0.1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=30kHz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Loss=120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61839" y="3519124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M=0.5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=30kHz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Loss=660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09697" y="5758961"/>
            <a:ext cx="357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</a:t>
            </a:r>
          </a:p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fsw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=30kHz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Loss=930 W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59" y="2623403"/>
            <a:ext cx="4180743" cy="31355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843" y="132020"/>
            <a:ext cx="3970459" cy="29778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59" y="153209"/>
            <a:ext cx="4057284" cy="304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4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6</cp:revision>
  <dcterms:created xsi:type="dcterms:W3CDTF">2024-04-04T05:49:08Z</dcterms:created>
  <dcterms:modified xsi:type="dcterms:W3CDTF">2024-04-04T06:05:02Z</dcterms:modified>
</cp:coreProperties>
</file>