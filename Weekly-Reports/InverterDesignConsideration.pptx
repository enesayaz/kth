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74" r:id="rId3"/>
    <p:sldId id="275" r:id="rId4"/>
    <p:sldId id="282" r:id="rId5"/>
    <p:sldId id="280" r:id="rId6"/>
    <p:sldId id="276" r:id="rId7"/>
    <p:sldId id="277" r:id="rId8"/>
    <p:sldId id="278" r:id="rId9"/>
    <p:sldId id="283" r:id="rId10"/>
    <p:sldId id="279" r:id="rId11"/>
    <p:sldId id="261" r:id="rId12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75"/>
            <p14:sldId id="282"/>
            <p14:sldId id="280"/>
            <p14:sldId id="276"/>
            <p14:sldId id="277"/>
            <p14:sldId id="278"/>
            <p14:sldId id="283"/>
            <p14:sldId id="279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</p:spPr>
            <p:txBody>
              <a:bodyPr>
                <a:normAutofit/>
              </a:bodyPr>
              <a:lstStyle/>
              <a:p>
                <a:r>
                  <a:rPr lang="en-US" dirty="0" smtClean="0">
                    <a:solidFill>
                      <a:srgbClr val="C00000"/>
                    </a:solidFill>
                  </a:rPr>
                  <a:t>3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 smtClean="0">
                    <a:solidFill>
                      <a:srgbClr val="C00000"/>
                    </a:solidFill>
                  </a:rPr>
                  <a:t> Traction Inverter Consideration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  <a:blipFill>
                <a:blip r:embed="rId2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6350" y="3627438"/>
            <a:ext cx="9144000" cy="1655762"/>
          </a:xfrm>
        </p:spPr>
        <p:txBody>
          <a:bodyPr/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</a:t>
            </a:r>
            <a:r>
              <a:rPr lang="en-US" dirty="0" smtClean="0">
                <a:solidFill>
                  <a:srgbClr val="C00000"/>
                </a:solidFill>
              </a:rPr>
              <a:t>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727075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</a:t>
            </a:r>
            <a:endParaRPr lang="en-US" sz="2000" dirty="0" smtClean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</a:t>
            </a:r>
            <a:r>
              <a:rPr lang="en-US" sz="2000" dirty="0" smtClean="0"/>
              <a:t>????</a:t>
            </a:r>
            <a:endParaRPr lang="en-US" sz="2000" dirty="0" smtClean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</a:t>
            </a:r>
            <a:r>
              <a:rPr lang="en-US" sz="2000" dirty="0" smtClean="0"/>
              <a:t>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4050" y="511175"/>
            <a:ext cx="10515600" cy="5832475"/>
          </a:xfrm>
        </p:spPr>
        <p:txBody>
          <a:bodyPr>
            <a:noAutofit/>
          </a:bodyPr>
          <a:lstStyle/>
          <a:p>
            <a:pPr marL="457200" lvl="1" indent="0">
              <a:buNone/>
            </a:pPr>
            <a:r>
              <a:rPr lang="en-US" sz="2000" dirty="0"/>
              <a:t>	</a:t>
            </a:r>
            <a:r>
              <a:rPr lang="en-US" sz="2000" dirty="0" smtClean="0"/>
              <a:t>4. Modular Motor Drives, Stacked Poly-Phase </a:t>
            </a:r>
            <a:r>
              <a:rPr lang="en-US" sz="2000" dirty="0"/>
              <a:t>B</a:t>
            </a:r>
            <a:r>
              <a:rPr lang="en-US" sz="2000" dirty="0" smtClean="0"/>
              <a:t>ridges [5] </a:t>
            </a:r>
          </a:p>
          <a:p>
            <a:pPr lvl="3"/>
            <a:r>
              <a:rPr lang="en-US" sz="2000" i="1" dirty="0" smtClean="0"/>
              <a:t>Series or parallel connected </a:t>
            </a:r>
            <a:endParaRPr lang="en-US" sz="2000" i="1" dirty="0" smtClean="0"/>
          </a:p>
          <a:p>
            <a:pPr lvl="3"/>
            <a:r>
              <a:rPr lang="en-US" sz="2000" i="1" dirty="0" smtClean="0"/>
              <a:t>Lower semiconductor voltage/current ratings</a:t>
            </a:r>
          </a:p>
          <a:p>
            <a:pPr lvl="3"/>
            <a:r>
              <a:rPr lang="en-US" sz="2000" i="1" dirty="0" smtClean="0"/>
              <a:t>High switching frequency</a:t>
            </a:r>
          </a:p>
          <a:p>
            <a:pPr lvl="3"/>
            <a:r>
              <a:rPr lang="en-US" sz="2000" i="1" dirty="0" smtClean="0"/>
              <a:t>Compact design</a:t>
            </a:r>
          </a:p>
          <a:p>
            <a:pPr lvl="3"/>
            <a:r>
              <a:rPr lang="en-US" sz="2000" i="1" dirty="0" smtClean="0"/>
              <a:t>Phase shift/ interleaving to reduce DC-link ripple</a:t>
            </a:r>
            <a:endParaRPr lang="en-US" sz="2000" i="1" dirty="0" smtClean="0"/>
          </a:p>
          <a:p>
            <a:pPr marL="914400" lvl="2" indent="0">
              <a:buNone/>
            </a:pPr>
            <a:r>
              <a:rPr lang="en-US" dirty="0"/>
              <a:t>	</a:t>
            </a:r>
            <a:r>
              <a:rPr lang="en-US" dirty="0" smtClean="0"/>
              <a:t>	</a:t>
            </a:r>
            <a:endParaRPr lang="en-US" dirty="0" smtClean="0"/>
          </a:p>
          <a:p>
            <a:pPr marL="0" indent="0">
              <a:buNone/>
            </a:pPr>
            <a:endParaRPr 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1159710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>
                <a:solidFill>
                  <a:srgbClr val="C00000"/>
                </a:solidFill>
              </a:rPr>
              <a:t>SPB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912227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Efficiency and Power </a:t>
            </a:r>
            <a:r>
              <a:rPr lang="en-US" dirty="0">
                <a:solidFill>
                  <a:srgbClr val="C00000"/>
                </a:solidFill>
              </a:rPr>
              <a:t>D</a:t>
            </a:r>
            <a:r>
              <a:rPr lang="en-US" dirty="0" smtClean="0">
                <a:solidFill>
                  <a:srgbClr val="C00000"/>
                </a:solidFill>
              </a:rPr>
              <a:t>ensity </a:t>
            </a:r>
            <a:r>
              <a:rPr lang="en-US" dirty="0">
                <a:solidFill>
                  <a:srgbClr val="C00000"/>
                </a:solidFill>
              </a:rPr>
              <a:t>T</a:t>
            </a:r>
            <a:r>
              <a:rPr lang="en-US" dirty="0" smtClean="0">
                <a:solidFill>
                  <a:srgbClr val="C00000"/>
                </a:solidFill>
              </a:rPr>
              <a:t>argets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Converter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13510</TotalTime>
  <Words>706</Words>
  <Application>Microsoft Office PowerPoint</Application>
  <PresentationFormat>Widescreen</PresentationFormat>
  <Paragraphs>100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Office Theme</vt:lpstr>
      <vt:lpstr>3ϕ Traction Inverter Consideration</vt:lpstr>
      <vt:lpstr>System Level Design Considerations [1]</vt:lpstr>
      <vt:lpstr>Conceptual System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</vt:lpstr>
      <vt:lpstr>Efficiency and Power Density Targets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80</cp:revision>
  <dcterms:created xsi:type="dcterms:W3CDTF">2023-05-19T13:17:21Z</dcterms:created>
  <dcterms:modified xsi:type="dcterms:W3CDTF">2023-05-31T14:41:23Z</dcterms:modified>
</cp:coreProperties>
</file>