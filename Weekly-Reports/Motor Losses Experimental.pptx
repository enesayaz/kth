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8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58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B8343-72D3-47F2-8B88-AFAD9F798FAE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30AA5-9021-4091-A3FD-CE35BDB5E4B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74529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30AA5-9021-4091-A3FD-CE35BDB5E4B0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90132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DEED-4EEC-4167-B244-2B63C185DA6C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7878-B240-489B-9214-E01AC47F83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25040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DEED-4EEC-4167-B244-2B63C185DA6C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7878-B240-489B-9214-E01AC47F83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773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DEED-4EEC-4167-B244-2B63C185DA6C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7878-B240-489B-9214-E01AC47F83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8091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DEED-4EEC-4167-B244-2B63C185DA6C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7878-B240-489B-9214-E01AC47F83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09033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DEED-4EEC-4167-B244-2B63C185DA6C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7878-B240-489B-9214-E01AC47F83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1076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DEED-4EEC-4167-B244-2B63C185DA6C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7878-B240-489B-9214-E01AC47F83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9535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DEED-4EEC-4167-B244-2B63C185DA6C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7878-B240-489B-9214-E01AC47F83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8332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DEED-4EEC-4167-B244-2B63C185DA6C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7878-B240-489B-9214-E01AC47F83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59610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DEED-4EEC-4167-B244-2B63C185DA6C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7878-B240-489B-9214-E01AC47F83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47851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DEED-4EEC-4167-B244-2B63C185DA6C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7878-B240-489B-9214-E01AC47F83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21051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3DEED-4EEC-4167-B244-2B63C185DA6C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7878-B240-489B-9214-E01AC47F83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568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3DEED-4EEC-4167-B244-2B63C185DA6C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37878-B240-489B-9214-E01AC47F83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39160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77" y="1657350"/>
            <a:ext cx="5334000" cy="4000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470" y="1837592"/>
            <a:ext cx="5093677" cy="382025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32992" y="1907931"/>
            <a:ext cx="137746" cy="33938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8" name="Straight Arrow Connector 7"/>
          <p:cNvCxnSpPr>
            <a:stCxn id="6" idx="3"/>
          </p:cNvCxnSpPr>
          <p:nvPr/>
        </p:nvCxnSpPr>
        <p:spPr>
          <a:xfrm>
            <a:off x="3270738" y="3604846"/>
            <a:ext cx="345537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68462" y="3134361"/>
            <a:ext cx="981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Zoom in</a:t>
            </a:r>
            <a:endParaRPr lang="sv-SE" dirty="0"/>
          </a:p>
        </p:txBody>
      </p:sp>
      <p:sp>
        <p:nvSpPr>
          <p:cNvPr id="16" name="TextBox 15"/>
          <p:cNvSpPr txBox="1"/>
          <p:nvPr/>
        </p:nvSpPr>
        <p:spPr>
          <a:xfrm>
            <a:off x="3045069" y="331730"/>
            <a:ext cx="6441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Line-to-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voltage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(experimental)</a:t>
            </a:r>
          </a:p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300 Hz fundamental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sv-S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10kHz </a:t>
            </a:r>
            <a:r>
              <a:rPr lang="sv-S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witching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sv-S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2.5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Mhz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sampling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631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55" y="1419958"/>
            <a:ext cx="5334000" cy="400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83522" y="226175"/>
            <a:ext cx="6441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FFT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Voltage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41584" y="1740877"/>
            <a:ext cx="577362" cy="32091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2" name="Straight Arrow Connector 11"/>
          <p:cNvCxnSpPr>
            <a:stCxn id="11" idx="3"/>
          </p:cNvCxnSpPr>
          <p:nvPr/>
        </p:nvCxnSpPr>
        <p:spPr>
          <a:xfrm flipV="1">
            <a:off x="2118946" y="3336639"/>
            <a:ext cx="4176346" cy="88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13484" y="2888177"/>
            <a:ext cx="981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Zoom in</a:t>
            </a:r>
            <a:endParaRPr lang="sv-SE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308" y="1336389"/>
            <a:ext cx="5334000" cy="40005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704385" y="4589585"/>
            <a:ext cx="202223" cy="2989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8805496" y="4950069"/>
            <a:ext cx="0" cy="9407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52392" y="5882054"/>
            <a:ext cx="6441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Unwanted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harmonics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near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sidebands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FFT process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832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55" y="1419957"/>
            <a:ext cx="5334000" cy="400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83522" y="226175"/>
            <a:ext cx="6441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FFT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41584" y="1740877"/>
            <a:ext cx="577362" cy="32091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2" name="Straight Arrow Connector 11"/>
          <p:cNvCxnSpPr>
            <a:stCxn id="11" idx="3"/>
          </p:cNvCxnSpPr>
          <p:nvPr/>
        </p:nvCxnSpPr>
        <p:spPr>
          <a:xfrm flipV="1">
            <a:off x="2118946" y="3336639"/>
            <a:ext cx="4176346" cy="88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13484" y="2888177"/>
            <a:ext cx="981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Zoom in</a:t>
            </a:r>
            <a:endParaRPr lang="sv-SE" dirty="0"/>
          </a:p>
        </p:txBody>
      </p:sp>
      <p:sp>
        <p:nvSpPr>
          <p:cNvPr id="19" name="Rectangle 18"/>
          <p:cNvSpPr/>
          <p:nvPr/>
        </p:nvSpPr>
        <p:spPr>
          <a:xfrm>
            <a:off x="8704385" y="4589585"/>
            <a:ext cx="202223" cy="2989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292" y="1257259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35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6" y="1441938"/>
            <a:ext cx="5334000" cy="400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83522" y="226175"/>
            <a:ext cx="6441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FFT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(Power)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41584" y="1740877"/>
            <a:ext cx="577362" cy="32091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118946" y="3919261"/>
            <a:ext cx="4176346" cy="88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22629" y="3350091"/>
            <a:ext cx="981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Zoom in</a:t>
            </a:r>
            <a:endParaRPr lang="sv-SE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269" y="1534507"/>
            <a:ext cx="5334000" cy="400050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6383217" y="4580792"/>
            <a:ext cx="2321168" cy="15166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08205" y="6104203"/>
            <a:ext cx="4374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 smtClean="0"/>
              <a:t>Why</a:t>
            </a:r>
            <a:r>
              <a:rPr lang="sv-SE" dirty="0" smtClean="0"/>
              <a:t> </a:t>
            </a:r>
            <a:r>
              <a:rPr lang="sv-SE" dirty="0" err="1" smtClean="0"/>
              <a:t>are</a:t>
            </a:r>
            <a:r>
              <a:rPr lang="sv-SE" dirty="0" smtClean="0"/>
              <a:t> </a:t>
            </a:r>
            <a:r>
              <a:rPr lang="sv-SE" dirty="0" err="1" smtClean="0"/>
              <a:t>some</a:t>
            </a:r>
            <a:r>
              <a:rPr lang="sv-SE" dirty="0" smtClean="0"/>
              <a:t> </a:t>
            </a:r>
            <a:r>
              <a:rPr lang="sv-SE" dirty="0" err="1" smtClean="0"/>
              <a:t>harmonics</a:t>
            </a:r>
            <a:r>
              <a:rPr lang="sv-SE" dirty="0" smtClean="0"/>
              <a:t> generating </a:t>
            </a:r>
            <a:r>
              <a:rPr lang="sv-SE" dirty="0" err="1" smtClean="0"/>
              <a:t>power</a:t>
            </a:r>
            <a:r>
              <a:rPr lang="sv-SE" dirty="0" smtClean="0"/>
              <a:t>? </a:t>
            </a:r>
            <a:r>
              <a:rPr lang="sv-SE" dirty="0" err="1" smtClean="0"/>
              <a:t>Saliency</a:t>
            </a:r>
            <a:r>
              <a:rPr lang="sv-SE" dirty="0" smtClean="0"/>
              <a:t>?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872270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08" y="1327694"/>
            <a:ext cx="5334000" cy="400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09092" y="958362"/>
            <a:ext cx="265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All </a:t>
            </a:r>
            <a:r>
              <a:rPr lang="sv-SE" dirty="0" err="1" smtClean="0"/>
              <a:t>harmonics</a:t>
            </a:r>
            <a:endParaRPr lang="sv-SE" dirty="0"/>
          </a:p>
        </p:txBody>
      </p:sp>
      <p:sp>
        <p:nvSpPr>
          <p:cNvPr id="8" name="TextBox 7"/>
          <p:cNvSpPr txBox="1"/>
          <p:nvPr/>
        </p:nvSpPr>
        <p:spPr>
          <a:xfrm>
            <a:off x="5882054" y="2875085"/>
            <a:ext cx="4510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Fundamental </a:t>
            </a:r>
            <a:r>
              <a:rPr lang="sv-SE" dirty="0" err="1" smtClean="0"/>
              <a:t>power</a:t>
            </a:r>
            <a:r>
              <a:rPr lang="sv-SE" dirty="0" smtClean="0"/>
              <a:t>= 112.3 kW</a:t>
            </a:r>
          </a:p>
          <a:p>
            <a:r>
              <a:rPr lang="sv-SE" dirty="0" err="1" smtClean="0"/>
              <a:t>Harmonic</a:t>
            </a:r>
            <a:r>
              <a:rPr lang="sv-SE" dirty="0" smtClean="0"/>
              <a:t> </a:t>
            </a:r>
            <a:r>
              <a:rPr lang="sv-SE" dirty="0" err="1" smtClean="0"/>
              <a:t>Losses</a:t>
            </a:r>
            <a:r>
              <a:rPr lang="sv-SE" dirty="0" smtClean="0"/>
              <a:t>= 981 W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22530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73</Words>
  <Application>Microsoft Office PowerPoint</Application>
  <PresentationFormat>Widescreen</PresentationFormat>
  <Paragraphs>17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8</cp:revision>
  <dcterms:created xsi:type="dcterms:W3CDTF">2024-04-11T05:19:07Z</dcterms:created>
  <dcterms:modified xsi:type="dcterms:W3CDTF">2024-04-11T09:54:09Z</dcterms:modified>
</cp:coreProperties>
</file>