
<file path=[Content_Types].xml><?xml version="1.0" encoding="utf-8"?>
<Types xmlns="http://schemas.openxmlformats.org/package/2006/content-types">
  <Default Extension="png" ContentType="image/png"/>
  <Default Extension="svg" ContentType="image/svg+xml"/>
  <Default Extension="emf" ContentType="image/x-emf"/>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10"/>
  </p:notesMasterIdLst>
  <p:sldIdLst>
    <p:sldId id="256" r:id="rId2"/>
    <p:sldId id="289" r:id="rId3"/>
    <p:sldId id="290" r:id="rId4"/>
    <p:sldId id="291" r:id="rId5"/>
    <p:sldId id="293" r:id="rId6"/>
    <p:sldId id="292" r:id="rId7"/>
    <p:sldId id="294" r:id="rId8"/>
    <p:sldId id="295" r:id="rId9"/>
  </p:sldIdLst>
  <p:sldSz cx="12192000" cy="6858000"/>
  <p:notesSz cx="6858000" cy="9144000"/>
  <p:embeddedFontLst>
    <p:embeddedFont>
      <p:font typeface="Calibri" panose="020F0502020204030204" pitchFamily="34" charset="0"/>
      <p:regular r:id="rId11"/>
      <p:bold r:id="rId12"/>
      <p:italic r:id="rId13"/>
      <p:boldItalic r:id="rId14"/>
    </p:embeddedFont>
    <p:embeddedFont>
      <p:font typeface="Cambria Math" panose="02040503050406030204" pitchFamily="18" charset="0"/>
      <p:regular r:id="rId15"/>
    </p:embeddedFont>
    <p:embeddedFont>
      <p:font typeface="Figtree" panose="020B0604020202020204" charset="0"/>
      <p:regular r:id="rId16"/>
      <p:bold r:id="rId17"/>
      <p:italic r:id="rId18"/>
      <p:boldItalic r:id="rId19"/>
    </p:embeddedFont>
  </p:embeddedFontLst>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013" autoAdjust="0"/>
    <p:restoredTop sz="96327"/>
  </p:normalViewPr>
  <p:slideViewPr>
    <p:cSldViewPr snapToGrid="0">
      <p:cViewPr varScale="1">
        <p:scale>
          <a:sx n="155" d="100"/>
          <a:sy n="155" d="100"/>
        </p:scale>
        <p:origin x="156" y="2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23" Type="http://schemas.openxmlformats.org/officeDocument/2006/relationships/tableStyles" Target="tableStyles.xml"/><Relationship Id="rId10" Type="http://schemas.openxmlformats.org/officeDocument/2006/relationships/notesMaster" Target="notesMasters/notesMaster1.xml"/><Relationship Id="rId19"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sidhuvu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sv-SE"/>
          </a:p>
        </p:txBody>
      </p:sp>
      <p:sp>
        <p:nvSpPr>
          <p:cNvPr id="3" name="Platshållare fö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BACA97-DCC5-D741-8303-D68B06D997A0}" type="datetimeFigureOut">
              <a:rPr lang="sv-SE" smtClean="0"/>
              <a:t>2025-05-13</a:t>
            </a:fld>
            <a:endParaRPr lang="sv-SE"/>
          </a:p>
        </p:txBody>
      </p:sp>
      <p:sp>
        <p:nvSpPr>
          <p:cNvPr id="4" name="Platshållare för bildobjekt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sv-SE"/>
          </a:p>
        </p:txBody>
      </p:sp>
      <p:sp>
        <p:nvSpPr>
          <p:cNvPr id="5" name="Platshållare för anteckninga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6" name="Platshållare för sidfo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sv-SE"/>
          </a:p>
        </p:txBody>
      </p:sp>
      <p:sp>
        <p:nvSpPr>
          <p:cNvPr id="7" name="Platshållare för bild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9702129-24FE-4746-9897-C7E55345F5DD}" type="slidenum">
              <a:rPr lang="sv-SE" smtClean="0"/>
              <a:t>‹#›</a:t>
            </a:fld>
            <a:endParaRPr lang="sv-SE"/>
          </a:p>
        </p:txBody>
      </p:sp>
    </p:spTree>
    <p:extLst>
      <p:ext uri="{BB962C8B-B14F-4D97-AF65-F5344CB8AC3E}">
        <p14:creationId xmlns:p14="http://schemas.microsoft.com/office/powerpoint/2010/main" val="4061700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0.svg"/><Relationship Id="rId7" Type="http://schemas.openxmlformats.org/officeDocument/2006/relationships/image" Target="../media/image8.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12.sv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g"/><Relationship Id="rId1" Type="http://schemas.openxmlformats.org/officeDocument/2006/relationships/slideMaster" Target="../slideMasters/slideMaster1.xml"/><Relationship Id="rId4" Type="http://schemas.openxmlformats.org/officeDocument/2006/relationships/image" Target="../media/image8.sv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15.svg"/><Relationship Id="rId4" Type="http://schemas.openxmlformats.org/officeDocument/2006/relationships/image" Target="../media/image8.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3.png"/><Relationship Id="rId5" Type="http://schemas.openxmlformats.org/officeDocument/2006/relationships/image" Target="../media/image4.svg"/><Relationship Id="rId4"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4.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10.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KTH blue">
    <p:bg>
      <p:bgPr>
        <a:solidFill>
          <a:schemeClr val="accent1"/>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6D38D80F-8198-3D50-0CAB-FB287588B37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8" name="Bild 7">
            <a:extLst>
              <a:ext uri="{FF2B5EF4-FFF2-40B4-BE49-F238E27FC236}">
                <a16:creationId xmlns:a16="http://schemas.microsoft.com/office/drawing/2014/main" id="{70792B10-D270-C2C6-5B88-13B9E3D50A01}"/>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369C0258-E083-684F-B81E-2491FB4EFBD1}" type="datetime1">
              <a:rPr lang="sv-SE" smtClean="0"/>
              <a:t>2025-05-13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2478540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063A90AC-AA0F-4983-942B-962F71B301C4}"/>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3936" b="32409"/>
          <a:stretch/>
        </p:blipFill>
        <p:spPr>
          <a:xfrm>
            <a:off x="-1" y="1"/>
            <a:ext cx="3177767" cy="4635374"/>
          </a:xfrm>
          <a:prstGeom prst="rect">
            <a:avLst/>
          </a:prstGeom>
        </p:spPr>
      </p:pic>
      <p:pic>
        <p:nvPicPr>
          <p:cNvPr id="10" name="Bild 9">
            <a:extLst>
              <a:ext uri="{FF2B5EF4-FFF2-40B4-BE49-F238E27FC236}">
                <a16:creationId xmlns:a16="http://schemas.microsoft.com/office/drawing/2014/main" id="{73BDFF50-BF25-9A02-09D1-C21E45C0BA8F}"/>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t="72740" r="75198" b="-1"/>
          <a:stretch/>
        </p:blipFill>
        <p:spPr>
          <a:xfrm flipH="1">
            <a:off x="9166550" y="4988459"/>
            <a:ext cx="3023858" cy="1869540"/>
          </a:xfrm>
          <a:prstGeom prst="rect">
            <a:avLst/>
          </a:prstGeom>
        </p:spPr>
      </p:pic>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accent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D7F93862-881E-DF46-AD81-FDB1501BAD48}" type="datetime1">
              <a:rPr lang="sv-SE" smtClean="0"/>
              <a:t>2025-05-13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966584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Title,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Rektangel 6">
            <a:extLst>
              <a:ext uri="{FF2B5EF4-FFF2-40B4-BE49-F238E27FC236}">
                <a16:creationId xmlns:a16="http://schemas.microsoft.com/office/drawing/2014/main" id="{E4E20116-AB17-4A1A-F8AD-05FA68213302}"/>
              </a:ext>
            </a:extLst>
          </p:cNvPr>
          <p:cNvSpPr/>
          <p:nvPr userDrawn="1"/>
        </p:nvSpPr>
        <p:spPr>
          <a:xfrm>
            <a:off x="0" y="0"/>
            <a:ext cx="12192000" cy="6858000"/>
          </a:xfrm>
          <a:prstGeom prst="rect">
            <a:avLst/>
          </a:prstGeom>
          <a:solidFill>
            <a:schemeClr val="tx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9" name="Logotype">
            <a:extLst>
              <a:ext uri="{FF2B5EF4-FFF2-40B4-BE49-F238E27FC236}">
                <a16:creationId xmlns:a16="http://schemas.microsoft.com/office/drawing/2014/main" id="{5CB0B686-93A0-FA00-859F-3930A6FB741E}"/>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xmlns="" r:embed="rId4"/>
              </a:ext>
            </a:extLst>
          </a:blip>
          <a:stretch>
            <a:fillRect/>
          </a:stretch>
        </p:blipFill>
        <p:spPr>
          <a:xfrm>
            <a:off x="5213011" y="998292"/>
            <a:ext cx="1764387" cy="1974432"/>
          </a:xfrm>
          <a:prstGeom prst="rect">
            <a:avLst/>
          </a:prstGeom>
        </p:spPr>
      </p:pic>
      <p:sp>
        <p:nvSpPr>
          <p:cNvPr id="2" name="Rubrik 1">
            <a:extLst>
              <a:ext uri="{FF2B5EF4-FFF2-40B4-BE49-F238E27FC236}">
                <a16:creationId xmlns:a16="http://schemas.microsoft.com/office/drawing/2014/main" id="{191A984F-EC06-FCDC-F274-D5275A60CDCA}"/>
              </a:ext>
            </a:extLst>
          </p:cNvPr>
          <p:cNvSpPr>
            <a:spLocks noGrp="1"/>
          </p:cNvSpPr>
          <p:nvPr>
            <p:ph type="ctrTitle" hasCustomPrompt="1"/>
          </p:nvPr>
        </p:nvSpPr>
        <p:spPr>
          <a:xfrm>
            <a:off x="1695853" y="3571875"/>
            <a:ext cx="8798701" cy="1654175"/>
          </a:xfrm>
        </p:spPr>
        <p:txBody>
          <a:bodyPr anchor="ctr">
            <a:noAutofit/>
          </a:bodyPr>
          <a:lstStyle>
            <a:lvl1pPr algn="ctr">
              <a:defRPr sz="4800">
                <a:solidFill>
                  <a:schemeClr val="bg1"/>
                </a:solidFill>
              </a:defRPr>
            </a:lvl1pPr>
          </a:lstStyle>
          <a:p>
            <a:r>
              <a:rPr lang="sv-SE" dirty="0"/>
              <a:t>Presentation </a:t>
            </a:r>
            <a:r>
              <a:rPr lang="sv-SE" dirty="0" err="1"/>
              <a:t>title</a:t>
            </a:r>
            <a:endParaRPr lang="sv-SE" dirty="0"/>
          </a:p>
        </p:txBody>
      </p:sp>
      <p:sp>
        <p:nvSpPr>
          <p:cNvPr id="3" name="Underrubrik 2">
            <a:extLst>
              <a:ext uri="{FF2B5EF4-FFF2-40B4-BE49-F238E27FC236}">
                <a16:creationId xmlns:a16="http://schemas.microsoft.com/office/drawing/2014/main" id="{7A3458D8-0B11-6CF5-7CF4-C5CA80850FBF}"/>
              </a:ext>
            </a:extLst>
          </p:cNvPr>
          <p:cNvSpPr>
            <a:spLocks noGrp="1"/>
          </p:cNvSpPr>
          <p:nvPr>
            <p:ph type="subTitle" idx="1" hasCustomPrompt="1"/>
          </p:nvPr>
        </p:nvSpPr>
        <p:spPr>
          <a:xfrm>
            <a:off x="2132013" y="5776913"/>
            <a:ext cx="7926387" cy="461962"/>
          </a:xfrm>
        </p:spPr>
        <p:txBody>
          <a:bodyPr>
            <a:norm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dirty="0" err="1"/>
              <a:t>Subtitle</a:t>
            </a:r>
            <a:r>
              <a:rPr lang="sv-SE" dirty="0"/>
              <a:t> </a:t>
            </a:r>
            <a:r>
              <a:rPr lang="sv-SE" dirty="0" err="1"/>
              <a:t>here</a:t>
            </a:r>
            <a:endParaRPr lang="sv-SE" dirty="0"/>
          </a:p>
        </p:txBody>
      </p:sp>
      <p:sp>
        <p:nvSpPr>
          <p:cNvPr id="4" name="Platshållare för datum 3">
            <a:extLst>
              <a:ext uri="{FF2B5EF4-FFF2-40B4-BE49-F238E27FC236}">
                <a16:creationId xmlns:a16="http://schemas.microsoft.com/office/drawing/2014/main" id="{43D49F56-9255-DA2A-05B7-92B1B041F711}"/>
              </a:ext>
            </a:extLst>
          </p:cNvPr>
          <p:cNvSpPr>
            <a:spLocks noGrp="1"/>
          </p:cNvSpPr>
          <p:nvPr>
            <p:ph type="dt" sz="half" idx="10"/>
          </p:nvPr>
        </p:nvSpPr>
        <p:spPr/>
        <p:txBody>
          <a:bodyPr/>
          <a:lstStyle>
            <a:lvl1pPr>
              <a:defRPr>
                <a:solidFill>
                  <a:schemeClr val="bg1"/>
                </a:solidFill>
              </a:defRPr>
            </a:lvl1pPr>
          </a:lstStyle>
          <a:p>
            <a:fld id="{A1A0D637-CC39-0F47-97F1-76AAE59A5700}" type="datetime1">
              <a:rPr lang="sv-SE" smtClean="0"/>
              <a:t>2025-05-13</a:t>
            </a:fld>
            <a:endParaRPr lang="sv-SE"/>
          </a:p>
        </p:txBody>
      </p:sp>
      <p:sp>
        <p:nvSpPr>
          <p:cNvPr id="5" name="Platshållare för sidfot 4">
            <a:extLst>
              <a:ext uri="{FF2B5EF4-FFF2-40B4-BE49-F238E27FC236}">
                <a16:creationId xmlns:a16="http://schemas.microsoft.com/office/drawing/2014/main" id="{5B69D7AE-6EEB-EE3E-0310-ED9C355673CA}"/>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A79EDCB6-5D2D-0312-1EF1-C34529D8AD8D}"/>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8" name="Rektangel 7">
            <a:extLst>
              <a:ext uri="{FF2B5EF4-FFF2-40B4-BE49-F238E27FC236}">
                <a16:creationId xmlns:a16="http://schemas.microsoft.com/office/drawing/2014/main" id="{599C849E-1E62-7E27-4099-2DEB2C85E99A}"/>
              </a:ext>
            </a:extLst>
          </p:cNvPr>
          <p:cNvSpPr/>
          <p:nvPr userDrawn="1"/>
        </p:nvSpPr>
        <p:spPr>
          <a:xfrm>
            <a:off x="12496799" y="0"/>
            <a:ext cx="2209799" cy="24051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lIns="180000" tIns="180000" rIns="180000" bIns="180000" rtlCol="0" anchor="t">
            <a:spAutoFit/>
          </a:bodyPr>
          <a:lstStyle/>
          <a:p>
            <a:pPr algn="l">
              <a:spcAft>
                <a:spcPts val="800"/>
              </a:spcAft>
            </a:pPr>
            <a:r>
              <a:rPr lang="en-US" sz="1100" noProof="0" dirty="0">
                <a:latin typeface="+mj-lt"/>
              </a:rPr>
              <a:t>Change background image</a:t>
            </a:r>
          </a:p>
          <a:p>
            <a:pPr marL="162900" indent="-162900" algn="l">
              <a:spcAft>
                <a:spcPts val="600"/>
              </a:spcAft>
              <a:buFont typeface="+mj-lt"/>
              <a:buAutoNum type="arabicPeriod"/>
            </a:pPr>
            <a:r>
              <a:rPr lang="en-US" sz="1000" noProof="0" dirty="0"/>
              <a:t>Select Design &gt; Format Background.</a:t>
            </a:r>
          </a:p>
          <a:p>
            <a:pPr marL="162900" indent="-162900" algn="l">
              <a:spcAft>
                <a:spcPts val="600"/>
              </a:spcAft>
              <a:buFont typeface="+mj-lt"/>
              <a:buAutoNum type="arabicPeriod"/>
            </a:pPr>
            <a:r>
              <a:rPr lang="en-US" sz="1000" noProof="0" dirty="0"/>
              <a:t>In the Format Background pane, select Picture or texture fill.</a:t>
            </a:r>
          </a:p>
          <a:p>
            <a:pPr marL="162900" indent="-162900" algn="l">
              <a:spcAft>
                <a:spcPts val="600"/>
              </a:spcAft>
              <a:buFont typeface="+mj-lt"/>
              <a:buAutoNum type="arabicPeriod"/>
            </a:pPr>
            <a:r>
              <a:rPr lang="en-US" sz="1000" noProof="0" dirty="0"/>
              <a:t>Select File.</a:t>
            </a:r>
          </a:p>
          <a:p>
            <a:pPr marL="162900" indent="-162900" algn="l">
              <a:spcAft>
                <a:spcPts val="600"/>
              </a:spcAft>
              <a:buFont typeface="+mj-lt"/>
              <a:buAutoNum type="arabicPeriod"/>
            </a:pPr>
            <a:r>
              <a:rPr lang="en-US" sz="1000" noProof="0" dirty="0"/>
              <a:t>In the Insert Picture dialog box, choose the picture you want to use and then select Insert.</a:t>
            </a:r>
          </a:p>
        </p:txBody>
      </p:sp>
    </p:spTree>
    <p:extLst>
      <p:ext uri="{BB962C8B-B14F-4D97-AF65-F5344CB8AC3E}">
        <p14:creationId xmlns:p14="http://schemas.microsoft.com/office/powerpoint/2010/main" val="19399523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Title/chapter, light blue">
    <p:bg>
      <p:bgPr>
        <a:solidFill>
          <a:schemeClr val="accent4"/>
        </a:solidFill>
        <a:effectLst/>
      </p:bgPr>
    </p:bg>
    <p:spTree>
      <p:nvGrpSpPr>
        <p:cNvPr id="1" name=""/>
        <p:cNvGrpSpPr/>
        <p:nvPr/>
      </p:nvGrpSpPr>
      <p:grpSpPr>
        <a:xfrm>
          <a:off x="0" y="0"/>
          <a:ext cx="0" cy="0"/>
          <a:chOff x="0" y="0"/>
          <a:chExt cx="0" cy="0"/>
        </a:xfrm>
      </p:grpSpPr>
      <p:pic>
        <p:nvPicPr>
          <p:cNvPr id="13" name="Bild 12">
            <a:extLst>
              <a:ext uri="{FF2B5EF4-FFF2-40B4-BE49-F238E27FC236}">
                <a16:creationId xmlns:a16="http://schemas.microsoft.com/office/drawing/2014/main" id="{90C470E2-DC28-87C0-F617-C04E8F72383B}"/>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FC84D86F-77A2-B649-9DAB-4D28280CD96F}"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330835917"/>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chapter, image,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75DBF22-A5DA-3B43-92C3-F6BCD51A4216}"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1950987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Title/chapter, sand">
    <p:bg>
      <p:bgPr>
        <a:solidFill>
          <a:schemeClr val="bg2"/>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3B3563A2-9CD9-4FFB-4072-1AE98552F239}"/>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0F5ACA-7455-4642-BFE0-35A3360E2D3F}"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689938952"/>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chapter, image,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237029E1-9B44-DE43-98B9-EBAFD8B9E3F1}"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Tree>
    <p:extLst>
      <p:ext uri="{BB962C8B-B14F-4D97-AF65-F5344CB8AC3E}">
        <p14:creationId xmlns:p14="http://schemas.microsoft.com/office/powerpoint/2010/main" val="3734903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secHead" preserve="1">
  <p:cSld name="Title/chapter, KTH blue">
    <p:bg>
      <p:bgPr>
        <a:solidFill>
          <a:schemeClr val="accent1"/>
        </a:solidFill>
        <a:effectLst/>
      </p:bgPr>
    </p:bg>
    <p:spTree>
      <p:nvGrpSpPr>
        <p:cNvPr id="1" name=""/>
        <p:cNvGrpSpPr/>
        <p:nvPr/>
      </p:nvGrpSpPr>
      <p:grpSpPr>
        <a:xfrm>
          <a:off x="0" y="0"/>
          <a:ext cx="0" cy="0"/>
          <a:chOff x="0" y="0"/>
          <a:chExt cx="0" cy="0"/>
        </a:xfrm>
      </p:grpSpPr>
      <p:pic>
        <p:nvPicPr>
          <p:cNvPr id="9" name="Bild 8">
            <a:extLst>
              <a:ext uri="{FF2B5EF4-FFF2-40B4-BE49-F238E27FC236}">
                <a16:creationId xmlns:a16="http://schemas.microsoft.com/office/drawing/2014/main" id="{BD7C2495-EEC2-B0B4-E314-5E0AAC7DA05C}"/>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pic>
        <p:nvPicPr>
          <p:cNvPr id="8" name="Bild 7">
            <a:extLst>
              <a:ext uri="{FF2B5EF4-FFF2-40B4-BE49-F238E27FC236}">
                <a16:creationId xmlns:a16="http://schemas.microsoft.com/office/drawing/2014/main" id="{2A6CC77B-C027-6CAF-7D4C-2E3A15A51698}"/>
              </a:ext>
            </a:extLst>
          </p:cNvPr>
          <p:cNvPicPr>
            <a:picLocks noChangeAspect="1"/>
          </p:cNvPicPr>
          <p:nvPr userDrawn="1"/>
        </p:nvPicPr>
        <p:blipFill>
          <a:blip r:embed="rId4">
            <a:extLst>
              <a:ext uri="{96DAC541-7B7A-43D3-8B79-37D633B846F1}">
                <asvg:svgBlip xmlns:asvg="http://schemas.microsoft.com/office/drawing/2016/SVG/main" xmlns="" r:embed="rId5"/>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EECCBBAF-5C49-D145-9814-61A8103632A9}"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Tree>
    <p:extLst>
      <p:ext uri="{BB962C8B-B14F-4D97-AF65-F5344CB8AC3E}">
        <p14:creationId xmlns:p14="http://schemas.microsoft.com/office/powerpoint/2010/main" val="10967796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KTH blue">
    <p:bg>
      <p:bgPr>
        <a:solidFill>
          <a:schemeClr val="accent1"/>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lvl1pPr>
              <a:defRPr>
                <a:solidFill>
                  <a:schemeClr val="bg1"/>
                </a:solidFill>
              </a:defRPr>
            </a:lvl1pPr>
          </a:lstStyle>
          <a:p>
            <a:fld id="{823D8581-A4D9-BE4A-AEA5-9282CF05EB42}"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lvl1pPr>
              <a:defRPr>
                <a:solidFill>
                  <a:schemeClr val="bg1"/>
                </a:solidFill>
              </a:defRPr>
            </a:lvl1pPr>
          </a:lstStyle>
          <a:p>
            <a:r>
              <a:rPr lang="sv-SE"/>
              <a:t>Presentation footer</a:t>
            </a:r>
          </a:p>
        </p:txBody>
      </p:sp>
      <p:pic>
        <p:nvPicPr>
          <p:cNvPr id="9" name="Bild 8">
            <a:extLst>
              <a:ext uri="{FF2B5EF4-FFF2-40B4-BE49-F238E27FC236}">
                <a16:creationId xmlns:a16="http://schemas.microsoft.com/office/drawing/2014/main" id="{B9CCB106-B724-D4FC-9180-F2081684D467}"/>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3070710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secHead" preserve="1">
  <p:cSld name="Title/chapter, navy blue">
    <p:bg>
      <p:bgPr>
        <a:solidFill>
          <a:schemeClr val="accent3"/>
        </a:solidFill>
        <a:effectLst/>
      </p:bgPr>
    </p:bg>
    <p:spTree>
      <p:nvGrpSpPr>
        <p:cNvPr id="1" name=""/>
        <p:cNvGrpSpPr/>
        <p:nvPr/>
      </p:nvGrpSpPr>
      <p:grpSpPr>
        <a:xfrm>
          <a:off x="0" y="0"/>
          <a:ext cx="0" cy="0"/>
          <a:chOff x="0" y="0"/>
          <a:chExt cx="0" cy="0"/>
        </a:xfrm>
      </p:grpSpPr>
      <p:pic>
        <p:nvPicPr>
          <p:cNvPr id="8" name="Bild 7">
            <a:extLst>
              <a:ext uri="{FF2B5EF4-FFF2-40B4-BE49-F238E27FC236}">
                <a16:creationId xmlns:a16="http://schemas.microsoft.com/office/drawing/2014/main" id="{E5884329-1698-379E-55B0-296699708BB2}"/>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0" y="0"/>
            <a:ext cx="12192000" cy="6858000"/>
          </a:xfrm>
          <a:prstGeom prst="rect">
            <a:avLst/>
          </a:prstGeom>
        </p:spPr>
      </p:pic>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7218363" cy="2852737"/>
          </a:xfrm>
        </p:spPr>
        <p:txBody>
          <a:bodyPr anchor="b"/>
          <a:lstStyle>
            <a:lvl1pPr>
              <a:defRPr sz="60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7218363" cy="863600"/>
          </a:xfrm>
        </p:spPr>
        <p:txBody>
          <a:bodyPr/>
          <a:lstStyle>
            <a:lvl1pPr marL="0" indent="0">
              <a:buNone/>
              <a:defRPr sz="24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08C894E9-0885-714C-A367-BDC2DC59BB91}"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pic>
        <p:nvPicPr>
          <p:cNvPr id="9" name="Bild 8">
            <a:extLst>
              <a:ext uri="{FF2B5EF4-FFF2-40B4-BE49-F238E27FC236}">
                <a16:creationId xmlns:a16="http://schemas.microsoft.com/office/drawing/2014/main" id="{E3DA9A33-1CAA-3164-6E44-47421CD08E03}"/>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650629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Title/chapter, image, navy blue">
    <p:bg>
      <p:bgPr>
        <a:solidFill>
          <a:schemeClr val="accent3"/>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08FF4B0F-EDDD-A22D-72B1-38F4939D3C89}"/>
              </a:ext>
            </a:extLst>
          </p:cNvPr>
          <p:cNvSpPr>
            <a:spLocks noGrp="1"/>
          </p:cNvSpPr>
          <p:nvPr>
            <p:ph type="title"/>
          </p:nvPr>
        </p:nvSpPr>
        <p:spPr>
          <a:xfrm>
            <a:off x="600074" y="2218797"/>
            <a:ext cx="5314951" cy="2852737"/>
          </a:xfrm>
        </p:spPr>
        <p:txBody>
          <a:bodyPr anchor="b"/>
          <a:lstStyle>
            <a:lvl1pPr>
              <a:defRPr sz="5400">
                <a:solidFill>
                  <a:schemeClr val="bg1"/>
                </a:solidFill>
              </a:defRPr>
            </a:lvl1p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D2F2B0C3-2BAB-6502-DD24-88356B839479}"/>
              </a:ext>
            </a:extLst>
          </p:cNvPr>
          <p:cNvSpPr>
            <a:spLocks noGrp="1"/>
          </p:cNvSpPr>
          <p:nvPr>
            <p:ph type="body" idx="1"/>
          </p:nvPr>
        </p:nvSpPr>
        <p:spPr>
          <a:xfrm>
            <a:off x="600074" y="5226050"/>
            <a:ext cx="5314951" cy="863600"/>
          </a:xfrm>
        </p:spPr>
        <p:txBody>
          <a:bodyPr/>
          <a:lstStyle>
            <a:lvl1pPr marL="0" indent="0">
              <a:buNone/>
              <a:defRPr sz="2000">
                <a:solidFill>
                  <a:schemeClr val="accent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8" name="Platshållare för bild 2">
            <a:extLst>
              <a:ext uri="{FF2B5EF4-FFF2-40B4-BE49-F238E27FC236}">
                <a16:creationId xmlns:a16="http://schemas.microsoft.com/office/drawing/2014/main" id="{34F955E2-AB95-AB55-6363-04426A618FC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solidFill>
                  <a:schemeClr val="bg1"/>
                </a:solidFill>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6" name="Platshållare för bildnummer 2">
            <a:extLst>
              <a:ext uri="{FF2B5EF4-FFF2-40B4-BE49-F238E27FC236}">
                <a16:creationId xmlns:a16="http://schemas.microsoft.com/office/drawing/2014/main" id="{D29BC8E8-F5C8-822E-801D-9D7D18708ADC}"/>
              </a:ext>
            </a:extLst>
          </p:cNvPr>
          <p:cNvSpPr>
            <a:spLocks noGrp="1"/>
          </p:cNvSpPr>
          <p:nvPr>
            <p:ph type="sldNum" sz="quarter" idx="12"/>
          </p:nvPr>
        </p:nvSpPr>
        <p:spPr/>
        <p:txBody>
          <a:bodyPr/>
          <a:lstStyle/>
          <a:p>
            <a:fld id="{B716C8F4-20CD-364A-8A8E-DE130115B178}" type="slidenum">
              <a:rPr lang="sv-SE" smtClean="0"/>
              <a:t>‹#›</a:t>
            </a:fld>
            <a:endParaRPr lang="sv-SE"/>
          </a:p>
        </p:txBody>
      </p:sp>
      <p:sp>
        <p:nvSpPr>
          <p:cNvPr id="4" name="Platshållare för datum 3">
            <a:extLst>
              <a:ext uri="{FF2B5EF4-FFF2-40B4-BE49-F238E27FC236}">
                <a16:creationId xmlns:a16="http://schemas.microsoft.com/office/drawing/2014/main" id="{F851E848-251E-E2DA-7C4F-1D00914218D5}"/>
              </a:ext>
            </a:extLst>
          </p:cNvPr>
          <p:cNvSpPr>
            <a:spLocks noGrp="1"/>
          </p:cNvSpPr>
          <p:nvPr>
            <p:ph type="dt" sz="half" idx="10"/>
          </p:nvPr>
        </p:nvSpPr>
        <p:spPr/>
        <p:txBody>
          <a:bodyPr/>
          <a:lstStyle/>
          <a:p>
            <a:fld id="{E926FF3D-704F-D246-9E92-4739AF4BF32C}" type="datetime1">
              <a:rPr lang="sv-SE" smtClean="0"/>
              <a:t>2025-05-13</a:t>
            </a:fld>
            <a:endParaRPr lang="sv-SE"/>
          </a:p>
        </p:txBody>
      </p:sp>
      <p:sp>
        <p:nvSpPr>
          <p:cNvPr id="5" name="Platshållare för sidfot 4">
            <a:extLst>
              <a:ext uri="{FF2B5EF4-FFF2-40B4-BE49-F238E27FC236}">
                <a16:creationId xmlns:a16="http://schemas.microsoft.com/office/drawing/2014/main" id="{7B17E8BE-A4A4-85C9-B892-43238732B056}"/>
              </a:ext>
            </a:extLst>
          </p:cNvPr>
          <p:cNvSpPr>
            <a:spLocks noGrp="1"/>
          </p:cNvSpPr>
          <p:nvPr>
            <p:ph type="ftr" sz="quarter" idx="11"/>
          </p:nvPr>
        </p:nvSpPr>
        <p:spPr/>
        <p:txBody>
          <a:bodyPr/>
          <a:lstStyle/>
          <a:p>
            <a:r>
              <a:rPr lang="sv-SE"/>
              <a:t>Presentation footer</a:t>
            </a:r>
          </a:p>
        </p:txBody>
      </p:sp>
      <p:pic>
        <p:nvPicPr>
          <p:cNvPr id="9" name="Bild 8">
            <a:extLst>
              <a:ext uri="{FF2B5EF4-FFF2-40B4-BE49-F238E27FC236}">
                <a16:creationId xmlns:a16="http://schemas.microsoft.com/office/drawing/2014/main" id="{EACB4A23-3C87-4C5A-07DC-8116B46C6C7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Tree>
    <p:extLst>
      <p:ext uri="{BB962C8B-B14F-4D97-AF65-F5344CB8AC3E}">
        <p14:creationId xmlns:p14="http://schemas.microsoft.com/office/powerpoint/2010/main" val="25929940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Headline and conten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2025-05-13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78780645"/>
      </p:ext>
    </p:extLst>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Headline and content, blue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795850"/>
            <a:ext cx="8805181"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E2AD36EE-D7EC-624A-BB6C-F8DADCB0E6B6}" type="datetime1">
              <a:rPr lang="sv-SE" smtClean="0"/>
              <a:t>2025-05-13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027229708"/>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Headline and content, sand lines">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CEEB1428-F34F-9743-B7C9-0212F6B23615}" type="datetime1">
              <a:rPr lang="sv-SE" smtClean="0"/>
              <a:t>2025-05-13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108309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Headline and content, light blue ">
    <p:bg>
      <p:bgPr>
        <a:solidFill>
          <a:schemeClr val="accent4"/>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805182"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117AD585-73D1-4C4C-9D7C-030D27625895}" type="datetime1">
              <a:rPr lang="sv-SE" smtClean="0"/>
              <a:t>2025-05-13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526984783"/>
      </p:ext>
    </p:extLst>
  </p:cSld>
  <p:clrMapOvr>
    <a:masterClrMapping/>
  </p:clrMapOvr>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Headline and content, sand">
    <p:bg>
      <p:bgPr>
        <a:solidFill>
          <a:schemeClr val="bg2"/>
        </a:solidFill>
        <a:effectLst/>
      </p:bgPr>
    </p:bg>
    <p:spTree>
      <p:nvGrpSpPr>
        <p:cNvPr id="1" name=""/>
        <p:cNvGrpSpPr/>
        <p:nvPr/>
      </p:nvGrpSpPr>
      <p:grpSpPr>
        <a:xfrm>
          <a:off x="0" y="0"/>
          <a:ext cx="0" cy="0"/>
          <a:chOff x="0" y="0"/>
          <a:chExt cx="0" cy="0"/>
        </a:xfrm>
      </p:grpSpPr>
      <p:pic>
        <p:nvPicPr>
          <p:cNvPr id="7" name="Bild 6">
            <a:extLst>
              <a:ext uri="{FF2B5EF4-FFF2-40B4-BE49-F238E27FC236}">
                <a16:creationId xmlns:a16="http://schemas.microsoft.com/office/drawing/2014/main" id="{DF729698-E3F7-5571-57F4-6705C007B1EC}"/>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p:txBody>
          <a:bodyPr/>
          <a:lstStyle/>
          <a:p>
            <a:r>
              <a:rPr lang="en-US" smtClean="0"/>
              <a:t>Click to edit Master title style</a:t>
            </a:r>
            <a:endParaRPr lang="sv-SE"/>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6" y="1795850"/>
            <a:ext cx="8750754" cy="453030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07E8514D-D455-9E46-BC18-4265F6A85EC5}" type="datetime1">
              <a:rPr lang="sv-SE" smtClean="0"/>
              <a:t>2025-05-13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3850852257"/>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part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14959C9-2F76-B9B0-59E8-58FE65006E5D}"/>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902AE670-4D80-39DE-5AAA-236D68C5E4FE}"/>
              </a:ext>
            </a:extLst>
          </p:cNvPr>
          <p:cNvSpPr>
            <a:spLocks noGrp="1"/>
          </p:cNvSpPr>
          <p:nvPr>
            <p:ph sz="half" idx="1"/>
          </p:nvPr>
        </p:nvSpPr>
        <p:spPr>
          <a:xfrm>
            <a:off x="600075" y="1795850"/>
            <a:ext cx="5314950" cy="453192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4" name="Platshållare för innehåll 3">
            <a:extLst>
              <a:ext uri="{FF2B5EF4-FFF2-40B4-BE49-F238E27FC236}">
                <a16:creationId xmlns:a16="http://schemas.microsoft.com/office/drawing/2014/main" id="{540C6723-9D57-3BE7-0314-142789CF9371}"/>
              </a:ext>
            </a:extLst>
          </p:cNvPr>
          <p:cNvSpPr>
            <a:spLocks noGrp="1"/>
          </p:cNvSpPr>
          <p:nvPr>
            <p:ph sz="half" idx="2"/>
          </p:nvPr>
        </p:nvSpPr>
        <p:spPr>
          <a:xfrm>
            <a:off x="6275388" y="1795851"/>
            <a:ext cx="5314950" cy="453192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datum 4">
            <a:extLst>
              <a:ext uri="{FF2B5EF4-FFF2-40B4-BE49-F238E27FC236}">
                <a16:creationId xmlns:a16="http://schemas.microsoft.com/office/drawing/2014/main" id="{E2533F65-F144-E57C-127B-9A8D7ABE671A}"/>
              </a:ext>
            </a:extLst>
          </p:cNvPr>
          <p:cNvSpPr>
            <a:spLocks noGrp="1"/>
          </p:cNvSpPr>
          <p:nvPr>
            <p:ph type="dt" sz="half" idx="10"/>
          </p:nvPr>
        </p:nvSpPr>
        <p:spPr/>
        <p:txBody>
          <a:bodyPr/>
          <a:lstStyle/>
          <a:p>
            <a:fld id="{A67A58AE-A0B6-FF4E-B30B-64917FEAC316}" type="datetime1">
              <a:rPr lang="sv-SE" smtClean="0"/>
              <a:t>2025-05-13</a:t>
            </a:fld>
            <a:endParaRPr lang="sv-SE"/>
          </a:p>
        </p:txBody>
      </p:sp>
      <p:sp>
        <p:nvSpPr>
          <p:cNvPr id="6" name="Platshållare för sidfot 5">
            <a:extLst>
              <a:ext uri="{FF2B5EF4-FFF2-40B4-BE49-F238E27FC236}">
                <a16:creationId xmlns:a16="http://schemas.microsoft.com/office/drawing/2014/main" id="{F6C0DB15-F374-5A00-4880-4AA76C675F94}"/>
              </a:ext>
            </a:extLst>
          </p:cNvPr>
          <p:cNvSpPr>
            <a:spLocks noGrp="1"/>
          </p:cNvSpPr>
          <p:nvPr>
            <p:ph type="ftr" sz="quarter" idx="11"/>
          </p:nvPr>
        </p:nvSpPr>
        <p:spPr/>
        <p:txBody>
          <a:bodyPr/>
          <a:lstStyle/>
          <a:p>
            <a:r>
              <a:rPr lang="sv-SE"/>
              <a:t>Presentation footer</a:t>
            </a:r>
          </a:p>
        </p:txBody>
      </p:sp>
      <p:sp>
        <p:nvSpPr>
          <p:cNvPr id="7" name="Platshållare för bildnummer 6">
            <a:extLst>
              <a:ext uri="{FF2B5EF4-FFF2-40B4-BE49-F238E27FC236}">
                <a16:creationId xmlns:a16="http://schemas.microsoft.com/office/drawing/2014/main" id="{12539EF3-2889-FC04-31FC-8AF48EAFC002}"/>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54870510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parts, subheader">
    <p:spTree>
      <p:nvGrpSpPr>
        <p:cNvPr id="1" name=""/>
        <p:cNvGrpSpPr/>
        <p:nvPr/>
      </p:nvGrpSpPr>
      <p:grpSpPr>
        <a:xfrm>
          <a:off x="0" y="0"/>
          <a:ext cx="0" cy="0"/>
          <a:chOff x="0" y="0"/>
          <a:chExt cx="0" cy="0"/>
        </a:xfrm>
      </p:grpSpPr>
      <p:sp>
        <p:nvSpPr>
          <p:cNvPr id="10" name="Rubrik 9">
            <a:extLst>
              <a:ext uri="{FF2B5EF4-FFF2-40B4-BE49-F238E27FC236}">
                <a16:creationId xmlns:a16="http://schemas.microsoft.com/office/drawing/2014/main" id="{C63C1EB8-E569-DA98-4D95-5FC12FB4C459}"/>
              </a:ext>
            </a:extLst>
          </p:cNvPr>
          <p:cNvSpPr>
            <a:spLocks noGrp="1"/>
          </p:cNvSpPr>
          <p:nvPr>
            <p:ph type="title"/>
          </p:nvPr>
        </p:nvSpPr>
        <p:spPr/>
        <p:txBody>
          <a:bodyPr/>
          <a:lstStyle/>
          <a:p>
            <a:r>
              <a:rPr lang="en-US" smtClean="0"/>
              <a:t>Click to edit Master title style</a:t>
            </a:r>
            <a:endParaRPr lang="sv-SE" dirty="0"/>
          </a:p>
        </p:txBody>
      </p:sp>
      <p:sp>
        <p:nvSpPr>
          <p:cNvPr id="3" name="Platshållare för text 2">
            <a:extLst>
              <a:ext uri="{FF2B5EF4-FFF2-40B4-BE49-F238E27FC236}">
                <a16:creationId xmlns:a16="http://schemas.microsoft.com/office/drawing/2014/main" id="{8DE1978A-D59D-BEB3-3574-B37CA68E4323}"/>
              </a:ext>
            </a:extLst>
          </p:cNvPr>
          <p:cNvSpPr>
            <a:spLocks noGrp="1"/>
          </p:cNvSpPr>
          <p:nvPr>
            <p:ph type="body" idx="1"/>
          </p:nvPr>
        </p:nvSpPr>
        <p:spPr>
          <a:xfrm>
            <a:off x="600075"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Platshållare för innehåll 3">
            <a:extLst>
              <a:ext uri="{FF2B5EF4-FFF2-40B4-BE49-F238E27FC236}">
                <a16:creationId xmlns:a16="http://schemas.microsoft.com/office/drawing/2014/main" id="{3FDE66B4-4491-C676-4004-9327D92F0111}"/>
              </a:ext>
            </a:extLst>
          </p:cNvPr>
          <p:cNvSpPr>
            <a:spLocks noGrp="1"/>
          </p:cNvSpPr>
          <p:nvPr>
            <p:ph sz="half" idx="2"/>
          </p:nvPr>
        </p:nvSpPr>
        <p:spPr>
          <a:xfrm>
            <a:off x="600075" y="2179165"/>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5" name="Platshållare för text 4">
            <a:extLst>
              <a:ext uri="{FF2B5EF4-FFF2-40B4-BE49-F238E27FC236}">
                <a16:creationId xmlns:a16="http://schemas.microsoft.com/office/drawing/2014/main" id="{F55884CC-21E7-90D7-61AB-0459599D097A}"/>
              </a:ext>
            </a:extLst>
          </p:cNvPr>
          <p:cNvSpPr>
            <a:spLocks noGrp="1"/>
          </p:cNvSpPr>
          <p:nvPr>
            <p:ph type="body" sz="quarter" idx="3"/>
          </p:nvPr>
        </p:nvSpPr>
        <p:spPr>
          <a:xfrm>
            <a:off x="6275388" y="1797111"/>
            <a:ext cx="5314950" cy="319971"/>
          </a:xfrm>
        </p:spPr>
        <p:txBody>
          <a:bodyPr anchor="b">
            <a:noAutofit/>
          </a:bodyPr>
          <a:lstStyle>
            <a:lvl1pPr marL="0" indent="0">
              <a:buNone/>
              <a:defRPr sz="1800" b="1">
                <a:solidFill>
                  <a:schemeClr val="accent1"/>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Platshållare för innehåll 5">
            <a:extLst>
              <a:ext uri="{FF2B5EF4-FFF2-40B4-BE49-F238E27FC236}">
                <a16:creationId xmlns:a16="http://schemas.microsoft.com/office/drawing/2014/main" id="{C9A9E6FC-CBB8-1BD8-F388-D4BAEC7E1F13}"/>
              </a:ext>
            </a:extLst>
          </p:cNvPr>
          <p:cNvSpPr>
            <a:spLocks noGrp="1"/>
          </p:cNvSpPr>
          <p:nvPr>
            <p:ph sz="quarter" idx="4"/>
          </p:nvPr>
        </p:nvSpPr>
        <p:spPr>
          <a:xfrm>
            <a:off x="6275388" y="2179163"/>
            <a:ext cx="5314950" cy="414861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datum 6">
            <a:extLst>
              <a:ext uri="{FF2B5EF4-FFF2-40B4-BE49-F238E27FC236}">
                <a16:creationId xmlns:a16="http://schemas.microsoft.com/office/drawing/2014/main" id="{CAFDD56A-1297-3792-8143-D555882FE2CA}"/>
              </a:ext>
            </a:extLst>
          </p:cNvPr>
          <p:cNvSpPr>
            <a:spLocks noGrp="1"/>
          </p:cNvSpPr>
          <p:nvPr>
            <p:ph type="dt" sz="half" idx="10"/>
          </p:nvPr>
        </p:nvSpPr>
        <p:spPr/>
        <p:txBody>
          <a:bodyPr/>
          <a:lstStyle/>
          <a:p>
            <a:fld id="{3626A2DA-BD88-784C-A132-57FFB928491A}" type="datetime1">
              <a:rPr lang="sv-SE" smtClean="0"/>
              <a:t>2025-05-13</a:t>
            </a:fld>
            <a:endParaRPr lang="sv-SE"/>
          </a:p>
        </p:txBody>
      </p:sp>
      <p:sp>
        <p:nvSpPr>
          <p:cNvPr id="8" name="Platshållare för sidfot 7">
            <a:extLst>
              <a:ext uri="{FF2B5EF4-FFF2-40B4-BE49-F238E27FC236}">
                <a16:creationId xmlns:a16="http://schemas.microsoft.com/office/drawing/2014/main" id="{A57BD6EF-A167-CE86-7A77-2162641605FD}"/>
              </a:ext>
            </a:extLst>
          </p:cNvPr>
          <p:cNvSpPr>
            <a:spLocks noGrp="1"/>
          </p:cNvSpPr>
          <p:nvPr>
            <p:ph type="ftr" sz="quarter" idx="11"/>
          </p:nvPr>
        </p:nvSpPr>
        <p:spPr/>
        <p:txBody>
          <a:bodyPr/>
          <a:lstStyle/>
          <a:p>
            <a:r>
              <a:rPr lang="sv-SE"/>
              <a:t>Presentation footer</a:t>
            </a:r>
          </a:p>
        </p:txBody>
      </p:sp>
      <p:sp>
        <p:nvSpPr>
          <p:cNvPr id="9" name="Platshållare för bildnummer 8">
            <a:extLst>
              <a:ext uri="{FF2B5EF4-FFF2-40B4-BE49-F238E27FC236}">
                <a16:creationId xmlns:a16="http://schemas.microsoft.com/office/drawing/2014/main" id="{CDB4B22B-EE55-F7F6-4734-928F7B66EC5D}"/>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197619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7" name="Rubrik 6">
            <a:extLst>
              <a:ext uri="{FF2B5EF4-FFF2-40B4-BE49-F238E27FC236}">
                <a16:creationId xmlns:a16="http://schemas.microsoft.com/office/drawing/2014/main" id="{9B9D78B8-14EA-7C8B-0F6E-5FC0A61A7676}"/>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6" name="Platshållare för innehåll 2">
            <a:extLst>
              <a:ext uri="{FF2B5EF4-FFF2-40B4-BE49-F238E27FC236}">
                <a16:creationId xmlns:a16="http://schemas.microsoft.com/office/drawing/2014/main" id="{C8E71948-DDFC-93D6-07D4-FA5E9923A9C4}"/>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2">
            <a:extLst>
              <a:ext uri="{FF2B5EF4-FFF2-40B4-BE49-F238E27FC236}">
                <a16:creationId xmlns:a16="http://schemas.microsoft.com/office/drawing/2014/main" id="{A51C4AA9-7CC2-70C9-89B3-A18AC9ECAA35}"/>
              </a:ext>
            </a:extLst>
          </p:cNvPr>
          <p:cNvSpPr>
            <a:spLocks noGrp="1"/>
          </p:cNvSpPr>
          <p:nvPr>
            <p:ph type="pic" sz="quarter" idx="13" hasCustomPrompt="1"/>
          </p:nvPr>
        </p:nvSpPr>
        <p:spPr>
          <a:xfrm>
            <a:off x="6096000" y="0"/>
            <a:ext cx="6096000" cy="6858000"/>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AC15C714-122B-4048-9D2D-1F5A3BEA504A}"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6226858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mparison, light blue">
    <p:bg>
      <p:bgPr>
        <a:solidFill>
          <a:schemeClr val="accent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E53B21-3BB0-7776-1C8F-14570934732F}"/>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0" name="Rubrik 1">
            <a:extLst>
              <a:ext uri="{FF2B5EF4-FFF2-40B4-BE49-F238E27FC236}">
                <a16:creationId xmlns:a16="http://schemas.microsoft.com/office/drawing/2014/main" id="{70BAD773-C5A8-1DD6-DAEF-296346C1E1B4}"/>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8" name="Platshållare för innehåll 1">
            <a:extLst>
              <a:ext uri="{FF2B5EF4-FFF2-40B4-BE49-F238E27FC236}">
                <a16:creationId xmlns:a16="http://schemas.microsoft.com/office/drawing/2014/main" id="{9E21FC13-6345-3248-A947-DE8A8903EE8D}"/>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11" name="Rubrik 2">
            <a:extLst>
              <a:ext uri="{FF2B5EF4-FFF2-40B4-BE49-F238E27FC236}">
                <a16:creationId xmlns:a16="http://schemas.microsoft.com/office/drawing/2014/main" id="{45E054D9-4635-C7AD-5248-012C9290BBA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9" name="Platshållare för innehåll 2">
            <a:extLst>
              <a:ext uri="{FF2B5EF4-FFF2-40B4-BE49-F238E27FC236}">
                <a16:creationId xmlns:a16="http://schemas.microsoft.com/office/drawing/2014/main" id="{08973148-6FE0-2E5B-CDAC-B5A8EFA5DCA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EE5E874D-60F8-8B45-B36B-3029A6FA7FCB}"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17942511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mparison, sand">
    <p:bg>
      <p:bgPr>
        <a:solidFill>
          <a:schemeClr val="bg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D98A3471-E78E-5A25-CDCD-A70A1BA88DD1}"/>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A2A70668-AB85-7E63-22C0-B9431D72BC07}"/>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65773533-9418-9BC8-07BE-DE1982D8EE15}"/>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592051F6-14B7-8364-56E9-FC036767257B}"/>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F2B79C1-A27F-5DA9-D1F0-FC96C9A68BC7}"/>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7FE3A002-8AA0-194E-81B1-1ADE5B52840E}"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6169482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KTH blue">
    <p:bg>
      <p:bgPr>
        <a:solidFill>
          <a:schemeClr val="accent1"/>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83C6AD54-EED3-3960-39F1-6C44C49ED29A}"/>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3B85E6DD-F8DF-4BBD-E46A-52EC6D703C63}"/>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DD1CE06C-E8A4-9360-B155-3B7D11D411E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CC32D746-BC2A-D4E0-4FDE-8026A3339744}"/>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0B6CAC2E-851A-9B60-91F5-AEEA25AB753E}"/>
              </a:ext>
            </a:extLst>
          </p:cNvPr>
          <p:cNvSpPr>
            <a:spLocks noGrp="1"/>
          </p:cNvSpPr>
          <p:nvPr>
            <p:ph sz="half" idx="13"/>
          </p:nvPr>
        </p:nvSpPr>
        <p:spPr>
          <a:xfrm>
            <a:off x="6661947" y="2281473"/>
            <a:ext cx="4928391" cy="4046300"/>
          </a:xfrm>
        </p:spPr>
        <p:txBody>
          <a:bodyPr/>
          <a:lstStyle>
            <a:lvl1pPr>
              <a:buClr>
                <a:schemeClr val="accent2"/>
              </a:buClr>
              <a:defRPr>
                <a:solidFill>
                  <a:schemeClr val="bg1"/>
                </a:solidFill>
              </a:defRPr>
            </a:lvl1pPr>
            <a:lvl2pPr>
              <a:buClr>
                <a:schemeClr val="accent2"/>
              </a:buClr>
              <a:defRPr>
                <a:solidFill>
                  <a:schemeClr val="bg1"/>
                </a:solidFill>
              </a:defRPr>
            </a:lvl2pPr>
            <a:lvl3pPr>
              <a:buClr>
                <a:schemeClr val="accent2"/>
              </a:buClr>
              <a:defRPr>
                <a:solidFill>
                  <a:schemeClr val="bg1"/>
                </a:solidFill>
              </a:defRPr>
            </a:lvl3pPr>
            <a:lvl4pPr>
              <a:buClr>
                <a:schemeClr val="accent2"/>
              </a:buClr>
              <a:defRPr>
                <a:solidFill>
                  <a:schemeClr val="bg1"/>
                </a:solidFill>
              </a:defRPr>
            </a:lvl4pPr>
            <a:lvl5pPr>
              <a:buClr>
                <a:schemeClr val="accent2"/>
              </a:buCl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B003E109-5503-A446-83DE-4F0349794E27}"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37156728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mparison, navy blue">
    <p:bg>
      <p:bgPr>
        <a:solidFill>
          <a:schemeClr val="tx2"/>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4BFF3707-BCF8-3B40-4A6E-BB485A3058DD}"/>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7E30C4E1-FD13-FB51-43E8-4F36CF652781}"/>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3" name="Platshållare för innehåll 1">
            <a:extLst>
              <a:ext uri="{FF2B5EF4-FFF2-40B4-BE49-F238E27FC236}">
                <a16:creationId xmlns:a16="http://schemas.microsoft.com/office/drawing/2014/main" id="{E649F8F8-B8DB-7C5C-A600-75F519BA5D5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D24132AE-47F1-716B-6975-B6DE84BD7143}"/>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bg1"/>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C2860E0A-4616-275E-6EEB-5B0EBBD9F7E3}"/>
              </a:ext>
            </a:extLst>
          </p:cNvPr>
          <p:cNvSpPr>
            <a:spLocks noGrp="1"/>
          </p:cNvSpPr>
          <p:nvPr>
            <p:ph sz="half" idx="13"/>
          </p:nvPr>
        </p:nvSpPr>
        <p:spPr>
          <a:xfrm>
            <a:off x="6661947" y="2281473"/>
            <a:ext cx="4928391" cy="40463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1F9706F9-3770-3C47-9C0E-E405B1F87DBD}"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3430972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mparison, green">
    <p:bg>
      <p:bgPr>
        <a:solidFill>
          <a:srgbClr val="C7EBBA"/>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3C498978-27A1-BC36-D1C0-F12E64FC5C0E}"/>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58CDF499-9790-E8A2-3B44-8DDFA267A94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86430320-1A4F-412F-300A-456151767E30}"/>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B510906-94F4-6B14-FDC7-76CDBAF81A19}"/>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334025BC-079F-EA86-F798-CAD6618E645E}"/>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8E503FC7-D8F6-4243-8CCB-9A739180F56A}"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121250254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mparison, teal">
    <p:bg>
      <p:bgPr>
        <a:solidFill>
          <a:srgbClr val="B2E0E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925A3E22-BA62-7F69-450C-20B52F594B7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E1E07B9C-02BD-AC56-ABC5-455CEBB24ACF}"/>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22D67319-CD30-B99B-C636-4905BD0CE9D9}"/>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FE151B58-3B63-330E-7BE5-9A36F8D82000}"/>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1BA7EFEF-D6C1-C9F7-8504-107188FC0566}"/>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9719EDF7-C24A-7E4C-9EBB-98C778ECC35A}"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390621745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mparison, red">
    <p:bg>
      <p:bgPr>
        <a:solidFill>
          <a:srgbClr val="FFCCC4"/>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0A12FA56-217E-78A9-0201-C28109AB8E9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214F56B9-DEF6-409D-736C-E96172170452}"/>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C0ECC4A3-C076-B625-7E77-9DE3F047B9BB}"/>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0A9AF8D0-B58B-0439-D162-96136F7DA0C7}"/>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BC163C54-5959-5606-C36B-9E364C931E73}"/>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DB96772-CADE-B345-804B-3DF93A11AE0A}"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4178440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mparison, yellow">
    <p:bg>
      <p:bgPr>
        <a:solidFill>
          <a:srgbClr val="FFF0B0"/>
        </a:solidFill>
        <a:effectLst/>
      </p:bgPr>
    </p:bg>
    <p:spTree>
      <p:nvGrpSpPr>
        <p:cNvPr id="1" name=""/>
        <p:cNvGrpSpPr/>
        <p:nvPr/>
      </p:nvGrpSpPr>
      <p:grpSpPr>
        <a:xfrm>
          <a:off x="0" y="0"/>
          <a:ext cx="0" cy="0"/>
          <a:chOff x="0" y="0"/>
          <a:chExt cx="0" cy="0"/>
        </a:xfrm>
      </p:grpSpPr>
      <p:sp>
        <p:nvSpPr>
          <p:cNvPr id="12" name="Rektangel 11">
            <a:extLst>
              <a:ext uri="{FF2B5EF4-FFF2-40B4-BE49-F238E27FC236}">
                <a16:creationId xmlns:a16="http://schemas.microsoft.com/office/drawing/2014/main" id="{D397E574-764C-83EF-BF38-E62B63590B09}"/>
              </a:ext>
            </a:extLst>
          </p:cNvPr>
          <p:cNvSpPr/>
          <p:nvPr userDrawn="1"/>
        </p:nvSpPr>
        <p:spPr>
          <a:xfrm>
            <a:off x="0" y="0"/>
            <a:ext cx="6096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pic>
        <p:nvPicPr>
          <p:cNvPr id="7" name="Bild 6">
            <a:extLst>
              <a:ext uri="{FF2B5EF4-FFF2-40B4-BE49-F238E27FC236}">
                <a16:creationId xmlns:a16="http://schemas.microsoft.com/office/drawing/2014/main" id="{A5D08FD5-CEDA-760E-6063-D0EA59B0D67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tretch>
            <a:fillRect/>
          </a:stretch>
        </p:blipFill>
        <p:spPr>
          <a:xfrm>
            <a:off x="182681" y="164553"/>
            <a:ext cx="648592" cy="725806"/>
          </a:xfrm>
          <a:prstGeom prst="rect">
            <a:avLst/>
          </a:prstGeom>
        </p:spPr>
      </p:pic>
      <p:sp>
        <p:nvSpPr>
          <p:cNvPr id="14" name="Rubrik 1">
            <a:extLst>
              <a:ext uri="{FF2B5EF4-FFF2-40B4-BE49-F238E27FC236}">
                <a16:creationId xmlns:a16="http://schemas.microsoft.com/office/drawing/2014/main" id="{F9485CCE-1723-48F8-36F7-B271C8911C85}"/>
              </a:ext>
            </a:extLst>
          </p:cNvPr>
          <p:cNvSpPr>
            <a:spLocks noGrp="1"/>
          </p:cNvSpPr>
          <p:nvPr>
            <p:ph type="title"/>
          </p:nvPr>
        </p:nvSpPr>
        <p:spPr>
          <a:xfrm>
            <a:off x="600076" y="1095632"/>
            <a:ext cx="4929982" cy="977612"/>
          </a:xfrm>
        </p:spPr>
        <p:txBody>
          <a:bodyPr/>
          <a:lstStyle/>
          <a:p>
            <a:r>
              <a:rPr lang="en-US" smtClean="0"/>
              <a:t>Click to edit Master title style</a:t>
            </a:r>
            <a:endParaRPr lang="sv-SE" dirty="0"/>
          </a:p>
        </p:txBody>
      </p:sp>
      <p:sp>
        <p:nvSpPr>
          <p:cNvPr id="11" name="Platshållare för innehåll 1">
            <a:extLst>
              <a:ext uri="{FF2B5EF4-FFF2-40B4-BE49-F238E27FC236}">
                <a16:creationId xmlns:a16="http://schemas.microsoft.com/office/drawing/2014/main" id="{020AD7BA-30E7-614D-F529-872AA9BB7A1A}"/>
              </a:ext>
            </a:extLst>
          </p:cNvPr>
          <p:cNvSpPr>
            <a:spLocks noGrp="1"/>
          </p:cNvSpPr>
          <p:nvPr>
            <p:ph sz="half" idx="1"/>
          </p:nvPr>
        </p:nvSpPr>
        <p:spPr>
          <a:xfrm>
            <a:off x="600075" y="2281473"/>
            <a:ext cx="4929982"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Rubrik 2">
            <a:extLst>
              <a:ext uri="{FF2B5EF4-FFF2-40B4-BE49-F238E27FC236}">
                <a16:creationId xmlns:a16="http://schemas.microsoft.com/office/drawing/2014/main" id="{976FF026-F97C-9444-5B6A-C4AF50690ADD}"/>
              </a:ext>
            </a:extLst>
          </p:cNvPr>
          <p:cNvSpPr>
            <a:spLocks noGrp="1"/>
          </p:cNvSpPr>
          <p:nvPr>
            <p:ph type="body" sz="quarter" idx="14"/>
          </p:nvPr>
        </p:nvSpPr>
        <p:spPr>
          <a:xfrm>
            <a:off x="6660356" y="1095632"/>
            <a:ext cx="4928392" cy="977612"/>
          </a:xfrm>
        </p:spPr>
        <p:txBody>
          <a:bodyPr tIns="108000" anchor="t">
            <a:noAutofit/>
          </a:bodyPr>
          <a:lstStyle>
            <a:lvl1pPr marL="0" indent="0">
              <a:lnSpc>
                <a:spcPct val="90000"/>
              </a:lnSpc>
              <a:buNone/>
              <a:defRPr sz="3600" b="1">
                <a:solidFill>
                  <a:schemeClr val="tx2"/>
                </a:solidFill>
                <a:latin typeface="+mj-lt"/>
              </a:defRPr>
            </a:lvl1pPr>
            <a:lvl2pPr marL="457200" indent="0">
              <a:buNone/>
              <a:defRPr>
                <a:solidFill>
                  <a:schemeClr val="tx2"/>
                </a:solidFill>
                <a:latin typeface="+mj-lt"/>
              </a:defRPr>
            </a:lvl2pPr>
            <a:lvl3pPr marL="914400" indent="0">
              <a:buNone/>
              <a:defRPr>
                <a:solidFill>
                  <a:schemeClr val="tx2"/>
                </a:solidFill>
                <a:latin typeface="+mj-lt"/>
              </a:defRPr>
            </a:lvl3pPr>
            <a:lvl4pPr marL="1371600" indent="0">
              <a:buNone/>
              <a:defRPr>
                <a:solidFill>
                  <a:schemeClr val="tx2"/>
                </a:solidFill>
                <a:latin typeface="+mj-lt"/>
              </a:defRPr>
            </a:lvl4pPr>
            <a:lvl5pPr marL="1828800" indent="0">
              <a:buNone/>
              <a:defRPr>
                <a:solidFill>
                  <a:schemeClr val="tx2"/>
                </a:solidFill>
                <a:latin typeface="+mj-lt"/>
              </a:defRPr>
            </a:lvl5pPr>
          </a:lstStyle>
          <a:p>
            <a:pPr lvl="0"/>
            <a:r>
              <a:rPr lang="en-US" smtClean="0"/>
              <a:t>Edit Master text styles</a:t>
            </a:r>
          </a:p>
        </p:txBody>
      </p:sp>
      <p:sp>
        <p:nvSpPr>
          <p:cNvPr id="10" name="Platshållare för innehåll 2">
            <a:extLst>
              <a:ext uri="{FF2B5EF4-FFF2-40B4-BE49-F238E27FC236}">
                <a16:creationId xmlns:a16="http://schemas.microsoft.com/office/drawing/2014/main" id="{93803107-D46C-D12D-AAD7-E84641384E1F}"/>
              </a:ext>
            </a:extLst>
          </p:cNvPr>
          <p:cNvSpPr>
            <a:spLocks noGrp="1"/>
          </p:cNvSpPr>
          <p:nvPr>
            <p:ph sz="half" idx="13"/>
          </p:nvPr>
        </p:nvSpPr>
        <p:spPr>
          <a:xfrm>
            <a:off x="6661947" y="2281473"/>
            <a:ext cx="4928391" cy="404630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1A8EB3F3-676A-79F6-8987-44C3A32E046F}"/>
              </a:ext>
            </a:extLst>
          </p:cNvPr>
          <p:cNvSpPr>
            <a:spLocks noGrp="1"/>
          </p:cNvSpPr>
          <p:nvPr>
            <p:ph type="dt" sz="half" idx="10"/>
          </p:nvPr>
        </p:nvSpPr>
        <p:spPr/>
        <p:txBody>
          <a:bodyPr/>
          <a:lstStyle/>
          <a:p>
            <a:fld id="{669F8B43-28B6-0949-93DC-6B291391CFD4}" type="datetime1">
              <a:rPr lang="sv-SE" smtClean="0"/>
              <a:t>2025-05-13</a:t>
            </a:fld>
            <a:endParaRPr lang="sv-SE" dirty="0"/>
          </a:p>
        </p:txBody>
      </p:sp>
      <p:sp>
        <p:nvSpPr>
          <p:cNvPr id="4" name="Platshållare för sidfot 3">
            <a:extLst>
              <a:ext uri="{FF2B5EF4-FFF2-40B4-BE49-F238E27FC236}">
                <a16:creationId xmlns:a16="http://schemas.microsoft.com/office/drawing/2014/main" id="{A0C791DF-47D1-0444-64B4-28EE4F11BCF3}"/>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F9FF0802-1CA1-C7EA-0195-64C787BCB7FB}"/>
              </a:ext>
            </a:extLst>
          </p:cNvPr>
          <p:cNvSpPr>
            <a:spLocks noGrp="1"/>
          </p:cNvSpPr>
          <p:nvPr>
            <p:ph type="sldNum" sz="quarter" idx="12"/>
          </p:nvPr>
        </p:nvSpPr>
        <p:spPr/>
        <p:txBody>
          <a:bodyPr/>
          <a:lstStyle/>
          <a:p>
            <a:fld id="{B716C8F4-20CD-364A-8A8E-DE130115B178}" type="slidenum">
              <a:rPr lang="sv-SE" smtClean="0"/>
              <a:pPr/>
              <a:t>‹#›</a:t>
            </a:fld>
            <a:endParaRPr lang="sv-SE"/>
          </a:p>
        </p:txBody>
      </p:sp>
    </p:spTree>
    <p:extLst>
      <p:ext uri="{BB962C8B-B14F-4D97-AF65-F5344CB8AC3E}">
        <p14:creationId xmlns:p14="http://schemas.microsoft.com/office/powerpoint/2010/main" val="265025926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line and 1 imag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4" y="1919288"/>
            <a:ext cx="10990263"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450A6BD-1EFB-BD42-9DC0-F0A6BEB4C27D}" type="datetime1">
              <a:rPr lang="sv-SE" smtClean="0"/>
              <a:t>2025-05-13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566691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line and 2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ADBDFCF2-2839-8D4F-B5E5-9B488CE2E4EE}" type="datetime1">
              <a:rPr lang="sv-SE" smtClean="0"/>
              <a:t>2025-05-13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90698180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line and 2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text 2">
            <a:extLst>
              <a:ext uri="{FF2B5EF4-FFF2-40B4-BE49-F238E27FC236}">
                <a16:creationId xmlns:a16="http://schemas.microsoft.com/office/drawing/2014/main" id="{BC674729-23CB-CE55-418D-9B4DA58EC148}"/>
              </a:ext>
            </a:extLst>
          </p:cNvPr>
          <p:cNvSpPr>
            <a:spLocks noGrp="1"/>
          </p:cNvSpPr>
          <p:nvPr>
            <p:ph type="body" sz="quarter" idx="16"/>
          </p:nvPr>
        </p:nvSpPr>
        <p:spPr>
          <a:xfrm>
            <a:off x="600075"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6273800" y="1919288"/>
            <a:ext cx="5314950"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3">
            <a:extLst>
              <a:ext uri="{FF2B5EF4-FFF2-40B4-BE49-F238E27FC236}">
                <a16:creationId xmlns:a16="http://schemas.microsoft.com/office/drawing/2014/main" id="{4E2E81CD-B9BA-4D4B-D687-9453DEF10687}"/>
              </a:ext>
            </a:extLst>
          </p:cNvPr>
          <p:cNvSpPr>
            <a:spLocks noGrp="1"/>
          </p:cNvSpPr>
          <p:nvPr>
            <p:ph type="body" sz="quarter" idx="17"/>
          </p:nvPr>
        </p:nvSpPr>
        <p:spPr>
          <a:xfrm>
            <a:off x="6275388" y="5226050"/>
            <a:ext cx="5314950"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47A9746E-62D8-944D-99B0-D98695592DCF}" type="datetime1">
              <a:rPr lang="sv-SE" smtClean="0"/>
              <a:t>2025-05-13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4697270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Headline and 3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EC42A3C6-0141-7544-8502-44E44E5AD51F}" type="datetime1">
              <a:rPr lang="sv-SE" smtClean="0"/>
              <a:t>2025-05-13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21219712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line and 3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E8F9620A-7B37-2787-0C61-0CB4A6519E3C}"/>
              </a:ext>
            </a:extLst>
          </p:cNvPr>
          <p:cNvSpPr>
            <a:spLocks noGrp="1"/>
          </p:cNvSpPr>
          <p:nvPr>
            <p:ph type="body" sz="quarter" idx="16"/>
          </p:nvPr>
        </p:nvSpPr>
        <p:spPr>
          <a:xfrm>
            <a:off x="600075"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4383881"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1" name="Platshållare för text 3">
            <a:extLst>
              <a:ext uri="{FF2B5EF4-FFF2-40B4-BE49-F238E27FC236}">
                <a16:creationId xmlns:a16="http://schemas.microsoft.com/office/drawing/2014/main" id="{81E59C72-4325-9697-1B8F-6876044359F2}"/>
              </a:ext>
            </a:extLst>
          </p:cNvPr>
          <p:cNvSpPr>
            <a:spLocks noGrp="1"/>
          </p:cNvSpPr>
          <p:nvPr>
            <p:ph type="body" sz="quarter" idx="17"/>
          </p:nvPr>
        </p:nvSpPr>
        <p:spPr>
          <a:xfrm>
            <a:off x="4383881"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8167687" y="1919288"/>
            <a:ext cx="3424238"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2" name="Platshållare för text 4">
            <a:extLst>
              <a:ext uri="{FF2B5EF4-FFF2-40B4-BE49-F238E27FC236}">
                <a16:creationId xmlns:a16="http://schemas.microsoft.com/office/drawing/2014/main" id="{04B71E10-09CE-4F1F-5969-3DD959F0102C}"/>
              </a:ext>
            </a:extLst>
          </p:cNvPr>
          <p:cNvSpPr>
            <a:spLocks noGrp="1"/>
          </p:cNvSpPr>
          <p:nvPr>
            <p:ph type="body" sz="quarter" idx="18"/>
          </p:nvPr>
        </p:nvSpPr>
        <p:spPr>
          <a:xfrm>
            <a:off x="8167687" y="5226050"/>
            <a:ext cx="3424238"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5A8E03F6-2D99-9C4F-8DF5-D169CFDD1A0C}" type="datetime1">
              <a:rPr lang="sv-SE" smtClean="0"/>
              <a:t>2025-05-13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70295718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line and 4 imag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4408487"/>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8AF63115-71BE-3E46-BB5A-A4600F1506C7}" type="datetime1">
              <a:rPr lang="sv-SE" smtClean="0"/>
              <a:t>2025-05-13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73571204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line and 4 images,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6EAA9509-04AF-A771-D4EB-D92258F2A7CB}"/>
              </a:ext>
            </a:extLst>
          </p:cNvPr>
          <p:cNvSpPr>
            <a:spLocks noGrp="1"/>
          </p:cNvSpPr>
          <p:nvPr>
            <p:ph type="title"/>
          </p:nvPr>
        </p:nvSpPr>
        <p:spPr/>
        <p:txBody>
          <a:bodyPr/>
          <a:lstStyle/>
          <a:p>
            <a:r>
              <a:rPr lang="en-US" smtClean="0"/>
              <a:t>Click to edit Master title style</a:t>
            </a:r>
            <a:endParaRPr lang="sv-SE"/>
          </a:p>
        </p:txBody>
      </p:sp>
      <p:sp>
        <p:nvSpPr>
          <p:cNvPr id="6" name="Platshållare för bild 2">
            <a:extLst>
              <a:ext uri="{FF2B5EF4-FFF2-40B4-BE49-F238E27FC236}">
                <a16:creationId xmlns:a16="http://schemas.microsoft.com/office/drawing/2014/main" id="{419479CD-E7B7-E759-7ABC-5CD5CC7C7450}"/>
              </a:ext>
            </a:extLst>
          </p:cNvPr>
          <p:cNvSpPr>
            <a:spLocks noGrp="1"/>
          </p:cNvSpPr>
          <p:nvPr>
            <p:ph type="pic" sz="quarter" idx="13" hasCustomPrompt="1"/>
          </p:nvPr>
        </p:nvSpPr>
        <p:spPr>
          <a:xfrm>
            <a:off x="600075"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0" name="Platshållare för text 2">
            <a:extLst>
              <a:ext uri="{FF2B5EF4-FFF2-40B4-BE49-F238E27FC236}">
                <a16:creationId xmlns:a16="http://schemas.microsoft.com/office/drawing/2014/main" id="{D90C2B5D-CFFA-002C-8403-A5BA4FD6C513}"/>
              </a:ext>
            </a:extLst>
          </p:cNvPr>
          <p:cNvSpPr>
            <a:spLocks noGrp="1"/>
          </p:cNvSpPr>
          <p:nvPr>
            <p:ph type="body" sz="quarter" idx="17"/>
          </p:nvPr>
        </p:nvSpPr>
        <p:spPr>
          <a:xfrm>
            <a:off x="600075"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7" name="Platshållare för bild 3">
            <a:extLst>
              <a:ext uri="{FF2B5EF4-FFF2-40B4-BE49-F238E27FC236}">
                <a16:creationId xmlns:a16="http://schemas.microsoft.com/office/drawing/2014/main" id="{10E5EDDF-D49C-48DD-C908-7043750473EF}"/>
              </a:ext>
            </a:extLst>
          </p:cNvPr>
          <p:cNvSpPr>
            <a:spLocks noGrp="1"/>
          </p:cNvSpPr>
          <p:nvPr>
            <p:ph type="pic" sz="quarter" idx="14" hasCustomPrompt="1"/>
          </p:nvPr>
        </p:nvSpPr>
        <p:spPr>
          <a:xfrm>
            <a:off x="3446727"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4" name="Platshållare för text 3">
            <a:extLst>
              <a:ext uri="{FF2B5EF4-FFF2-40B4-BE49-F238E27FC236}">
                <a16:creationId xmlns:a16="http://schemas.microsoft.com/office/drawing/2014/main" id="{F4E32133-1B05-00E9-FC72-16105F20E5D8}"/>
              </a:ext>
            </a:extLst>
          </p:cNvPr>
          <p:cNvSpPr>
            <a:spLocks noGrp="1"/>
          </p:cNvSpPr>
          <p:nvPr>
            <p:ph type="body" sz="quarter" idx="18"/>
          </p:nvPr>
        </p:nvSpPr>
        <p:spPr>
          <a:xfrm>
            <a:off x="3446727"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8" name="Platshållare för bild 4">
            <a:extLst>
              <a:ext uri="{FF2B5EF4-FFF2-40B4-BE49-F238E27FC236}">
                <a16:creationId xmlns:a16="http://schemas.microsoft.com/office/drawing/2014/main" id="{D890193F-9CCD-2775-F25C-FAC1CA41A744}"/>
              </a:ext>
            </a:extLst>
          </p:cNvPr>
          <p:cNvSpPr>
            <a:spLocks noGrp="1"/>
          </p:cNvSpPr>
          <p:nvPr>
            <p:ph type="pic" sz="quarter" idx="15" hasCustomPrompt="1"/>
          </p:nvPr>
        </p:nvSpPr>
        <p:spPr>
          <a:xfrm>
            <a:off x="6293379"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5" name="Platshållare för text 4">
            <a:extLst>
              <a:ext uri="{FF2B5EF4-FFF2-40B4-BE49-F238E27FC236}">
                <a16:creationId xmlns:a16="http://schemas.microsoft.com/office/drawing/2014/main" id="{9FBEA034-4378-57AD-9BAA-D23952A616CE}"/>
              </a:ext>
            </a:extLst>
          </p:cNvPr>
          <p:cNvSpPr>
            <a:spLocks noGrp="1"/>
          </p:cNvSpPr>
          <p:nvPr>
            <p:ph type="body" sz="quarter" idx="19"/>
          </p:nvPr>
        </p:nvSpPr>
        <p:spPr>
          <a:xfrm>
            <a:off x="6293379"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9" name="Platshållare för bild 5">
            <a:extLst>
              <a:ext uri="{FF2B5EF4-FFF2-40B4-BE49-F238E27FC236}">
                <a16:creationId xmlns:a16="http://schemas.microsoft.com/office/drawing/2014/main" id="{E4D25720-B2A9-9FB1-1BDD-4161DED099B2}"/>
              </a:ext>
            </a:extLst>
          </p:cNvPr>
          <p:cNvSpPr>
            <a:spLocks noGrp="1"/>
          </p:cNvSpPr>
          <p:nvPr>
            <p:ph type="pic" sz="quarter" idx="16" hasCustomPrompt="1"/>
          </p:nvPr>
        </p:nvSpPr>
        <p:spPr>
          <a:xfrm>
            <a:off x="9140031" y="1919288"/>
            <a:ext cx="2450307" cy="3092979"/>
          </a:xfrm>
        </p:spPr>
        <p:txBody>
          <a:bodyPr bIns="1044000" anchor="ctr"/>
          <a:lstStyle>
            <a:lvl1pPr marL="0" indent="0" algn="ctr">
              <a:buNone/>
              <a:defRPr/>
            </a:lvl1pPr>
          </a:lstStyle>
          <a:p>
            <a:r>
              <a:rPr lang="sv-SE" dirty="0" err="1"/>
              <a:t>Click</a:t>
            </a:r>
            <a:r>
              <a:rPr lang="sv-SE" dirty="0"/>
              <a:t> on the </a:t>
            </a:r>
            <a:r>
              <a:rPr lang="sv-SE" dirty="0" err="1"/>
              <a:t>icon</a:t>
            </a:r>
            <a:r>
              <a:rPr lang="sv-SE" dirty="0"/>
              <a:t> or </a:t>
            </a:r>
            <a:br>
              <a:rPr lang="sv-SE" dirty="0"/>
            </a:br>
            <a:r>
              <a:rPr lang="sv-SE" dirty="0"/>
              <a:t>drag and </a:t>
            </a:r>
            <a:r>
              <a:rPr lang="sv-SE" dirty="0" err="1"/>
              <a:t>drop</a:t>
            </a:r>
            <a:r>
              <a:rPr lang="sv-SE" dirty="0"/>
              <a:t> to </a:t>
            </a:r>
            <a:r>
              <a:rPr lang="sv-SE" dirty="0" err="1"/>
              <a:t>insert</a:t>
            </a:r>
            <a:r>
              <a:rPr lang="sv-SE" dirty="0"/>
              <a:t> an image</a:t>
            </a:r>
          </a:p>
        </p:txBody>
      </p:sp>
      <p:sp>
        <p:nvSpPr>
          <p:cNvPr id="16" name="Platshållare för text 5">
            <a:extLst>
              <a:ext uri="{FF2B5EF4-FFF2-40B4-BE49-F238E27FC236}">
                <a16:creationId xmlns:a16="http://schemas.microsoft.com/office/drawing/2014/main" id="{06D592E5-8C13-50D1-1CCC-8F6917A28780}"/>
              </a:ext>
            </a:extLst>
          </p:cNvPr>
          <p:cNvSpPr>
            <a:spLocks noGrp="1"/>
          </p:cNvSpPr>
          <p:nvPr>
            <p:ph type="body" sz="quarter" idx="20"/>
          </p:nvPr>
        </p:nvSpPr>
        <p:spPr>
          <a:xfrm>
            <a:off x="9140030" y="5226050"/>
            <a:ext cx="2450307" cy="1101725"/>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dirty="0"/>
          </a:p>
        </p:txBody>
      </p:sp>
      <p:sp>
        <p:nvSpPr>
          <p:cNvPr id="3" name="Platshållare för datum 2">
            <a:extLst>
              <a:ext uri="{FF2B5EF4-FFF2-40B4-BE49-F238E27FC236}">
                <a16:creationId xmlns:a16="http://schemas.microsoft.com/office/drawing/2014/main" id="{9E441D1D-F64B-D03C-6A3E-4332F53C5688}"/>
              </a:ext>
            </a:extLst>
          </p:cNvPr>
          <p:cNvSpPr>
            <a:spLocks noGrp="1"/>
          </p:cNvSpPr>
          <p:nvPr>
            <p:ph type="dt" sz="half" idx="10"/>
          </p:nvPr>
        </p:nvSpPr>
        <p:spPr/>
        <p:txBody>
          <a:bodyPr/>
          <a:lstStyle/>
          <a:p>
            <a:fld id="{309FED66-59CE-6445-BA05-B37954B8CE47}" type="datetime1">
              <a:rPr lang="sv-SE" smtClean="0"/>
              <a:t>2025-05-13</a:t>
            </a:fld>
            <a:endParaRPr lang="sv-SE"/>
          </a:p>
        </p:txBody>
      </p:sp>
      <p:sp>
        <p:nvSpPr>
          <p:cNvPr id="4" name="Platshållare för sidfot 3">
            <a:extLst>
              <a:ext uri="{FF2B5EF4-FFF2-40B4-BE49-F238E27FC236}">
                <a16:creationId xmlns:a16="http://schemas.microsoft.com/office/drawing/2014/main" id="{D6B063F1-EBFF-649E-5CFE-AC7479610585}"/>
              </a:ext>
            </a:extLst>
          </p:cNvPr>
          <p:cNvSpPr>
            <a:spLocks noGrp="1"/>
          </p:cNvSpPr>
          <p:nvPr>
            <p:ph type="ftr" sz="quarter" idx="11"/>
          </p:nvPr>
        </p:nvSpPr>
        <p:spPr/>
        <p:txBody>
          <a:bodyPr/>
          <a:lstStyle/>
          <a:p>
            <a:r>
              <a:rPr lang="sv-SE"/>
              <a:t>Presentation footer</a:t>
            </a:r>
          </a:p>
        </p:txBody>
      </p:sp>
      <p:sp>
        <p:nvSpPr>
          <p:cNvPr id="5" name="Platshållare för bildnummer 4">
            <a:extLst>
              <a:ext uri="{FF2B5EF4-FFF2-40B4-BE49-F238E27FC236}">
                <a16:creationId xmlns:a16="http://schemas.microsoft.com/office/drawing/2014/main" id="{BDA80FCC-5A03-2568-468F-2FC65324A4D7}"/>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44838669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8C332B6B-9A86-944B-B689-8453757791DF}" type="datetime1">
              <a:rPr lang="sv-SE" smtClean="0"/>
              <a:t>2025-05-13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spTree>
    <p:extLst>
      <p:ext uri="{BB962C8B-B14F-4D97-AF65-F5344CB8AC3E}">
        <p14:creationId xmlns:p14="http://schemas.microsoft.com/office/powerpoint/2010/main" val="40127707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Headline only, light blue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957E16A-1246-F744-BDA8-D5896FB385F8}" type="datetime1">
              <a:rPr lang="sv-SE" smtClean="0"/>
              <a:t>2025-05-13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2CD49F62-B17F-4256-87E8-B48CEC1AECF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4285149322"/>
      </p:ext>
    </p:extLst>
  </p:cSld>
  <p:clrMapOvr>
    <a:masterClrMapping/>
  </p:clrMapOvr>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eadline only, sand lines">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68888E78-A3E8-2E47-A37C-B0DACC4AC38C}" type="datetime1">
              <a:rPr lang="sv-SE" smtClean="0"/>
              <a:t>2025-05-13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70BC9548-E26C-77A2-1994-5B2D723366A9}"/>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567527219"/>
      </p:ext>
    </p:extLst>
  </p:cSld>
  <p:clrMapOvr>
    <a:masterClrMapping/>
  </p:clrMapOvr>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Headline only, light blue">
    <p:bg>
      <p:bgPr>
        <a:solidFill>
          <a:schemeClr val="accent4"/>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AC1801B8-2ABD-E645-B0F3-2F4D3FFFF5AE}" type="datetime1">
              <a:rPr lang="sv-SE" smtClean="0"/>
              <a:t>2025-05-13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C21FC7DD-9D09-44CA-0597-9DEB74E2004D}"/>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3776879057"/>
      </p:ext>
    </p:extLst>
  </p:cSld>
  <p:clrMapOvr>
    <a:masterClrMapping/>
  </p:clrMapOvr>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Headline only, sand">
    <p:bg>
      <p:bgPr>
        <a:solidFill>
          <a:schemeClr val="bg2"/>
        </a:solidFill>
        <a:effectLst/>
      </p:bgPr>
    </p:bg>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D3B2E332-9225-25D1-EB2B-62418C5D494E}"/>
              </a:ext>
            </a:extLst>
          </p:cNvPr>
          <p:cNvSpPr>
            <a:spLocks noGrp="1"/>
          </p:cNvSpPr>
          <p:nvPr>
            <p:ph type="title"/>
          </p:nvPr>
        </p:nvSpPr>
        <p:spPr/>
        <p:txBody>
          <a:bodyPr/>
          <a:lstStyle/>
          <a:p>
            <a:r>
              <a:rPr lang="en-US" smtClean="0"/>
              <a:t>Click to edit Master title style</a:t>
            </a:r>
            <a:endParaRPr lang="sv-SE"/>
          </a:p>
        </p:txBody>
      </p:sp>
      <p:sp>
        <p:nvSpPr>
          <p:cNvPr id="3" name="Platshållare för datum 2">
            <a:extLst>
              <a:ext uri="{FF2B5EF4-FFF2-40B4-BE49-F238E27FC236}">
                <a16:creationId xmlns:a16="http://schemas.microsoft.com/office/drawing/2014/main" id="{2EF1EFA3-3FDF-1336-ED61-2DEDAA6F6BD6}"/>
              </a:ext>
            </a:extLst>
          </p:cNvPr>
          <p:cNvSpPr>
            <a:spLocks noGrp="1"/>
          </p:cNvSpPr>
          <p:nvPr>
            <p:ph type="dt" sz="half" idx="10"/>
          </p:nvPr>
        </p:nvSpPr>
        <p:spPr/>
        <p:txBody>
          <a:bodyPr/>
          <a:lstStyle/>
          <a:p>
            <a:fld id="{164FA935-6078-184F-946C-D8B2130A7BC4}" type="datetime1">
              <a:rPr lang="sv-SE" smtClean="0"/>
              <a:t>2025-05-13</a:t>
            </a:fld>
            <a:endParaRPr lang="sv-SE" dirty="0"/>
          </a:p>
        </p:txBody>
      </p:sp>
      <p:sp>
        <p:nvSpPr>
          <p:cNvPr id="4" name="Platshållare för sidfot 3">
            <a:extLst>
              <a:ext uri="{FF2B5EF4-FFF2-40B4-BE49-F238E27FC236}">
                <a16:creationId xmlns:a16="http://schemas.microsoft.com/office/drawing/2014/main" id="{580BEAC8-B518-E8B6-324C-4CC99EAFBFDA}"/>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0936D8FE-4DB7-B3B6-8840-02A9309F685D}"/>
              </a:ext>
            </a:extLst>
          </p:cNvPr>
          <p:cNvSpPr>
            <a:spLocks noGrp="1"/>
          </p:cNvSpPr>
          <p:nvPr>
            <p:ph type="sldNum" sz="quarter" idx="12"/>
          </p:nvPr>
        </p:nvSpPr>
        <p:spPr/>
        <p:txBody>
          <a:bodyPr/>
          <a:lstStyle/>
          <a:p>
            <a:fld id="{B716C8F4-20CD-364A-8A8E-DE130115B178}" type="slidenum">
              <a:rPr lang="sv-SE" smtClean="0"/>
              <a:pPr/>
              <a:t>‹#›</a:t>
            </a:fld>
            <a:endParaRPr lang="sv-SE" dirty="0"/>
          </a:p>
        </p:txBody>
      </p:sp>
      <p:pic>
        <p:nvPicPr>
          <p:cNvPr id="6" name="Bild 5">
            <a:extLst>
              <a:ext uri="{FF2B5EF4-FFF2-40B4-BE49-F238E27FC236}">
                <a16:creationId xmlns:a16="http://schemas.microsoft.com/office/drawing/2014/main" id="{B0E08DE0-7713-2F89-9CAE-718563F453A7}"/>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xmlns="" r:embed="rId3"/>
              </a:ext>
            </a:extLst>
          </a:blip>
          <a:srcRect r="70668" b="27986"/>
          <a:stretch/>
        </p:blipFill>
        <p:spPr>
          <a:xfrm rot="10800000">
            <a:off x="8615880" y="1919288"/>
            <a:ext cx="3576120" cy="4938712"/>
          </a:xfrm>
          <a:prstGeom prst="rect">
            <a:avLst/>
          </a:prstGeom>
        </p:spPr>
      </p:pic>
    </p:spTree>
    <p:extLst>
      <p:ext uri="{BB962C8B-B14F-4D97-AF65-F5344CB8AC3E}">
        <p14:creationId xmlns:p14="http://schemas.microsoft.com/office/powerpoint/2010/main" val="2293152745"/>
      </p:ext>
    </p:extLst>
  </p:cSld>
  <p:clrMapOvr>
    <a:masterClrMapping/>
  </p:clrMapOvr>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CB35DBFB-5CDF-E32D-0562-6D92213809A1}"/>
              </a:ext>
            </a:extLst>
          </p:cNvPr>
          <p:cNvSpPr>
            <a:spLocks noGrp="1"/>
          </p:cNvSpPr>
          <p:nvPr>
            <p:ph type="dt" sz="half" idx="10"/>
          </p:nvPr>
        </p:nvSpPr>
        <p:spPr/>
        <p:txBody>
          <a:bodyPr/>
          <a:lstStyle/>
          <a:p>
            <a:fld id="{878DDE6C-6786-8C48-9317-AF0776715ACF}" type="datetime1">
              <a:rPr lang="sv-SE" smtClean="0"/>
              <a:t>2025-05-13</a:t>
            </a:fld>
            <a:endParaRPr lang="sv-SE"/>
          </a:p>
        </p:txBody>
      </p:sp>
      <p:sp>
        <p:nvSpPr>
          <p:cNvPr id="3" name="Platshållare för sidfot 2">
            <a:extLst>
              <a:ext uri="{FF2B5EF4-FFF2-40B4-BE49-F238E27FC236}">
                <a16:creationId xmlns:a16="http://schemas.microsoft.com/office/drawing/2014/main" id="{9757DD51-31A9-0B97-878B-DC725BEF456D}"/>
              </a:ext>
            </a:extLst>
          </p:cNvPr>
          <p:cNvSpPr>
            <a:spLocks noGrp="1"/>
          </p:cNvSpPr>
          <p:nvPr>
            <p:ph type="ftr" sz="quarter" idx="11"/>
          </p:nvPr>
        </p:nvSpPr>
        <p:spPr/>
        <p:txBody>
          <a:bodyPr/>
          <a:lstStyle/>
          <a:p>
            <a:r>
              <a:rPr lang="sv-SE"/>
              <a:t>Presentation footer</a:t>
            </a:r>
          </a:p>
        </p:txBody>
      </p:sp>
      <p:sp>
        <p:nvSpPr>
          <p:cNvPr id="4" name="Platshållare för bildnummer 3">
            <a:extLst>
              <a:ext uri="{FF2B5EF4-FFF2-40B4-BE49-F238E27FC236}">
                <a16:creationId xmlns:a16="http://schemas.microsoft.com/office/drawing/2014/main" id="{49810C51-F518-224E-FB91-8421FD7D6879}"/>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41349400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 preserve="1">
  <p:cSld name="Headline and content,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3" name="Platshållare för innehåll 2">
            <a:extLst>
              <a:ext uri="{FF2B5EF4-FFF2-40B4-BE49-F238E27FC236}">
                <a16:creationId xmlns:a16="http://schemas.microsoft.com/office/drawing/2014/main" id="{25C9F0B7-F98C-CB91-2115-2967E7B1517C}"/>
              </a:ext>
            </a:extLst>
          </p:cNvPr>
          <p:cNvSpPr>
            <a:spLocks noGrp="1"/>
          </p:cNvSpPr>
          <p:nvPr>
            <p:ph idx="1"/>
          </p:nvPr>
        </p:nvSpPr>
        <p:spPr>
          <a:xfrm>
            <a:off x="600075" y="1366838"/>
            <a:ext cx="10990263" cy="495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sv-SE"/>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2025-05-13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60580866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Headline only, top">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98893C-4CC2-2B2F-4FC8-5E0C5AE0DA9D}"/>
              </a:ext>
            </a:extLst>
          </p:cNvPr>
          <p:cNvSpPr>
            <a:spLocks noGrp="1"/>
          </p:cNvSpPr>
          <p:nvPr>
            <p:ph type="title"/>
          </p:nvPr>
        </p:nvSpPr>
        <p:spPr>
          <a:xfrm>
            <a:off x="1006764" y="326841"/>
            <a:ext cx="10583574" cy="591127"/>
          </a:xfrm>
        </p:spPr>
        <p:txBody>
          <a:bodyPr anchor="ctr"/>
          <a:lstStyle>
            <a:lvl1pPr>
              <a:defRPr sz="3200"/>
            </a:lvl1pPr>
          </a:lstStyle>
          <a:p>
            <a:r>
              <a:rPr lang="en-US" smtClean="0"/>
              <a:t>Click to edit Master title style</a:t>
            </a:r>
            <a:endParaRPr lang="sv-SE" dirty="0"/>
          </a:p>
        </p:txBody>
      </p:sp>
      <p:sp>
        <p:nvSpPr>
          <p:cNvPr id="4" name="Platshållare för datum 3">
            <a:extLst>
              <a:ext uri="{FF2B5EF4-FFF2-40B4-BE49-F238E27FC236}">
                <a16:creationId xmlns:a16="http://schemas.microsoft.com/office/drawing/2014/main" id="{1EDDDBB2-E3A5-184D-9122-109D1DA68713}"/>
              </a:ext>
            </a:extLst>
          </p:cNvPr>
          <p:cNvSpPr>
            <a:spLocks noGrp="1"/>
          </p:cNvSpPr>
          <p:nvPr>
            <p:ph type="dt" sz="half" idx="10"/>
          </p:nvPr>
        </p:nvSpPr>
        <p:spPr/>
        <p:txBody>
          <a:bodyPr/>
          <a:lstStyle/>
          <a:p>
            <a:fld id="{31CF0965-93C0-9548-8879-5851BCBC049F}" type="datetime1">
              <a:rPr lang="sv-SE" smtClean="0"/>
              <a:t>2025-05-13</a:t>
            </a:fld>
            <a:endParaRPr lang="sv-SE"/>
          </a:p>
        </p:txBody>
      </p:sp>
      <p:sp>
        <p:nvSpPr>
          <p:cNvPr id="5" name="Platshållare för sidfot 4">
            <a:extLst>
              <a:ext uri="{FF2B5EF4-FFF2-40B4-BE49-F238E27FC236}">
                <a16:creationId xmlns:a16="http://schemas.microsoft.com/office/drawing/2014/main" id="{8877E5B5-9B3B-1F13-E51F-88E6C87DC406}"/>
              </a:ext>
            </a:extLst>
          </p:cNvPr>
          <p:cNvSpPr>
            <a:spLocks noGrp="1"/>
          </p:cNvSpPr>
          <p:nvPr>
            <p:ph type="ftr" sz="quarter" idx="11"/>
          </p:nvPr>
        </p:nvSpPr>
        <p:spPr/>
        <p:txBody>
          <a:bodyPr/>
          <a:lstStyle/>
          <a:p>
            <a:r>
              <a:rPr lang="sv-SE"/>
              <a:t>Presentation footer</a:t>
            </a:r>
          </a:p>
        </p:txBody>
      </p:sp>
      <p:sp>
        <p:nvSpPr>
          <p:cNvPr id="6" name="Platshållare för bildnummer 5">
            <a:extLst>
              <a:ext uri="{FF2B5EF4-FFF2-40B4-BE49-F238E27FC236}">
                <a16:creationId xmlns:a16="http://schemas.microsoft.com/office/drawing/2014/main" id="{A8432B03-1FFF-FE82-834F-9C4FBE4D6A23}"/>
              </a:ext>
            </a:extLst>
          </p:cNvPr>
          <p:cNvSpPr>
            <a:spLocks noGrp="1"/>
          </p:cNvSpPr>
          <p:nvPr>
            <p:ph type="sldNum" sz="quarter" idx="12"/>
          </p:nvPr>
        </p:nvSpPr>
        <p:spPr/>
        <p:txBody>
          <a:bodyPr/>
          <a:lstStyle/>
          <a:p>
            <a:fld id="{B716C8F4-20CD-364A-8A8E-DE130115B178}" type="slidenum">
              <a:rPr lang="sv-SE" smtClean="0"/>
              <a:t>‹#›</a:t>
            </a:fld>
            <a:endParaRPr lang="sv-SE"/>
          </a:p>
        </p:txBody>
      </p:sp>
    </p:spTree>
    <p:extLst>
      <p:ext uri="{BB962C8B-B14F-4D97-AF65-F5344CB8AC3E}">
        <p14:creationId xmlns:p14="http://schemas.microsoft.com/office/powerpoint/2010/main" val="128333641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chemeClr val="accent1"/>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A3328FD-6257-AC43-9CE4-2903A4D2BB9D}" type="datetime1">
              <a:rPr lang="sv-SE" smtClean="0"/>
              <a:t>2025-05-13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B31C6E16-A8C5-A850-CB5B-D4A530D7DE27}"/>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4EDED1D2-CC81-27E6-259D-AC4805594BE1}"/>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232605936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Logo, navy blue">
    <p:bg>
      <p:bgPr>
        <a:solidFill>
          <a:schemeClr val="tx2"/>
        </a:solidFill>
        <a:effectLst/>
      </p:bgPr>
    </p:bg>
    <p:spTree>
      <p:nvGrpSpPr>
        <p:cNvPr id="1" name=""/>
        <p:cNvGrpSpPr/>
        <p:nvPr/>
      </p:nvGrpSpPr>
      <p:grpSpPr>
        <a:xfrm>
          <a:off x="0" y="0"/>
          <a:ext cx="0" cy="0"/>
          <a:chOff x="0" y="0"/>
          <a:chExt cx="0" cy="0"/>
        </a:xfrm>
      </p:grpSpPr>
      <p:pic>
        <p:nvPicPr>
          <p:cNvPr id="6" name="Bild 5">
            <a:extLst>
              <a:ext uri="{FF2B5EF4-FFF2-40B4-BE49-F238E27FC236}">
                <a16:creationId xmlns:a16="http://schemas.microsoft.com/office/drawing/2014/main" id="{1B17365A-01B8-2D8F-B418-972C1DD72818}"/>
              </a:ext>
            </a:extLst>
          </p:cNvPr>
          <p:cNvPicPr>
            <a:picLocks noChangeAspect="1"/>
          </p:cNvPicPr>
          <p:nvPr userDrawn="1"/>
        </p:nvPicPr>
        <p:blipFill>
          <a:blip r:embed="rId2">
            <a:extLst>
              <a:ext uri="{96DAC541-7B7A-43D3-8B79-37D633B846F1}">
                <asvg:svgBlip xmlns:asvg="http://schemas.microsoft.com/office/drawing/2016/SVG/main" xmlns="" r:embed="rId3"/>
              </a:ext>
            </a:extLst>
          </a:blip>
          <a:stretch>
            <a:fillRect/>
          </a:stretch>
        </p:blipFill>
        <p:spPr>
          <a:xfrm>
            <a:off x="4804380" y="1703220"/>
            <a:ext cx="2583240" cy="2890766"/>
          </a:xfrm>
          <a:prstGeom prst="rect">
            <a:avLst/>
          </a:prstGeom>
        </p:spPr>
      </p:pic>
      <p:sp>
        <p:nvSpPr>
          <p:cNvPr id="7" name="Platshållare för datum 6">
            <a:extLst>
              <a:ext uri="{FF2B5EF4-FFF2-40B4-BE49-F238E27FC236}">
                <a16:creationId xmlns:a16="http://schemas.microsoft.com/office/drawing/2014/main" id="{E7822B93-C60B-84AC-BEA5-4B6CD8FBD648}"/>
              </a:ext>
            </a:extLst>
          </p:cNvPr>
          <p:cNvSpPr>
            <a:spLocks noGrp="1"/>
          </p:cNvSpPr>
          <p:nvPr>
            <p:ph type="dt" sz="half" idx="10"/>
          </p:nvPr>
        </p:nvSpPr>
        <p:spPr/>
        <p:txBody>
          <a:bodyPr/>
          <a:lstStyle>
            <a:lvl1pPr>
              <a:defRPr>
                <a:solidFill>
                  <a:schemeClr val="bg1"/>
                </a:solidFill>
              </a:defRPr>
            </a:lvl1pPr>
          </a:lstStyle>
          <a:p>
            <a:fld id="{32BABC24-2A82-014C-9256-A51302708EE4}" type="datetime1">
              <a:rPr lang="sv-SE" smtClean="0"/>
              <a:t>2025-05-13</a:t>
            </a:fld>
            <a:endParaRPr lang="sv-SE" dirty="0"/>
          </a:p>
        </p:txBody>
      </p:sp>
      <p:sp>
        <p:nvSpPr>
          <p:cNvPr id="8" name="Platshållare för sidfot 7">
            <a:extLst>
              <a:ext uri="{FF2B5EF4-FFF2-40B4-BE49-F238E27FC236}">
                <a16:creationId xmlns:a16="http://schemas.microsoft.com/office/drawing/2014/main" id="{86CD18D2-CF8B-E9B4-ECC2-C81820148A41}"/>
              </a:ext>
            </a:extLst>
          </p:cNvPr>
          <p:cNvSpPr>
            <a:spLocks noGrp="1"/>
          </p:cNvSpPr>
          <p:nvPr>
            <p:ph type="ftr" sz="quarter" idx="11"/>
          </p:nvPr>
        </p:nvSpPr>
        <p:spPr/>
        <p:txBody>
          <a:bodyPr/>
          <a:lstStyle>
            <a:lvl1pPr>
              <a:defRPr>
                <a:solidFill>
                  <a:schemeClr val="bg1"/>
                </a:solidFill>
              </a:defRPr>
            </a:lvl1pPr>
          </a:lstStyle>
          <a:p>
            <a:r>
              <a:rPr lang="sv-SE"/>
              <a:t>Presentation footer</a:t>
            </a:r>
            <a:endParaRPr lang="sv-SE" dirty="0"/>
          </a:p>
        </p:txBody>
      </p:sp>
      <p:sp>
        <p:nvSpPr>
          <p:cNvPr id="9" name="Platshållare för bildnummer 8">
            <a:extLst>
              <a:ext uri="{FF2B5EF4-FFF2-40B4-BE49-F238E27FC236}">
                <a16:creationId xmlns:a16="http://schemas.microsoft.com/office/drawing/2014/main" id="{652B8956-F2A5-52B7-8331-65942CA3C8C0}"/>
              </a:ext>
            </a:extLst>
          </p:cNvPr>
          <p:cNvSpPr>
            <a:spLocks noGrp="1"/>
          </p:cNvSpPr>
          <p:nvPr>
            <p:ph type="sldNum" sz="quarter" idx="12"/>
          </p:nvPr>
        </p:nvSpPr>
        <p:spPr/>
        <p:txBody>
          <a:bodyPr/>
          <a:lstStyle>
            <a:lvl1pPr>
              <a:defRPr>
                <a:solidFill>
                  <a:schemeClr val="bg1"/>
                </a:solidFill>
              </a:defRPr>
            </a:lvl1pPr>
          </a:lstStyle>
          <a:p>
            <a:fld id="{B716C8F4-20CD-364A-8A8E-DE130115B178}" type="slidenum">
              <a:rPr lang="sv-SE" smtClean="0"/>
              <a:pPr/>
              <a:t>‹#›</a:t>
            </a:fld>
            <a:endParaRPr lang="sv-SE" dirty="0"/>
          </a:p>
        </p:txBody>
      </p:sp>
      <p:pic>
        <p:nvPicPr>
          <p:cNvPr id="2" name="Bild 1">
            <a:extLst>
              <a:ext uri="{FF2B5EF4-FFF2-40B4-BE49-F238E27FC236}">
                <a16:creationId xmlns:a16="http://schemas.microsoft.com/office/drawing/2014/main" id="{0D27DED8-EA09-1EA2-8C8D-DCB1C9F0377C}"/>
              </a:ext>
            </a:extLst>
          </p:cNvPr>
          <p:cNvPicPr>
            <a:picLocks noChangeAspect="1"/>
          </p:cNvPicPr>
          <p:nvPr userDrawn="1"/>
        </p:nvPicPr>
        <p:blipFill rotWithShape="1">
          <a:blip r:embed="rId4" cstate="print">
            <a:extLst>
              <a:ext uri="{28A0092B-C50C-407E-A947-70E740481C1C}">
                <a14:useLocalDpi xmlns:a14="http://schemas.microsoft.com/office/drawing/2010/main"/>
              </a:ext>
              <a:ext uri="{96DAC541-7B7A-43D3-8B79-37D633B846F1}">
                <asvg:svgBlip xmlns:asvg="http://schemas.microsoft.com/office/drawing/2016/SVG/main" xmlns="" r:embed="rId5"/>
              </a:ext>
            </a:extLst>
          </a:blip>
          <a:srcRect r="73936" b="32409"/>
          <a:stretch/>
        </p:blipFill>
        <p:spPr>
          <a:xfrm>
            <a:off x="-1" y="1"/>
            <a:ext cx="3177767" cy="4635374"/>
          </a:xfrm>
          <a:prstGeom prst="rect">
            <a:avLst/>
          </a:prstGeom>
        </p:spPr>
      </p:pic>
      <p:pic>
        <p:nvPicPr>
          <p:cNvPr id="3" name="Bild 2">
            <a:extLst>
              <a:ext uri="{FF2B5EF4-FFF2-40B4-BE49-F238E27FC236}">
                <a16:creationId xmlns:a16="http://schemas.microsoft.com/office/drawing/2014/main" id="{004E1202-DA06-9B02-2B87-6713C953C357}"/>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xmlns="" r:embed="rId7"/>
              </a:ext>
            </a:extLst>
          </a:blip>
          <a:srcRect t="72740" r="75198" b="-1"/>
          <a:stretch/>
        </p:blipFill>
        <p:spPr>
          <a:xfrm flipH="1">
            <a:off x="9166550" y="4988459"/>
            <a:ext cx="3023858" cy="1869540"/>
          </a:xfrm>
          <a:prstGeom prst="rect">
            <a:avLst/>
          </a:prstGeom>
        </p:spPr>
      </p:pic>
    </p:spTree>
    <p:extLst>
      <p:ext uri="{BB962C8B-B14F-4D97-AF65-F5344CB8AC3E}">
        <p14:creationId xmlns:p14="http://schemas.microsoft.com/office/powerpoint/2010/main" val="415031168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How to use template">
    <p:spTree>
      <p:nvGrpSpPr>
        <p:cNvPr id="1" name=""/>
        <p:cNvGrpSpPr/>
        <p:nvPr/>
      </p:nvGrpSpPr>
      <p:grpSpPr>
        <a:xfrm>
          <a:off x="0" y="0"/>
          <a:ext cx="0" cy="0"/>
          <a:chOff x="0" y="0"/>
          <a:chExt cx="0" cy="0"/>
        </a:xfrm>
      </p:grpSpPr>
      <p:grpSp>
        <p:nvGrpSpPr>
          <p:cNvPr id="16" name="Grupp 15">
            <a:extLst>
              <a:ext uri="{FF2B5EF4-FFF2-40B4-BE49-F238E27FC236}">
                <a16:creationId xmlns:a16="http://schemas.microsoft.com/office/drawing/2014/main" id="{CE19B76B-69BE-2CE8-2691-D7F57CA2A986}"/>
              </a:ext>
            </a:extLst>
          </p:cNvPr>
          <p:cNvGrpSpPr>
            <a:grpSpLocks noChangeAspect="1"/>
          </p:cNvGrpSpPr>
          <p:nvPr userDrawn="1"/>
        </p:nvGrpSpPr>
        <p:grpSpPr>
          <a:xfrm>
            <a:off x="2347236" y="2028884"/>
            <a:ext cx="1806522" cy="3150398"/>
            <a:chOff x="3971925" y="-1798194"/>
            <a:chExt cx="6248400" cy="10896600"/>
          </a:xfrm>
        </p:grpSpPr>
        <p:pic>
          <p:nvPicPr>
            <p:cNvPr id="13" name="Bildobjekt 12" descr="En bild som visar text, skärmbild, programvara, diagram&#10;&#10;Automatiskt genererad beskrivning">
              <a:extLst>
                <a:ext uri="{FF2B5EF4-FFF2-40B4-BE49-F238E27FC236}">
                  <a16:creationId xmlns:a16="http://schemas.microsoft.com/office/drawing/2014/main" id="{77182B8F-9D5B-E130-993A-698BFACD8216}"/>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971925" y="3650106"/>
              <a:ext cx="6248400" cy="5448300"/>
            </a:xfrm>
            <a:prstGeom prst="rect">
              <a:avLst/>
            </a:prstGeom>
          </p:spPr>
        </p:pic>
        <p:pic>
          <p:nvPicPr>
            <p:cNvPr id="15" name="Bildobjekt 14" descr="En bild som visar text, skärmbild, programvara, Datorikon&#10;&#10;Automatiskt genererad beskrivning">
              <a:extLst>
                <a:ext uri="{FF2B5EF4-FFF2-40B4-BE49-F238E27FC236}">
                  <a16:creationId xmlns:a16="http://schemas.microsoft.com/office/drawing/2014/main" id="{7DA50AB1-F7A2-EBC7-FB82-E0BBB1473184}"/>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3971925" y="-1798194"/>
              <a:ext cx="6248400" cy="5448300"/>
            </a:xfrm>
            <a:prstGeom prst="rect">
              <a:avLst/>
            </a:prstGeom>
          </p:spPr>
        </p:pic>
      </p:grpSp>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77AA192B-9140-F746-B429-ACF197DC5439}" type="datetime1">
              <a:rPr lang="sv-SE" smtClean="0"/>
              <a:t>2025-05-13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46036"/>
            <a:ext cx="10991850" cy="796252"/>
          </a:xfrm>
          <a:prstGeom prst="rect">
            <a:avLst/>
          </a:prstGeom>
          <a:noFill/>
        </p:spPr>
        <p:txBody>
          <a:bodyPr wrap="square" anchor="t">
            <a:noAutofit/>
          </a:bodyPr>
          <a:lstStyle/>
          <a:p>
            <a:r>
              <a:rPr lang="en-US" sz="3600" b="1" noProof="0" dirty="0">
                <a:solidFill>
                  <a:schemeClr val="tx2"/>
                </a:solidFill>
                <a:latin typeface="+mj-lt"/>
              </a:rPr>
              <a:t>How to use this template</a:t>
            </a:r>
          </a:p>
        </p:txBody>
      </p:sp>
      <p:sp>
        <p:nvSpPr>
          <p:cNvPr id="6" name="textruta 5">
            <a:extLst>
              <a:ext uri="{FF2B5EF4-FFF2-40B4-BE49-F238E27FC236}">
                <a16:creationId xmlns:a16="http://schemas.microsoft.com/office/drawing/2014/main" id="{A169F84A-F3A8-EFE5-7C9A-F2537DED6605}"/>
              </a:ext>
            </a:extLst>
          </p:cNvPr>
          <p:cNvSpPr txBox="1"/>
          <p:nvPr userDrawn="1"/>
        </p:nvSpPr>
        <p:spPr>
          <a:xfrm>
            <a:off x="716536" y="2472816"/>
            <a:ext cx="1469735" cy="723275"/>
          </a:xfrm>
          <a:prstGeom prst="rect">
            <a:avLst/>
          </a:prstGeom>
          <a:noFill/>
        </p:spPr>
        <p:txBody>
          <a:bodyPr wrap="square" lIns="0" tIns="0" rIns="0" bIns="0" rtlCol="0">
            <a:spAutoFit/>
          </a:bodyPr>
          <a:lstStyle/>
          <a:p>
            <a:pPr>
              <a:spcAft>
                <a:spcPts val="600"/>
              </a:spcAft>
            </a:pPr>
            <a:r>
              <a:rPr lang="en-US" sz="1000" b="1" noProof="0" dirty="0">
                <a:solidFill>
                  <a:schemeClr val="tx2"/>
                </a:solidFill>
              </a:rPr>
              <a:t>Slide templates</a:t>
            </a:r>
          </a:p>
          <a:p>
            <a:pPr>
              <a:spcAft>
                <a:spcPts val="600"/>
              </a:spcAft>
            </a:pPr>
            <a:r>
              <a:rPr lang="en-US" sz="800" noProof="0" dirty="0"/>
              <a:t>Click on </a:t>
            </a:r>
            <a:r>
              <a:rPr lang="en-US" sz="800" i="1" noProof="0" dirty="0"/>
              <a:t>New slide</a:t>
            </a:r>
            <a:r>
              <a:rPr lang="en-US" sz="800" noProof="0" dirty="0"/>
              <a:t> to see the templates various template slide. Choose one to suite </a:t>
            </a:r>
            <a:br>
              <a:rPr lang="en-US" sz="800" noProof="0" dirty="0"/>
            </a:br>
            <a:r>
              <a:rPr lang="en-US" sz="800" noProof="0" dirty="0"/>
              <a:t>your content.</a:t>
            </a:r>
          </a:p>
        </p:txBody>
      </p:sp>
      <p:sp>
        <p:nvSpPr>
          <p:cNvPr id="8" name="textruta 7">
            <a:extLst>
              <a:ext uri="{FF2B5EF4-FFF2-40B4-BE49-F238E27FC236}">
                <a16:creationId xmlns:a16="http://schemas.microsoft.com/office/drawing/2014/main" id="{768BCC39-F9DA-DF60-4025-17B6E0131556}"/>
              </a:ext>
            </a:extLst>
          </p:cNvPr>
          <p:cNvSpPr txBox="1"/>
          <p:nvPr userDrawn="1"/>
        </p:nvSpPr>
        <p:spPr>
          <a:xfrm>
            <a:off x="716537" y="3685917"/>
            <a:ext cx="1469735" cy="692497"/>
          </a:xfrm>
          <a:prstGeom prst="rect">
            <a:avLst/>
          </a:prstGeom>
          <a:noFill/>
        </p:spPr>
        <p:txBody>
          <a:bodyPr wrap="square" lIns="0" tIns="0" rIns="0" bIns="0" rtlCol="0">
            <a:spAutoFit/>
          </a:bodyPr>
          <a:lstStyle/>
          <a:p>
            <a:pPr>
              <a:spcAft>
                <a:spcPts val="600"/>
              </a:spcAft>
            </a:pPr>
            <a:r>
              <a:rPr lang="en-US" sz="800" b="1" noProof="0" dirty="0">
                <a:solidFill>
                  <a:schemeClr val="tx2"/>
                </a:solidFill>
              </a:rPr>
              <a:t>Layout</a:t>
            </a:r>
          </a:p>
          <a:p>
            <a:pPr>
              <a:spcAft>
                <a:spcPts val="600"/>
              </a:spcAft>
            </a:pPr>
            <a:r>
              <a:rPr lang="en-US" sz="800" noProof="0" dirty="0"/>
              <a:t>If you’d like to change slide template on an existing slide, click on </a:t>
            </a:r>
            <a:r>
              <a:rPr lang="en-US" sz="800" i="1" noProof="0" dirty="0"/>
              <a:t>Layout</a:t>
            </a:r>
            <a:r>
              <a:rPr lang="en-US" sz="800" noProof="0" dirty="0"/>
              <a:t> and select a new template. </a:t>
            </a:r>
          </a:p>
        </p:txBody>
      </p:sp>
      <p:sp>
        <p:nvSpPr>
          <p:cNvPr id="9" name="textruta 8">
            <a:extLst>
              <a:ext uri="{FF2B5EF4-FFF2-40B4-BE49-F238E27FC236}">
                <a16:creationId xmlns:a16="http://schemas.microsoft.com/office/drawing/2014/main" id="{F266C024-6842-2553-28D2-931168DE2970}"/>
              </a:ext>
            </a:extLst>
          </p:cNvPr>
          <p:cNvSpPr txBox="1"/>
          <p:nvPr userDrawn="1"/>
        </p:nvSpPr>
        <p:spPr>
          <a:xfrm>
            <a:off x="716536" y="4881301"/>
            <a:ext cx="1469735" cy="569387"/>
          </a:xfrm>
          <a:prstGeom prst="rect">
            <a:avLst/>
          </a:prstGeom>
          <a:noFill/>
        </p:spPr>
        <p:txBody>
          <a:bodyPr wrap="square" lIns="0" tIns="0" rIns="0" bIns="0" rtlCol="0">
            <a:spAutoFit/>
          </a:bodyPr>
          <a:lstStyle/>
          <a:p>
            <a:pPr>
              <a:spcAft>
                <a:spcPts val="600"/>
              </a:spcAft>
            </a:pPr>
            <a:r>
              <a:rPr lang="en-US" sz="800" b="1" noProof="0" dirty="0">
                <a:solidFill>
                  <a:schemeClr val="tx2"/>
                </a:solidFill>
              </a:rPr>
              <a:t>Reset</a:t>
            </a:r>
          </a:p>
          <a:p>
            <a:pPr>
              <a:spcAft>
                <a:spcPts val="600"/>
              </a:spcAft>
            </a:pPr>
            <a:r>
              <a:rPr lang="en-US" sz="800" noProof="0" dirty="0"/>
              <a:t>Reset a slide to the slide templates design by </a:t>
            </a:r>
            <a:br>
              <a:rPr lang="en-US" sz="800" noProof="0" dirty="0"/>
            </a:br>
            <a:r>
              <a:rPr lang="en-US" sz="800" noProof="0" dirty="0"/>
              <a:t>clicking on </a:t>
            </a:r>
            <a:r>
              <a:rPr lang="en-US" sz="800" i="1" noProof="0" dirty="0"/>
              <a:t>Reset</a:t>
            </a:r>
            <a:r>
              <a:rPr lang="en-US" sz="800" noProof="0" dirty="0"/>
              <a:t>. </a:t>
            </a:r>
          </a:p>
        </p:txBody>
      </p:sp>
      <p:sp>
        <p:nvSpPr>
          <p:cNvPr id="10" name="textruta 9">
            <a:extLst>
              <a:ext uri="{FF2B5EF4-FFF2-40B4-BE49-F238E27FC236}">
                <a16:creationId xmlns:a16="http://schemas.microsoft.com/office/drawing/2014/main" id="{C49C5967-B80A-E7A8-432B-804EA96184DA}"/>
              </a:ext>
            </a:extLst>
          </p:cNvPr>
          <p:cNvSpPr txBox="1"/>
          <p:nvPr userDrawn="1"/>
        </p:nvSpPr>
        <p:spPr>
          <a:xfrm>
            <a:off x="4586575" y="2066955"/>
            <a:ext cx="1361445" cy="1092607"/>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Colors</a:t>
            </a:r>
          </a:p>
          <a:p>
            <a:pPr>
              <a:spcAft>
                <a:spcPts val="600"/>
              </a:spcAft>
            </a:pPr>
            <a:r>
              <a:rPr lang="en-US" sz="800" noProof="0" dirty="0"/>
              <a:t>This template is programmed with the KTH color palette. The correct colors are the in top row under </a:t>
            </a:r>
            <a:r>
              <a:rPr lang="en-US" sz="800" i="1" noProof="0" dirty="0"/>
              <a:t>Theme Colors</a:t>
            </a:r>
            <a:r>
              <a:rPr lang="en-US" sz="800" noProof="0" dirty="0"/>
              <a:t> and all colors under </a:t>
            </a:r>
            <a:r>
              <a:rPr lang="en-US" sz="800" i="1" noProof="0" dirty="0"/>
              <a:t>Custom Colors</a:t>
            </a:r>
            <a:r>
              <a:rPr lang="en-US" sz="800" noProof="0" dirty="0"/>
              <a:t>. Only use the correct colors.</a:t>
            </a:r>
          </a:p>
        </p:txBody>
      </p:sp>
      <p:sp>
        <p:nvSpPr>
          <p:cNvPr id="17" name="textruta 16">
            <a:extLst>
              <a:ext uri="{FF2B5EF4-FFF2-40B4-BE49-F238E27FC236}">
                <a16:creationId xmlns:a16="http://schemas.microsoft.com/office/drawing/2014/main" id="{5077E03A-6420-92EB-FBAB-1A11484F6E1E}"/>
              </a:ext>
            </a:extLst>
          </p:cNvPr>
          <p:cNvSpPr txBox="1"/>
          <p:nvPr userDrawn="1"/>
        </p:nvSpPr>
        <p:spPr>
          <a:xfrm>
            <a:off x="6938221" y="2303726"/>
            <a:ext cx="598588" cy="307777"/>
          </a:xfrm>
          <a:prstGeom prst="rect">
            <a:avLst/>
          </a:prstGeom>
          <a:noFill/>
        </p:spPr>
        <p:txBody>
          <a:bodyPr wrap="square" lIns="0" tIns="0" rIns="0" bIns="0" rtlCol="0">
            <a:spAutoFit/>
          </a:bodyPr>
          <a:lstStyle/>
          <a:p>
            <a:r>
              <a:rPr lang="en-US" sz="500" noProof="0" dirty="0">
                <a:solidFill>
                  <a:srgbClr val="F9535C"/>
                </a:solidFill>
              </a:rPr>
              <a:t>Do </a:t>
            </a:r>
            <a:r>
              <a:rPr lang="en-US" sz="500" u="sng" noProof="0" dirty="0">
                <a:solidFill>
                  <a:srgbClr val="F9535C"/>
                </a:solidFill>
              </a:rPr>
              <a:t>NOT</a:t>
            </a:r>
            <a:r>
              <a:rPr lang="en-US" sz="500" noProof="0" dirty="0">
                <a:solidFill>
                  <a:srgbClr val="F9535C"/>
                </a:solidFill>
              </a:rPr>
              <a:t> use the colors PowerPoint auto generates. They are not on brand. </a:t>
            </a:r>
          </a:p>
        </p:txBody>
      </p:sp>
      <p:sp>
        <p:nvSpPr>
          <p:cNvPr id="21" name="textruta 20">
            <a:extLst>
              <a:ext uri="{FF2B5EF4-FFF2-40B4-BE49-F238E27FC236}">
                <a16:creationId xmlns:a16="http://schemas.microsoft.com/office/drawing/2014/main" id="{8926CA3B-DA70-E9B7-6DA6-A695DCFB4726}"/>
              </a:ext>
            </a:extLst>
          </p:cNvPr>
          <p:cNvSpPr txBox="1"/>
          <p:nvPr userDrawn="1"/>
        </p:nvSpPr>
        <p:spPr>
          <a:xfrm>
            <a:off x="8095279" y="2061013"/>
            <a:ext cx="1588210" cy="2185214"/>
          </a:xfrm>
          <a:prstGeom prst="rect">
            <a:avLst/>
          </a:prstGeom>
          <a:noFill/>
        </p:spPr>
        <p:txBody>
          <a:bodyPr wrap="square" lIns="0" tIns="0" rIns="0" bIns="0" rtlCol="0">
            <a:spAutoFit/>
          </a:bodyPr>
          <a:lstStyle/>
          <a:p>
            <a:pPr>
              <a:spcAft>
                <a:spcPts val="600"/>
              </a:spcAft>
            </a:pPr>
            <a:r>
              <a:rPr lang="en-US" sz="1000" b="1" noProof="0" dirty="0">
                <a:solidFill>
                  <a:schemeClr val="tx2"/>
                </a:solidFill>
              </a:rPr>
              <a:t>Change the image crop</a:t>
            </a:r>
          </a:p>
          <a:p>
            <a:pPr>
              <a:spcAft>
                <a:spcPts val="600"/>
              </a:spcAft>
            </a:pPr>
            <a:r>
              <a:rPr lang="en-US" sz="800" noProof="0" dirty="0"/>
              <a:t>When an image is placed in an image place holder, PowerPoint automatically crops the image to fit the placeholder. To alter what part of the image is shown:</a:t>
            </a:r>
          </a:p>
          <a:p>
            <a:pPr marL="120600" indent="-120600">
              <a:spcAft>
                <a:spcPts val="600"/>
              </a:spcAft>
              <a:buClr>
                <a:schemeClr val="accent1"/>
              </a:buClr>
              <a:buFont typeface="+mj-lt"/>
              <a:buAutoNum type="arabicPeriod"/>
            </a:pPr>
            <a:r>
              <a:rPr lang="en-US" sz="800" noProof="0" dirty="0"/>
              <a:t>Select the image and go to </a:t>
            </a:r>
            <a:br>
              <a:rPr lang="en-US" sz="800" noProof="0" dirty="0"/>
            </a:br>
            <a:r>
              <a:rPr lang="en-US" sz="800" noProof="0" dirty="0"/>
              <a:t>the </a:t>
            </a:r>
            <a:r>
              <a:rPr lang="en-US" sz="800" i="1" noProof="0" dirty="0"/>
              <a:t>Picture Format </a:t>
            </a:r>
            <a:r>
              <a:rPr lang="en-US" sz="800" noProof="0" dirty="0"/>
              <a:t>tab. </a:t>
            </a:r>
          </a:p>
          <a:p>
            <a:pPr marL="120600" indent="-120600">
              <a:spcAft>
                <a:spcPts val="600"/>
              </a:spcAft>
              <a:buClr>
                <a:schemeClr val="accent1"/>
              </a:buClr>
              <a:buFont typeface="+mj-lt"/>
              <a:buAutoNum type="arabicPeriod"/>
            </a:pPr>
            <a:r>
              <a:rPr lang="en-US" sz="800" noProof="0" dirty="0"/>
              <a:t>Choose </a:t>
            </a:r>
            <a:r>
              <a:rPr lang="en-US" sz="800" i="1" noProof="0" dirty="0"/>
              <a:t>Crop</a:t>
            </a:r>
            <a:r>
              <a:rPr lang="en-US" sz="800" noProof="0" dirty="0"/>
              <a:t>. Now, the entire image is visible, the cropped out parts are darker. </a:t>
            </a:r>
          </a:p>
          <a:p>
            <a:pPr marL="120600" indent="-120600">
              <a:spcAft>
                <a:spcPts val="600"/>
              </a:spcAft>
              <a:buClr>
                <a:schemeClr val="accent1"/>
              </a:buClr>
              <a:buFont typeface="+mj-lt"/>
              <a:buAutoNum type="arabicPeriod"/>
            </a:pPr>
            <a:r>
              <a:rPr lang="en-US" sz="800" noProof="0" dirty="0"/>
              <a:t>Now you can move the image around within the placeholder and/or zoom in by pulling the corners of the image. </a:t>
            </a:r>
          </a:p>
        </p:txBody>
      </p:sp>
      <p:sp>
        <p:nvSpPr>
          <p:cNvPr id="23" name="textruta 22">
            <a:extLst>
              <a:ext uri="{FF2B5EF4-FFF2-40B4-BE49-F238E27FC236}">
                <a16:creationId xmlns:a16="http://schemas.microsoft.com/office/drawing/2014/main" id="{4FF18537-A6AC-E08C-1D06-F4EFDB0287B8}"/>
              </a:ext>
            </a:extLst>
          </p:cNvPr>
          <p:cNvSpPr txBox="1"/>
          <p:nvPr userDrawn="1"/>
        </p:nvSpPr>
        <p:spPr>
          <a:xfrm>
            <a:off x="10058400" y="2061013"/>
            <a:ext cx="1486590" cy="1692771"/>
          </a:xfrm>
          <a:prstGeom prst="rect">
            <a:avLst/>
          </a:prstGeom>
          <a:noFill/>
        </p:spPr>
        <p:txBody>
          <a:bodyPr wrap="square" lIns="0" tIns="0" rIns="0" bIns="0" rtlCol="0">
            <a:spAutoFit/>
          </a:bodyPr>
          <a:lstStyle/>
          <a:p>
            <a:pPr>
              <a:spcAft>
                <a:spcPts val="600"/>
              </a:spcAft>
            </a:pPr>
            <a:r>
              <a:rPr lang="en-US" sz="1000" b="1" noProof="0" dirty="0">
                <a:solidFill>
                  <a:schemeClr val="tx2"/>
                </a:solidFill>
              </a:rPr>
              <a:t>Edit image background</a:t>
            </a:r>
          </a:p>
          <a:p>
            <a:pPr marL="120600" indent="-120600">
              <a:spcAft>
                <a:spcPts val="600"/>
              </a:spcAft>
              <a:buClr>
                <a:schemeClr val="accent1"/>
              </a:buClr>
              <a:buAutoNum type="arabicPeriod"/>
            </a:pPr>
            <a:r>
              <a:rPr lang="en-US" sz="800" noProof="0" dirty="0"/>
              <a:t>Select </a:t>
            </a:r>
            <a:r>
              <a:rPr lang="en-US" sz="800" i="1" noProof="0" dirty="0"/>
              <a:t>Design</a:t>
            </a:r>
            <a:r>
              <a:rPr lang="en-US" sz="800" noProof="0" dirty="0"/>
              <a:t> &gt; </a:t>
            </a:r>
            <a:r>
              <a:rPr lang="en-US" sz="800" i="1" noProof="0" dirty="0"/>
              <a:t>Format Background</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Format Background pane</a:t>
            </a:r>
            <a:r>
              <a:rPr lang="en-US" sz="800" noProof="0" dirty="0"/>
              <a:t>, select </a:t>
            </a:r>
            <a:r>
              <a:rPr lang="en-US" sz="800" i="1" noProof="0" dirty="0"/>
              <a:t>Picture or texture fill</a:t>
            </a:r>
            <a:r>
              <a:rPr lang="en-US" sz="800" noProof="0" dirty="0"/>
              <a:t>.</a:t>
            </a:r>
          </a:p>
          <a:p>
            <a:pPr marL="120600" indent="-120600">
              <a:spcAft>
                <a:spcPts val="600"/>
              </a:spcAft>
              <a:buClr>
                <a:schemeClr val="accent1"/>
              </a:buClr>
              <a:buAutoNum type="arabicPeriod"/>
            </a:pPr>
            <a:r>
              <a:rPr lang="en-US" sz="800" noProof="0" dirty="0"/>
              <a:t>Select </a:t>
            </a:r>
            <a:r>
              <a:rPr lang="en-US" sz="800" i="1" noProof="0" dirty="0"/>
              <a:t>File</a:t>
            </a:r>
            <a:r>
              <a:rPr lang="en-US" sz="800" noProof="0" dirty="0"/>
              <a:t>.</a:t>
            </a:r>
          </a:p>
          <a:p>
            <a:pPr marL="120600" indent="-120600">
              <a:spcAft>
                <a:spcPts val="600"/>
              </a:spcAft>
              <a:buClr>
                <a:schemeClr val="accent1"/>
              </a:buClr>
              <a:buAutoNum type="arabicPeriod"/>
            </a:pPr>
            <a:r>
              <a:rPr lang="en-US" sz="800" noProof="0" dirty="0"/>
              <a:t>In the </a:t>
            </a:r>
            <a:r>
              <a:rPr lang="en-US" sz="800" i="1" noProof="0" dirty="0"/>
              <a:t>Insert Picture</a:t>
            </a:r>
            <a:r>
              <a:rPr lang="en-US" sz="800" noProof="0" dirty="0"/>
              <a:t> dialog box, choose the picture </a:t>
            </a:r>
            <a:br>
              <a:rPr lang="en-US" sz="800" noProof="0" dirty="0"/>
            </a:br>
            <a:r>
              <a:rPr lang="en-US" sz="800" noProof="0" dirty="0"/>
              <a:t>you want to use and then select </a:t>
            </a:r>
            <a:r>
              <a:rPr lang="en-US" sz="800" i="1" noProof="0" dirty="0"/>
              <a:t>Insert</a:t>
            </a:r>
            <a:r>
              <a:rPr lang="en-US" sz="800" noProof="0" dirty="0"/>
              <a:t>.</a:t>
            </a:r>
          </a:p>
        </p:txBody>
      </p:sp>
      <p:sp>
        <p:nvSpPr>
          <p:cNvPr id="24" name="textruta 23">
            <a:extLst>
              <a:ext uri="{FF2B5EF4-FFF2-40B4-BE49-F238E27FC236}">
                <a16:creationId xmlns:a16="http://schemas.microsoft.com/office/drawing/2014/main" id="{49208D86-4998-5146-37DE-48F0F8DCB7BC}"/>
              </a:ext>
            </a:extLst>
          </p:cNvPr>
          <p:cNvSpPr txBox="1"/>
          <p:nvPr userDrawn="1"/>
        </p:nvSpPr>
        <p:spPr>
          <a:xfrm>
            <a:off x="4586575" y="4075714"/>
            <a:ext cx="1295401" cy="1569660"/>
          </a:xfrm>
          <a:prstGeom prst="rect">
            <a:avLst/>
          </a:prstGeom>
          <a:noFill/>
        </p:spPr>
        <p:txBody>
          <a:bodyPr wrap="square" lIns="0" tIns="0" rIns="0" bIns="0" rtlCol="0">
            <a:spAutoFit/>
          </a:bodyPr>
          <a:lstStyle/>
          <a:p>
            <a:pPr>
              <a:spcAft>
                <a:spcPts val="600"/>
              </a:spcAft>
            </a:pPr>
            <a:r>
              <a:rPr lang="en-US" sz="1000" b="1" noProof="0" dirty="0">
                <a:solidFill>
                  <a:schemeClr val="tx2"/>
                </a:solidFill>
              </a:rPr>
              <a:t>Header and footer</a:t>
            </a:r>
          </a:p>
          <a:p>
            <a:pPr>
              <a:spcAft>
                <a:spcPts val="600"/>
              </a:spcAft>
            </a:pPr>
            <a:r>
              <a:rPr lang="en-US" sz="800" noProof="0" dirty="0"/>
              <a:t>Insert header/footer, </a:t>
            </a:r>
            <a:br>
              <a:rPr lang="en-US" sz="800" noProof="0" dirty="0"/>
            </a:br>
            <a:r>
              <a:rPr lang="en-US" sz="800" noProof="0" dirty="0"/>
              <a:t>date and page numbers:</a:t>
            </a:r>
          </a:p>
          <a:p>
            <a:pPr marL="120600" indent="-120600">
              <a:spcAft>
                <a:spcPts val="600"/>
              </a:spcAft>
              <a:buClr>
                <a:schemeClr val="accent1"/>
              </a:buClr>
              <a:buFont typeface="+mj-lt"/>
              <a:buAutoNum type="arabicPeriod"/>
            </a:pPr>
            <a:r>
              <a:rPr lang="en-US" sz="800" noProof="0" dirty="0"/>
              <a:t>On the </a:t>
            </a:r>
            <a:r>
              <a:rPr lang="en-US" sz="800" i="1" noProof="0" dirty="0"/>
              <a:t>Insert</a:t>
            </a:r>
            <a:r>
              <a:rPr lang="en-US" sz="800" noProof="0" dirty="0"/>
              <a:t> tab, </a:t>
            </a:r>
            <a:br>
              <a:rPr lang="en-US" sz="800" noProof="0" dirty="0"/>
            </a:br>
            <a:r>
              <a:rPr lang="en-US" sz="800" noProof="0" dirty="0"/>
              <a:t>click </a:t>
            </a:r>
            <a:r>
              <a:rPr lang="en-US" sz="800" i="1" noProof="0" dirty="0"/>
              <a:t>Header &amp; Footer</a:t>
            </a:r>
            <a:r>
              <a:rPr lang="en-US" sz="800" noProof="0" dirty="0"/>
              <a:t>.</a:t>
            </a:r>
          </a:p>
          <a:p>
            <a:pPr marL="120600" indent="-120600">
              <a:spcAft>
                <a:spcPts val="600"/>
              </a:spcAft>
              <a:buClr>
                <a:schemeClr val="accent1"/>
              </a:buClr>
              <a:buFont typeface="+mj-lt"/>
              <a:buAutoNum type="arabicPeriod"/>
            </a:pPr>
            <a:r>
              <a:rPr lang="en-US" sz="800" noProof="0" dirty="0"/>
              <a:t>In the Header and Footer box, on the Slide tab, select the information you want.</a:t>
            </a:r>
          </a:p>
          <a:p>
            <a:pPr marL="120600" indent="-120600">
              <a:spcAft>
                <a:spcPts val="600"/>
              </a:spcAft>
              <a:buClr>
                <a:schemeClr val="accent1"/>
              </a:buClr>
              <a:buFont typeface="+mj-lt"/>
              <a:buAutoNum type="arabicPeriod"/>
            </a:pPr>
            <a:r>
              <a:rPr lang="en-US" sz="800" noProof="0" dirty="0"/>
              <a:t>Click </a:t>
            </a:r>
            <a:r>
              <a:rPr lang="en-US" sz="800" i="1" noProof="0" dirty="0"/>
              <a:t>Apply to All</a:t>
            </a:r>
            <a:r>
              <a:rPr lang="en-US" sz="800" noProof="0" dirty="0"/>
              <a:t>.</a:t>
            </a:r>
          </a:p>
        </p:txBody>
      </p:sp>
      <p:pic>
        <p:nvPicPr>
          <p:cNvPr id="32" name="Bildobjekt 31" descr="En bild som visar moln, utomhus, himmel, byggnad&#10;&#10;Automatiskt genererad beskrivning">
            <a:extLst>
              <a:ext uri="{FF2B5EF4-FFF2-40B4-BE49-F238E27FC236}">
                <a16:creationId xmlns:a16="http://schemas.microsoft.com/office/drawing/2014/main" id="{94D13EAB-F856-BC62-1623-0235CE917A48}"/>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8066200" y="4318565"/>
            <a:ext cx="1493231" cy="1981989"/>
          </a:xfrm>
          <a:prstGeom prst="rect">
            <a:avLst/>
          </a:prstGeom>
        </p:spPr>
      </p:pic>
      <p:pic>
        <p:nvPicPr>
          <p:cNvPr id="34" name="Picture 4" descr="Microsoft PowerPoint 365 Overview and Supported File Types">
            <a:extLst>
              <a:ext uri="{FF2B5EF4-FFF2-40B4-BE49-F238E27FC236}">
                <a16:creationId xmlns:a16="http://schemas.microsoft.com/office/drawing/2014/main" id="{6B95C2D0-3101-BE06-9875-AF2510CF817D}"/>
              </a:ext>
            </a:extLst>
          </p:cNvPr>
          <p:cNvPicPr>
            <a:picLocks noChangeAspect="1" noChangeArrowheads="1"/>
          </p:cNvPicPr>
          <p:nvPr userDrawn="1"/>
        </p:nvPicPr>
        <p:blipFill rotWithShape="1">
          <a:blip r:embed="rId5" cstate="print">
            <a:extLst>
              <a:ext uri="{28A0092B-C50C-407E-A947-70E740481C1C}">
                <a14:useLocalDpi xmlns:a14="http://schemas.microsoft.com/office/drawing/2010/main"/>
              </a:ext>
            </a:extLst>
          </a:blip>
          <a:srcRect/>
          <a:stretch/>
        </p:blipFill>
        <p:spPr bwMode="auto">
          <a:xfrm>
            <a:off x="721644" y="2028884"/>
            <a:ext cx="208587" cy="334335"/>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4" descr="Microsoft PowerPoint 365 Overview and Supported File Types">
            <a:extLst>
              <a:ext uri="{FF2B5EF4-FFF2-40B4-BE49-F238E27FC236}">
                <a16:creationId xmlns:a16="http://schemas.microsoft.com/office/drawing/2014/main" id="{D259F975-3B73-BC3A-B353-F3B57056CAFE}"/>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a:ext>
            </a:extLst>
          </a:blip>
          <a:srcRect/>
          <a:stretch/>
        </p:blipFill>
        <p:spPr bwMode="auto">
          <a:xfrm>
            <a:off x="716536" y="3527233"/>
            <a:ext cx="328130" cy="105310"/>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4" descr="Microsoft PowerPoint 365 Overview and Supported File Types">
            <a:extLst>
              <a:ext uri="{FF2B5EF4-FFF2-40B4-BE49-F238E27FC236}">
                <a16:creationId xmlns:a16="http://schemas.microsoft.com/office/drawing/2014/main" id="{C0490137-5992-062D-6D6B-7856F08EDE8C}"/>
              </a:ext>
            </a:extLst>
          </p:cNvPr>
          <p:cNvPicPr>
            <a:picLocks noChangeAspect="1" noChangeArrowheads="1"/>
          </p:cNvPicPr>
          <p:nvPr userDrawn="1"/>
        </p:nvPicPr>
        <p:blipFill rotWithShape="1">
          <a:blip r:embed="rId7" cstate="print">
            <a:extLst>
              <a:ext uri="{28A0092B-C50C-407E-A947-70E740481C1C}">
                <a14:useLocalDpi xmlns:a14="http://schemas.microsoft.com/office/drawing/2010/main"/>
              </a:ext>
            </a:extLst>
          </a:blip>
          <a:srcRect/>
          <a:stretch/>
        </p:blipFill>
        <p:spPr bwMode="auto">
          <a:xfrm>
            <a:off x="716536" y="4708556"/>
            <a:ext cx="256300" cy="10531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Header and Footer on slides - Microsoft PowerPoint 365">
            <a:extLst>
              <a:ext uri="{FF2B5EF4-FFF2-40B4-BE49-F238E27FC236}">
                <a16:creationId xmlns:a16="http://schemas.microsoft.com/office/drawing/2014/main" id="{514F44FF-F14B-3D48-E9D1-E7E8BB20F671}"/>
              </a:ext>
            </a:extLst>
          </p:cNvPr>
          <p:cNvPicPr>
            <a:picLocks noChangeAspect="1" noChangeArrowheads="1"/>
          </p:cNvPicPr>
          <p:nvPr userDrawn="1"/>
        </p:nvPicPr>
        <p:blipFill>
          <a:blip r:embed="rId8" cstate="print">
            <a:extLst>
              <a:ext uri="{28A0092B-C50C-407E-A947-70E740481C1C}">
                <a14:useLocalDpi xmlns:a14="http://schemas.microsoft.com/office/drawing/2010/main"/>
              </a:ext>
            </a:extLst>
          </a:blip>
          <a:srcRect/>
          <a:stretch>
            <a:fillRect/>
          </a:stretch>
        </p:blipFill>
        <p:spPr bwMode="auto">
          <a:xfrm>
            <a:off x="6062042" y="4075714"/>
            <a:ext cx="1493231" cy="1103568"/>
          </a:xfrm>
          <a:prstGeom prst="rect">
            <a:avLst/>
          </a:prstGeom>
          <a:noFill/>
          <a:extLst>
            <a:ext uri="{909E8E84-426E-40DD-AFC4-6F175D3DCCD1}">
              <a14:hiddenFill xmlns:a14="http://schemas.microsoft.com/office/drawing/2010/main">
                <a:solidFill>
                  <a:srgbClr val="FFFFFF"/>
                </a:solidFill>
              </a14:hiddenFill>
            </a:ext>
          </a:extLst>
        </p:spPr>
      </p:pic>
      <p:grpSp>
        <p:nvGrpSpPr>
          <p:cNvPr id="1125" name="Grupp 1124">
            <a:extLst>
              <a:ext uri="{FF2B5EF4-FFF2-40B4-BE49-F238E27FC236}">
                <a16:creationId xmlns:a16="http://schemas.microsoft.com/office/drawing/2014/main" id="{918579BF-BDEF-7B25-9DCA-62CC6D39793B}"/>
              </a:ext>
            </a:extLst>
          </p:cNvPr>
          <p:cNvGrpSpPr/>
          <p:nvPr userDrawn="1"/>
        </p:nvGrpSpPr>
        <p:grpSpPr>
          <a:xfrm>
            <a:off x="6063783" y="2031850"/>
            <a:ext cx="800155" cy="1688467"/>
            <a:chOff x="6063783" y="2031850"/>
            <a:chExt cx="1800691" cy="3799773"/>
          </a:xfrm>
        </p:grpSpPr>
        <p:pic>
          <p:nvPicPr>
            <p:cNvPr id="1030" name="Picture 6" descr="Hacking PowerPoint to create custom colors | BrightCarbon">
              <a:extLst>
                <a:ext uri="{FF2B5EF4-FFF2-40B4-BE49-F238E27FC236}">
                  <a16:creationId xmlns:a16="http://schemas.microsoft.com/office/drawing/2014/main" id="{1E944A0E-9B5A-F599-847C-0737479E7BC1}"/>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a:ext>
              </a:extLst>
            </a:blip>
            <a:srcRect l="36641" r="36664"/>
            <a:stretch/>
          </p:blipFill>
          <p:spPr bwMode="auto">
            <a:xfrm>
              <a:off x="6063783" y="2031850"/>
              <a:ext cx="1800691" cy="3799773"/>
            </a:xfrm>
            <a:prstGeom prst="rect">
              <a:avLst/>
            </a:prstGeom>
            <a:noFill/>
            <a:extLst>
              <a:ext uri="{909E8E84-426E-40DD-AFC4-6F175D3DCCD1}">
                <a14:hiddenFill xmlns:a14="http://schemas.microsoft.com/office/drawing/2010/main">
                  <a:solidFill>
                    <a:srgbClr val="FFFFFF"/>
                  </a:solidFill>
                </a14:hiddenFill>
              </a:ext>
            </a:extLst>
          </p:spPr>
        </p:pic>
        <p:sp>
          <p:nvSpPr>
            <p:cNvPr id="1123" name="Rektangel 1122">
              <a:extLst>
                <a:ext uri="{FF2B5EF4-FFF2-40B4-BE49-F238E27FC236}">
                  <a16:creationId xmlns:a16="http://schemas.microsoft.com/office/drawing/2014/main" id="{1ED61660-0DB3-CEA4-C27E-195D3290C063}"/>
                </a:ext>
              </a:extLst>
            </p:cNvPr>
            <p:cNvSpPr/>
            <p:nvPr userDrawn="1"/>
          </p:nvSpPr>
          <p:spPr>
            <a:xfrm>
              <a:off x="6095206" y="3789106"/>
              <a:ext cx="1743870" cy="7370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4" name="Rektangel 1123">
              <a:extLst>
                <a:ext uri="{FF2B5EF4-FFF2-40B4-BE49-F238E27FC236}">
                  <a16:creationId xmlns:a16="http://schemas.microsoft.com/office/drawing/2014/main" id="{97E61731-FF1C-C73E-9B81-82B5C53D7931}"/>
                </a:ext>
              </a:extLst>
            </p:cNvPr>
            <p:cNvSpPr/>
            <p:nvPr userDrawn="1"/>
          </p:nvSpPr>
          <p:spPr>
            <a:xfrm>
              <a:off x="6451542" y="2363219"/>
              <a:ext cx="1378008" cy="98323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9" name="Rektangel 18">
              <a:extLst>
                <a:ext uri="{FF2B5EF4-FFF2-40B4-BE49-F238E27FC236}">
                  <a16:creationId xmlns:a16="http://schemas.microsoft.com/office/drawing/2014/main" id="{71A7971D-8FD8-6FAF-FBCA-543DAC638849}"/>
                </a:ext>
              </a:extLst>
            </p:cNvPr>
            <p:cNvSpPr/>
            <p:nvPr userDrawn="1"/>
          </p:nvSpPr>
          <p:spPr>
            <a:xfrm>
              <a:off x="6637090" y="2388295"/>
              <a:ext cx="126305" cy="126305"/>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0" name="Rektangel 19">
              <a:extLst>
                <a:ext uri="{FF2B5EF4-FFF2-40B4-BE49-F238E27FC236}">
                  <a16:creationId xmlns:a16="http://schemas.microsoft.com/office/drawing/2014/main" id="{C9DDD11C-85E2-44BE-6A91-D72279994B26}"/>
                </a:ext>
              </a:extLst>
            </p:cNvPr>
            <p:cNvSpPr/>
            <p:nvPr userDrawn="1"/>
          </p:nvSpPr>
          <p:spPr>
            <a:xfrm>
              <a:off x="6812622" y="2388295"/>
              <a:ext cx="126305" cy="126305"/>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2" name="Rektangel 21">
              <a:extLst>
                <a:ext uri="{FF2B5EF4-FFF2-40B4-BE49-F238E27FC236}">
                  <a16:creationId xmlns:a16="http://schemas.microsoft.com/office/drawing/2014/main" id="{A5F72BB2-8D37-F99C-624D-D6B83AEDB706}"/>
                </a:ext>
              </a:extLst>
            </p:cNvPr>
            <p:cNvSpPr/>
            <p:nvPr userDrawn="1"/>
          </p:nvSpPr>
          <p:spPr>
            <a:xfrm>
              <a:off x="6988154" y="23882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5" name="Rektangel 24">
              <a:extLst>
                <a:ext uri="{FF2B5EF4-FFF2-40B4-BE49-F238E27FC236}">
                  <a16:creationId xmlns:a16="http://schemas.microsoft.com/office/drawing/2014/main" id="{84DFF5F4-D1BE-880D-87D8-99BD8D5986B4}"/>
                </a:ext>
              </a:extLst>
            </p:cNvPr>
            <p:cNvSpPr/>
            <p:nvPr userDrawn="1"/>
          </p:nvSpPr>
          <p:spPr>
            <a:xfrm>
              <a:off x="7163686" y="23882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6" name="Rektangel 25">
              <a:extLst>
                <a:ext uri="{FF2B5EF4-FFF2-40B4-BE49-F238E27FC236}">
                  <a16:creationId xmlns:a16="http://schemas.microsoft.com/office/drawing/2014/main" id="{57799422-9E37-147F-C5EF-BD69600A0259}"/>
                </a:ext>
              </a:extLst>
            </p:cNvPr>
            <p:cNvSpPr/>
            <p:nvPr userDrawn="1"/>
          </p:nvSpPr>
          <p:spPr>
            <a:xfrm>
              <a:off x="7339218" y="23882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7" name="Rektangel 26">
              <a:extLst>
                <a:ext uri="{FF2B5EF4-FFF2-40B4-BE49-F238E27FC236}">
                  <a16:creationId xmlns:a16="http://schemas.microsoft.com/office/drawing/2014/main" id="{CF0BD3BD-CA59-5181-6A7D-85BA481CF469}"/>
                </a:ext>
              </a:extLst>
            </p:cNvPr>
            <p:cNvSpPr/>
            <p:nvPr userDrawn="1"/>
          </p:nvSpPr>
          <p:spPr>
            <a:xfrm>
              <a:off x="7514750" y="2388295"/>
              <a:ext cx="126305" cy="126305"/>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28" name="Rektangel 27">
              <a:extLst>
                <a:ext uri="{FF2B5EF4-FFF2-40B4-BE49-F238E27FC236}">
                  <a16:creationId xmlns:a16="http://schemas.microsoft.com/office/drawing/2014/main" id="{AD483FB7-DFED-6269-FDB3-DA99BF8F1738}"/>
                </a:ext>
              </a:extLst>
            </p:cNvPr>
            <p:cNvSpPr/>
            <p:nvPr userDrawn="1"/>
          </p:nvSpPr>
          <p:spPr>
            <a:xfrm>
              <a:off x="7690282" y="23882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31" name="Rektangel 30">
              <a:extLst>
                <a:ext uri="{FF2B5EF4-FFF2-40B4-BE49-F238E27FC236}">
                  <a16:creationId xmlns:a16="http://schemas.microsoft.com/office/drawing/2014/main" id="{53C50CD2-78C6-259C-97BD-526C014CEC81}"/>
                </a:ext>
              </a:extLst>
            </p:cNvPr>
            <p:cNvSpPr/>
            <p:nvPr userDrawn="1"/>
          </p:nvSpPr>
          <p:spPr>
            <a:xfrm>
              <a:off x="6637090" y="2661345"/>
              <a:ext cx="126305" cy="132095"/>
            </a:xfrm>
            <a:prstGeom prst="rect">
              <a:avLst/>
            </a:prstGeom>
            <a:solidFill>
              <a:schemeClr val="tx2">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47" name="Rektangel 46">
              <a:extLst>
                <a:ext uri="{FF2B5EF4-FFF2-40B4-BE49-F238E27FC236}">
                  <a16:creationId xmlns:a16="http://schemas.microsoft.com/office/drawing/2014/main" id="{8C1EA23D-35AA-C628-1834-7EC9974FAFA4}"/>
                </a:ext>
              </a:extLst>
            </p:cNvPr>
            <p:cNvSpPr/>
            <p:nvPr userDrawn="1"/>
          </p:nvSpPr>
          <p:spPr>
            <a:xfrm>
              <a:off x="6637090" y="2794041"/>
              <a:ext cx="126305" cy="132095"/>
            </a:xfrm>
            <a:prstGeom prst="rect">
              <a:avLst/>
            </a:prstGeom>
            <a:solidFill>
              <a:schemeClr val="tx2">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55" name="Rektangel 54">
              <a:extLst>
                <a:ext uri="{FF2B5EF4-FFF2-40B4-BE49-F238E27FC236}">
                  <a16:creationId xmlns:a16="http://schemas.microsoft.com/office/drawing/2014/main" id="{583F96BE-E130-3FDD-576F-874BDC4A6C90}"/>
                </a:ext>
              </a:extLst>
            </p:cNvPr>
            <p:cNvSpPr/>
            <p:nvPr userDrawn="1"/>
          </p:nvSpPr>
          <p:spPr>
            <a:xfrm>
              <a:off x="6637090" y="2926737"/>
              <a:ext cx="126305" cy="132095"/>
            </a:xfrm>
            <a:prstGeom prst="rect">
              <a:avLst/>
            </a:prstGeom>
            <a:solidFill>
              <a:schemeClr val="tx2">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63" name="Rektangel 62">
              <a:extLst>
                <a:ext uri="{FF2B5EF4-FFF2-40B4-BE49-F238E27FC236}">
                  <a16:creationId xmlns:a16="http://schemas.microsoft.com/office/drawing/2014/main" id="{33F1335E-E254-7491-5F15-30754BBD151E}"/>
                </a:ext>
              </a:extLst>
            </p:cNvPr>
            <p:cNvSpPr/>
            <p:nvPr userDrawn="1"/>
          </p:nvSpPr>
          <p:spPr>
            <a:xfrm>
              <a:off x="6637090" y="3059433"/>
              <a:ext cx="126305" cy="132095"/>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33" name="Rektangel 1032">
              <a:extLst>
                <a:ext uri="{FF2B5EF4-FFF2-40B4-BE49-F238E27FC236}">
                  <a16:creationId xmlns:a16="http://schemas.microsoft.com/office/drawing/2014/main" id="{B691ED7D-5446-C50C-8BC0-D7AB6D614765}"/>
                </a:ext>
              </a:extLst>
            </p:cNvPr>
            <p:cNvSpPr/>
            <p:nvPr userDrawn="1"/>
          </p:nvSpPr>
          <p:spPr>
            <a:xfrm>
              <a:off x="6637090" y="3192130"/>
              <a:ext cx="126305" cy="132095"/>
            </a:xfrm>
            <a:prstGeom prst="rect">
              <a:avLst/>
            </a:prstGeom>
            <a:solidFill>
              <a:schemeClr val="tx2">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2" name="Rektangel 1041">
              <a:extLst>
                <a:ext uri="{FF2B5EF4-FFF2-40B4-BE49-F238E27FC236}">
                  <a16:creationId xmlns:a16="http://schemas.microsoft.com/office/drawing/2014/main" id="{7F5FD652-25CD-24B4-271B-3CFC6E465C27}"/>
                </a:ext>
              </a:extLst>
            </p:cNvPr>
            <p:cNvSpPr/>
            <p:nvPr userDrawn="1"/>
          </p:nvSpPr>
          <p:spPr>
            <a:xfrm>
              <a:off x="6812622" y="2661345"/>
              <a:ext cx="126305" cy="132095"/>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3" name="Rektangel 1042">
              <a:extLst>
                <a:ext uri="{FF2B5EF4-FFF2-40B4-BE49-F238E27FC236}">
                  <a16:creationId xmlns:a16="http://schemas.microsoft.com/office/drawing/2014/main" id="{46276B80-6A92-8513-3337-2E24980A3660}"/>
                </a:ext>
              </a:extLst>
            </p:cNvPr>
            <p:cNvSpPr/>
            <p:nvPr userDrawn="1"/>
          </p:nvSpPr>
          <p:spPr>
            <a:xfrm>
              <a:off x="6812622" y="2794041"/>
              <a:ext cx="126305" cy="13209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4" name="Rektangel 1043">
              <a:extLst>
                <a:ext uri="{FF2B5EF4-FFF2-40B4-BE49-F238E27FC236}">
                  <a16:creationId xmlns:a16="http://schemas.microsoft.com/office/drawing/2014/main" id="{DF08EB8B-05A1-5D1E-3453-E35F156EA44C}"/>
                </a:ext>
              </a:extLst>
            </p:cNvPr>
            <p:cNvSpPr/>
            <p:nvPr userDrawn="1"/>
          </p:nvSpPr>
          <p:spPr>
            <a:xfrm>
              <a:off x="6812622" y="2926737"/>
              <a:ext cx="126305" cy="132095"/>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5" name="Rektangel 1044">
              <a:extLst>
                <a:ext uri="{FF2B5EF4-FFF2-40B4-BE49-F238E27FC236}">
                  <a16:creationId xmlns:a16="http://schemas.microsoft.com/office/drawing/2014/main" id="{73BCDEB0-F256-9D9A-1735-36C73E5A4254}"/>
                </a:ext>
              </a:extLst>
            </p:cNvPr>
            <p:cNvSpPr/>
            <p:nvPr userDrawn="1"/>
          </p:nvSpPr>
          <p:spPr>
            <a:xfrm>
              <a:off x="6812622" y="3059433"/>
              <a:ext cx="126305" cy="132095"/>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6" name="Rektangel 1045">
              <a:extLst>
                <a:ext uri="{FF2B5EF4-FFF2-40B4-BE49-F238E27FC236}">
                  <a16:creationId xmlns:a16="http://schemas.microsoft.com/office/drawing/2014/main" id="{8FB9E9DD-EB3E-746C-2937-90EBE84B3B2A}"/>
                </a:ext>
              </a:extLst>
            </p:cNvPr>
            <p:cNvSpPr/>
            <p:nvPr userDrawn="1"/>
          </p:nvSpPr>
          <p:spPr>
            <a:xfrm>
              <a:off x="6812622" y="3192130"/>
              <a:ext cx="126305" cy="132095"/>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7" name="Rektangel 1046">
              <a:extLst>
                <a:ext uri="{FF2B5EF4-FFF2-40B4-BE49-F238E27FC236}">
                  <a16:creationId xmlns:a16="http://schemas.microsoft.com/office/drawing/2014/main" id="{BF36CC62-D665-E681-0504-9607980B29D1}"/>
                </a:ext>
              </a:extLst>
            </p:cNvPr>
            <p:cNvSpPr/>
            <p:nvPr userDrawn="1"/>
          </p:nvSpPr>
          <p:spPr>
            <a:xfrm>
              <a:off x="6988154" y="2661345"/>
              <a:ext cx="126305" cy="132095"/>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8" name="Rektangel 1047">
              <a:extLst>
                <a:ext uri="{FF2B5EF4-FFF2-40B4-BE49-F238E27FC236}">
                  <a16:creationId xmlns:a16="http://schemas.microsoft.com/office/drawing/2014/main" id="{2ED8E59C-4621-6900-D5FB-392B5F63EB15}"/>
                </a:ext>
              </a:extLst>
            </p:cNvPr>
            <p:cNvSpPr/>
            <p:nvPr userDrawn="1"/>
          </p:nvSpPr>
          <p:spPr>
            <a:xfrm>
              <a:off x="6988154" y="2794041"/>
              <a:ext cx="126305" cy="13209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49" name="Rektangel 1048">
              <a:extLst>
                <a:ext uri="{FF2B5EF4-FFF2-40B4-BE49-F238E27FC236}">
                  <a16:creationId xmlns:a16="http://schemas.microsoft.com/office/drawing/2014/main" id="{1D1DFB72-8F94-C092-AB42-28E3BBF12D65}"/>
                </a:ext>
              </a:extLst>
            </p:cNvPr>
            <p:cNvSpPr/>
            <p:nvPr userDrawn="1"/>
          </p:nvSpPr>
          <p:spPr>
            <a:xfrm>
              <a:off x="6988154" y="2926737"/>
              <a:ext cx="126305" cy="132095"/>
            </a:xfrm>
            <a:prstGeom prst="rect">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0" name="Rektangel 1049">
              <a:extLst>
                <a:ext uri="{FF2B5EF4-FFF2-40B4-BE49-F238E27FC236}">
                  <a16:creationId xmlns:a16="http://schemas.microsoft.com/office/drawing/2014/main" id="{9B388C52-8786-0F82-B433-3A79F1A4541A}"/>
                </a:ext>
              </a:extLst>
            </p:cNvPr>
            <p:cNvSpPr/>
            <p:nvPr userDrawn="1"/>
          </p:nvSpPr>
          <p:spPr>
            <a:xfrm>
              <a:off x="6988154" y="3059433"/>
              <a:ext cx="126305" cy="132095"/>
            </a:xfrm>
            <a:prstGeom prst="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1" name="Rektangel 1050">
              <a:extLst>
                <a:ext uri="{FF2B5EF4-FFF2-40B4-BE49-F238E27FC236}">
                  <a16:creationId xmlns:a16="http://schemas.microsoft.com/office/drawing/2014/main" id="{D4A998FA-E595-5120-1049-A3CC1C33E72E}"/>
                </a:ext>
              </a:extLst>
            </p:cNvPr>
            <p:cNvSpPr/>
            <p:nvPr userDrawn="1"/>
          </p:nvSpPr>
          <p:spPr>
            <a:xfrm>
              <a:off x="6988154" y="3192130"/>
              <a:ext cx="126305" cy="132095"/>
            </a:xfrm>
            <a:prstGeom prst="rect">
              <a:avLst/>
            </a:prstGeom>
            <a:solidFill>
              <a:schemeClr val="accent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2" name="Rektangel 1051">
              <a:extLst>
                <a:ext uri="{FF2B5EF4-FFF2-40B4-BE49-F238E27FC236}">
                  <a16:creationId xmlns:a16="http://schemas.microsoft.com/office/drawing/2014/main" id="{C8E27C97-6977-891F-B3C0-4CDE580AF57D}"/>
                </a:ext>
              </a:extLst>
            </p:cNvPr>
            <p:cNvSpPr/>
            <p:nvPr userDrawn="1"/>
          </p:nvSpPr>
          <p:spPr>
            <a:xfrm>
              <a:off x="7163686" y="2661345"/>
              <a:ext cx="126305" cy="132095"/>
            </a:xfrm>
            <a:prstGeom prst="rect">
              <a:avLst/>
            </a:prstGeom>
            <a:solidFill>
              <a:schemeClr val="accent3">
                <a:lumMod val="10000"/>
                <a:lumOff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3" name="Rektangel 1052">
              <a:extLst>
                <a:ext uri="{FF2B5EF4-FFF2-40B4-BE49-F238E27FC236}">
                  <a16:creationId xmlns:a16="http://schemas.microsoft.com/office/drawing/2014/main" id="{19FB03B5-BA18-74B7-9DEB-889CA8566539}"/>
                </a:ext>
              </a:extLst>
            </p:cNvPr>
            <p:cNvSpPr/>
            <p:nvPr userDrawn="1"/>
          </p:nvSpPr>
          <p:spPr>
            <a:xfrm>
              <a:off x="7163686" y="2794041"/>
              <a:ext cx="126305" cy="132095"/>
            </a:xfrm>
            <a:prstGeom prst="rect">
              <a:avLst/>
            </a:prstGeom>
            <a:solidFill>
              <a:schemeClr val="accent3">
                <a:lumMod val="25000"/>
                <a:lumOff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4" name="Rektangel 1053">
              <a:extLst>
                <a:ext uri="{FF2B5EF4-FFF2-40B4-BE49-F238E27FC236}">
                  <a16:creationId xmlns:a16="http://schemas.microsoft.com/office/drawing/2014/main" id="{57CEB0A0-35F5-997A-61EB-3E655B67D34B}"/>
                </a:ext>
              </a:extLst>
            </p:cNvPr>
            <p:cNvSpPr/>
            <p:nvPr userDrawn="1"/>
          </p:nvSpPr>
          <p:spPr>
            <a:xfrm>
              <a:off x="7163686" y="2926737"/>
              <a:ext cx="126305" cy="132095"/>
            </a:xfrm>
            <a:prstGeom prst="rect">
              <a:avLst/>
            </a:prstGeom>
            <a:solidFill>
              <a:schemeClr val="accent3">
                <a:lumMod val="50000"/>
                <a:lumOff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5" name="Rektangel 1054">
              <a:extLst>
                <a:ext uri="{FF2B5EF4-FFF2-40B4-BE49-F238E27FC236}">
                  <a16:creationId xmlns:a16="http://schemas.microsoft.com/office/drawing/2014/main" id="{187C5504-CF38-10EF-6656-9D373F47022B}"/>
                </a:ext>
              </a:extLst>
            </p:cNvPr>
            <p:cNvSpPr/>
            <p:nvPr userDrawn="1"/>
          </p:nvSpPr>
          <p:spPr>
            <a:xfrm>
              <a:off x="7163686" y="3059433"/>
              <a:ext cx="126305" cy="132095"/>
            </a:xfrm>
            <a:prstGeom prst="rect">
              <a:avLst/>
            </a:prstGeom>
            <a:solidFill>
              <a:schemeClr val="accent3">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6" name="Rektangel 1055">
              <a:extLst>
                <a:ext uri="{FF2B5EF4-FFF2-40B4-BE49-F238E27FC236}">
                  <a16:creationId xmlns:a16="http://schemas.microsoft.com/office/drawing/2014/main" id="{00ECB6FD-B078-6ED8-3BF0-E6FFFB4125FF}"/>
                </a:ext>
              </a:extLst>
            </p:cNvPr>
            <p:cNvSpPr/>
            <p:nvPr userDrawn="1"/>
          </p:nvSpPr>
          <p:spPr>
            <a:xfrm>
              <a:off x="7163686" y="3192130"/>
              <a:ext cx="126305" cy="132095"/>
            </a:xfrm>
            <a:prstGeom prst="rect">
              <a:avLst/>
            </a:prstGeom>
            <a:solidFill>
              <a:schemeClr val="accent3">
                <a:lumMod val="90000"/>
                <a:lumOff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7" name="Rektangel 1056">
              <a:extLst>
                <a:ext uri="{FF2B5EF4-FFF2-40B4-BE49-F238E27FC236}">
                  <a16:creationId xmlns:a16="http://schemas.microsoft.com/office/drawing/2014/main" id="{2A81D134-CDD5-3A11-68DD-9A7DA325C5E2}"/>
                </a:ext>
              </a:extLst>
            </p:cNvPr>
            <p:cNvSpPr/>
            <p:nvPr userDrawn="1"/>
          </p:nvSpPr>
          <p:spPr>
            <a:xfrm>
              <a:off x="7339331" y="2661345"/>
              <a:ext cx="126305" cy="132095"/>
            </a:xfrm>
            <a:prstGeom prst="rect">
              <a:avLst/>
            </a:prstGeom>
            <a:solidFill>
              <a:schemeClr val="accent4">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8" name="Rektangel 1057">
              <a:extLst>
                <a:ext uri="{FF2B5EF4-FFF2-40B4-BE49-F238E27FC236}">
                  <a16:creationId xmlns:a16="http://schemas.microsoft.com/office/drawing/2014/main" id="{A3E6B7BF-B8DF-4895-BFF7-E48F3EA56C3C}"/>
                </a:ext>
              </a:extLst>
            </p:cNvPr>
            <p:cNvSpPr/>
            <p:nvPr userDrawn="1"/>
          </p:nvSpPr>
          <p:spPr>
            <a:xfrm>
              <a:off x="7339331" y="2794041"/>
              <a:ext cx="126305" cy="132095"/>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59" name="Rektangel 1058">
              <a:extLst>
                <a:ext uri="{FF2B5EF4-FFF2-40B4-BE49-F238E27FC236}">
                  <a16:creationId xmlns:a16="http://schemas.microsoft.com/office/drawing/2014/main" id="{C9880F48-FE6A-D652-5F55-4BD96B03F4E4}"/>
                </a:ext>
              </a:extLst>
            </p:cNvPr>
            <p:cNvSpPr/>
            <p:nvPr userDrawn="1"/>
          </p:nvSpPr>
          <p:spPr>
            <a:xfrm>
              <a:off x="7339331" y="2926737"/>
              <a:ext cx="126305" cy="132095"/>
            </a:xfrm>
            <a:prstGeom prst="rect">
              <a:avLst/>
            </a:prstGeom>
            <a:solidFill>
              <a:schemeClr val="accent4">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0" name="Rektangel 1059">
              <a:extLst>
                <a:ext uri="{FF2B5EF4-FFF2-40B4-BE49-F238E27FC236}">
                  <a16:creationId xmlns:a16="http://schemas.microsoft.com/office/drawing/2014/main" id="{3D6EF6E0-55EF-D427-7BD3-3F9C9599C746}"/>
                </a:ext>
              </a:extLst>
            </p:cNvPr>
            <p:cNvSpPr/>
            <p:nvPr userDrawn="1"/>
          </p:nvSpPr>
          <p:spPr>
            <a:xfrm>
              <a:off x="7339331" y="3059433"/>
              <a:ext cx="126305" cy="132095"/>
            </a:xfrm>
            <a:prstGeom prst="rect">
              <a:avLst/>
            </a:prstGeom>
            <a:solidFill>
              <a:schemeClr val="accent4">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1" name="Rektangel 1060">
              <a:extLst>
                <a:ext uri="{FF2B5EF4-FFF2-40B4-BE49-F238E27FC236}">
                  <a16:creationId xmlns:a16="http://schemas.microsoft.com/office/drawing/2014/main" id="{BB5DD28F-1631-1EC1-63A2-5C34A28B0C19}"/>
                </a:ext>
              </a:extLst>
            </p:cNvPr>
            <p:cNvSpPr/>
            <p:nvPr userDrawn="1"/>
          </p:nvSpPr>
          <p:spPr>
            <a:xfrm>
              <a:off x="7339331" y="3192130"/>
              <a:ext cx="126305" cy="132095"/>
            </a:xfrm>
            <a:prstGeom prst="rect">
              <a:avLst/>
            </a:prstGeom>
            <a:solidFill>
              <a:schemeClr val="accent4">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2" name="Rektangel 1061">
              <a:extLst>
                <a:ext uri="{FF2B5EF4-FFF2-40B4-BE49-F238E27FC236}">
                  <a16:creationId xmlns:a16="http://schemas.microsoft.com/office/drawing/2014/main" id="{C2846DE4-F371-1BF5-4167-59B95320B756}"/>
                </a:ext>
              </a:extLst>
            </p:cNvPr>
            <p:cNvSpPr/>
            <p:nvPr userDrawn="1"/>
          </p:nvSpPr>
          <p:spPr>
            <a:xfrm>
              <a:off x="7513832" y="2661345"/>
              <a:ext cx="126305" cy="132095"/>
            </a:xfrm>
            <a:prstGeom prst="rect">
              <a:avLst/>
            </a:prstGeom>
            <a:solidFill>
              <a:schemeClr val="accent5">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3" name="Rektangel 1062">
              <a:extLst>
                <a:ext uri="{FF2B5EF4-FFF2-40B4-BE49-F238E27FC236}">
                  <a16:creationId xmlns:a16="http://schemas.microsoft.com/office/drawing/2014/main" id="{D1FCE270-22E9-6108-5292-0A2E890C7042}"/>
                </a:ext>
              </a:extLst>
            </p:cNvPr>
            <p:cNvSpPr/>
            <p:nvPr userDrawn="1"/>
          </p:nvSpPr>
          <p:spPr>
            <a:xfrm>
              <a:off x="7513832" y="2794041"/>
              <a:ext cx="126305" cy="132095"/>
            </a:xfrm>
            <a:prstGeom prst="rect">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4" name="Rektangel 1063">
              <a:extLst>
                <a:ext uri="{FF2B5EF4-FFF2-40B4-BE49-F238E27FC236}">
                  <a16:creationId xmlns:a16="http://schemas.microsoft.com/office/drawing/2014/main" id="{E0AB0C3D-3E2C-BA8B-F8FF-D1BAE2FD78AB}"/>
                </a:ext>
              </a:extLst>
            </p:cNvPr>
            <p:cNvSpPr/>
            <p:nvPr userDrawn="1"/>
          </p:nvSpPr>
          <p:spPr>
            <a:xfrm>
              <a:off x="7513832" y="2926737"/>
              <a:ext cx="126305" cy="132095"/>
            </a:xfrm>
            <a:prstGeom prst="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5" name="Rektangel 1064">
              <a:extLst>
                <a:ext uri="{FF2B5EF4-FFF2-40B4-BE49-F238E27FC236}">
                  <a16:creationId xmlns:a16="http://schemas.microsoft.com/office/drawing/2014/main" id="{A5B9B835-C0B3-CE1F-0F4F-E77B314EE265}"/>
                </a:ext>
              </a:extLst>
            </p:cNvPr>
            <p:cNvSpPr/>
            <p:nvPr userDrawn="1"/>
          </p:nvSpPr>
          <p:spPr>
            <a:xfrm>
              <a:off x="7513832" y="3059433"/>
              <a:ext cx="126305" cy="132095"/>
            </a:xfrm>
            <a:prstGeom prst="rect">
              <a:avLst/>
            </a:prstGeom>
            <a:solidFill>
              <a:schemeClr val="accent5">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6" name="Rektangel 1065">
              <a:extLst>
                <a:ext uri="{FF2B5EF4-FFF2-40B4-BE49-F238E27FC236}">
                  <a16:creationId xmlns:a16="http://schemas.microsoft.com/office/drawing/2014/main" id="{B6F46CE6-CCAF-9D3F-1627-61487FF99D45}"/>
                </a:ext>
              </a:extLst>
            </p:cNvPr>
            <p:cNvSpPr/>
            <p:nvPr userDrawn="1"/>
          </p:nvSpPr>
          <p:spPr>
            <a:xfrm>
              <a:off x="7513832" y="3192130"/>
              <a:ext cx="126305" cy="132095"/>
            </a:xfrm>
            <a:prstGeom prst="rect">
              <a:avLst/>
            </a:prstGeom>
            <a:solidFill>
              <a:schemeClr val="accent5">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7" name="Rektangel 1066">
              <a:extLst>
                <a:ext uri="{FF2B5EF4-FFF2-40B4-BE49-F238E27FC236}">
                  <a16:creationId xmlns:a16="http://schemas.microsoft.com/office/drawing/2014/main" id="{B0D96E62-E6D5-5382-108B-2D8B21B1C7C0}"/>
                </a:ext>
              </a:extLst>
            </p:cNvPr>
            <p:cNvSpPr/>
            <p:nvPr userDrawn="1"/>
          </p:nvSpPr>
          <p:spPr>
            <a:xfrm>
              <a:off x="7690674" y="2661345"/>
              <a:ext cx="126305" cy="132095"/>
            </a:xfrm>
            <a:prstGeom prst="rect">
              <a:avLst/>
            </a:prstGeom>
            <a:solidFill>
              <a:schemeClr val="accent6">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8" name="Rektangel 1067">
              <a:extLst>
                <a:ext uri="{FF2B5EF4-FFF2-40B4-BE49-F238E27FC236}">
                  <a16:creationId xmlns:a16="http://schemas.microsoft.com/office/drawing/2014/main" id="{589AC037-F773-58BF-FA0E-B29A0BAE94D6}"/>
                </a:ext>
              </a:extLst>
            </p:cNvPr>
            <p:cNvSpPr/>
            <p:nvPr userDrawn="1"/>
          </p:nvSpPr>
          <p:spPr>
            <a:xfrm>
              <a:off x="7690674" y="2794041"/>
              <a:ext cx="126305" cy="132095"/>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69" name="Rektangel 1068">
              <a:extLst>
                <a:ext uri="{FF2B5EF4-FFF2-40B4-BE49-F238E27FC236}">
                  <a16:creationId xmlns:a16="http://schemas.microsoft.com/office/drawing/2014/main" id="{07045815-7B67-4A94-7C17-8D64E287040A}"/>
                </a:ext>
              </a:extLst>
            </p:cNvPr>
            <p:cNvSpPr/>
            <p:nvPr userDrawn="1"/>
          </p:nvSpPr>
          <p:spPr>
            <a:xfrm>
              <a:off x="7690674" y="2926737"/>
              <a:ext cx="126305" cy="132095"/>
            </a:xfrm>
            <a:prstGeom prst="rect">
              <a:avLst/>
            </a:prstGeom>
            <a:solidFill>
              <a:schemeClr val="accent6">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0" name="Rektangel 1069">
              <a:extLst>
                <a:ext uri="{FF2B5EF4-FFF2-40B4-BE49-F238E27FC236}">
                  <a16:creationId xmlns:a16="http://schemas.microsoft.com/office/drawing/2014/main" id="{D85D7A99-C5CD-38F6-939F-A3EF9E12781C}"/>
                </a:ext>
              </a:extLst>
            </p:cNvPr>
            <p:cNvSpPr/>
            <p:nvPr userDrawn="1"/>
          </p:nvSpPr>
          <p:spPr>
            <a:xfrm>
              <a:off x="7690674" y="3059433"/>
              <a:ext cx="126305" cy="132095"/>
            </a:xfrm>
            <a:prstGeom prst="rect">
              <a:avLst/>
            </a:prstGeom>
            <a:solidFill>
              <a:schemeClr val="accent6">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1" name="Rektangel 1070">
              <a:extLst>
                <a:ext uri="{FF2B5EF4-FFF2-40B4-BE49-F238E27FC236}">
                  <a16:creationId xmlns:a16="http://schemas.microsoft.com/office/drawing/2014/main" id="{32FB7A58-1D8F-5665-AC4F-BA2FE1869B27}"/>
                </a:ext>
              </a:extLst>
            </p:cNvPr>
            <p:cNvSpPr/>
            <p:nvPr userDrawn="1"/>
          </p:nvSpPr>
          <p:spPr>
            <a:xfrm>
              <a:off x="7690674" y="3192130"/>
              <a:ext cx="126305" cy="132095"/>
            </a:xfrm>
            <a:prstGeom prst="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7" name="Rektangel 1076">
              <a:extLst>
                <a:ext uri="{FF2B5EF4-FFF2-40B4-BE49-F238E27FC236}">
                  <a16:creationId xmlns:a16="http://schemas.microsoft.com/office/drawing/2014/main" id="{5F9AF638-6FAD-3C50-00FA-ADD872158CE5}"/>
                </a:ext>
              </a:extLst>
            </p:cNvPr>
            <p:cNvSpPr/>
            <p:nvPr userDrawn="1"/>
          </p:nvSpPr>
          <p:spPr>
            <a:xfrm>
              <a:off x="6464595" y="23882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8" name="Rektangel 1077">
              <a:extLst>
                <a:ext uri="{FF2B5EF4-FFF2-40B4-BE49-F238E27FC236}">
                  <a16:creationId xmlns:a16="http://schemas.microsoft.com/office/drawing/2014/main" id="{C4749DD0-3DD2-A386-7BED-084BA84DBBE6}"/>
                </a:ext>
              </a:extLst>
            </p:cNvPr>
            <p:cNvSpPr/>
            <p:nvPr userDrawn="1"/>
          </p:nvSpPr>
          <p:spPr>
            <a:xfrm>
              <a:off x="6464595" y="2661345"/>
              <a:ext cx="126305" cy="132095"/>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79" name="Rektangel 1078">
              <a:extLst>
                <a:ext uri="{FF2B5EF4-FFF2-40B4-BE49-F238E27FC236}">
                  <a16:creationId xmlns:a16="http://schemas.microsoft.com/office/drawing/2014/main" id="{B4499066-323D-EE08-E5A2-F43B0807892C}"/>
                </a:ext>
              </a:extLst>
            </p:cNvPr>
            <p:cNvSpPr/>
            <p:nvPr userDrawn="1"/>
          </p:nvSpPr>
          <p:spPr>
            <a:xfrm>
              <a:off x="6464595" y="2794041"/>
              <a:ext cx="126305" cy="132095"/>
            </a:xfrm>
            <a:prstGeom prst="rect">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0" name="Rektangel 1079">
              <a:extLst>
                <a:ext uri="{FF2B5EF4-FFF2-40B4-BE49-F238E27FC236}">
                  <a16:creationId xmlns:a16="http://schemas.microsoft.com/office/drawing/2014/main" id="{1BBF49EA-C637-CAB3-6569-11A2CFD31079}"/>
                </a:ext>
              </a:extLst>
            </p:cNvPr>
            <p:cNvSpPr/>
            <p:nvPr userDrawn="1"/>
          </p:nvSpPr>
          <p:spPr>
            <a:xfrm>
              <a:off x="6464595" y="2926737"/>
              <a:ext cx="126305" cy="132095"/>
            </a:xfrm>
            <a:prstGeom prst="rect">
              <a:avLst/>
            </a:prstGeom>
            <a:solidFill>
              <a:schemeClr val="bg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1" name="Rektangel 1080">
              <a:extLst>
                <a:ext uri="{FF2B5EF4-FFF2-40B4-BE49-F238E27FC236}">
                  <a16:creationId xmlns:a16="http://schemas.microsoft.com/office/drawing/2014/main" id="{1F27D949-C326-6486-1CD4-2B8AF35ADE78}"/>
                </a:ext>
              </a:extLst>
            </p:cNvPr>
            <p:cNvSpPr/>
            <p:nvPr userDrawn="1"/>
          </p:nvSpPr>
          <p:spPr>
            <a:xfrm>
              <a:off x="6464595" y="3059433"/>
              <a:ext cx="126305" cy="132095"/>
            </a:xfrm>
            <a:prstGeom prst="rect">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2" name="Rektangel 1081">
              <a:extLst>
                <a:ext uri="{FF2B5EF4-FFF2-40B4-BE49-F238E27FC236}">
                  <a16:creationId xmlns:a16="http://schemas.microsoft.com/office/drawing/2014/main" id="{F216B4A1-3944-F8CE-8C9B-FA88B4D03E26}"/>
                </a:ext>
              </a:extLst>
            </p:cNvPr>
            <p:cNvSpPr/>
            <p:nvPr userDrawn="1"/>
          </p:nvSpPr>
          <p:spPr>
            <a:xfrm>
              <a:off x="6464595" y="3192130"/>
              <a:ext cx="126305" cy="132095"/>
            </a:xfrm>
            <a:prstGeom prst="rect">
              <a:avLst/>
            </a:prstGeom>
            <a:solidFill>
              <a:schemeClr val="bg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3" name="Rektangel 1082">
              <a:extLst>
                <a:ext uri="{FF2B5EF4-FFF2-40B4-BE49-F238E27FC236}">
                  <a16:creationId xmlns:a16="http://schemas.microsoft.com/office/drawing/2014/main" id="{5F4ADBA2-1A1B-A4CA-F30B-B0C82CEC3557}"/>
                </a:ext>
              </a:extLst>
            </p:cNvPr>
            <p:cNvSpPr/>
            <p:nvPr userDrawn="1"/>
          </p:nvSpPr>
          <p:spPr>
            <a:xfrm>
              <a:off x="6108995" y="3810695"/>
              <a:ext cx="126305" cy="126305"/>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4" name="Rektangel 1083">
              <a:extLst>
                <a:ext uri="{FF2B5EF4-FFF2-40B4-BE49-F238E27FC236}">
                  <a16:creationId xmlns:a16="http://schemas.microsoft.com/office/drawing/2014/main" id="{374BD5DA-8482-21B6-9413-9B1A45CF76C1}"/>
                </a:ext>
              </a:extLst>
            </p:cNvPr>
            <p:cNvSpPr/>
            <p:nvPr userDrawn="1"/>
          </p:nvSpPr>
          <p:spPr>
            <a:xfrm>
              <a:off x="6108995" y="3986378"/>
              <a:ext cx="126305" cy="126305"/>
            </a:xfrm>
            <a:prstGeom prst="rect">
              <a:avLst/>
            </a:prstGeom>
            <a:solidFill>
              <a:srgbClr val="0D4A2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5" name="Rektangel 1084">
              <a:extLst>
                <a:ext uri="{FF2B5EF4-FFF2-40B4-BE49-F238E27FC236}">
                  <a16:creationId xmlns:a16="http://schemas.microsoft.com/office/drawing/2014/main" id="{5F6020BD-6733-E876-2089-C3084AEA1A1C}"/>
                </a:ext>
              </a:extLst>
            </p:cNvPr>
            <p:cNvSpPr/>
            <p:nvPr userDrawn="1"/>
          </p:nvSpPr>
          <p:spPr>
            <a:xfrm>
              <a:off x="6108995" y="4162061"/>
              <a:ext cx="126305" cy="126305"/>
            </a:xfrm>
            <a:prstGeom prst="rect">
              <a:avLst/>
            </a:prstGeom>
            <a:solidFill>
              <a:srgbClr val="4DA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6" name="Rektangel 1085">
              <a:extLst>
                <a:ext uri="{FF2B5EF4-FFF2-40B4-BE49-F238E27FC236}">
                  <a16:creationId xmlns:a16="http://schemas.microsoft.com/office/drawing/2014/main" id="{C4348C5F-5E10-920F-C2FB-889532E2F622}"/>
                </a:ext>
              </a:extLst>
            </p:cNvPr>
            <p:cNvSpPr/>
            <p:nvPr userDrawn="1"/>
          </p:nvSpPr>
          <p:spPr>
            <a:xfrm>
              <a:off x="6108995" y="4337745"/>
              <a:ext cx="126305" cy="126305"/>
            </a:xfrm>
            <a:prstGeom prst="rect">
              <a:avLst/>
            </a:prstGeom>
            <a:solidFill>
              <a:srgbClr val="C7EBB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7" name="Rektangel 1086">
              <a:extLst>
                <a:ext uri="{FF2B5EF4-FFF2-40B4-BE49-F238E27FC236}">
                  <a16:creationId xmlns:a16="http://schemas.microsoft.com/office/drawing/2014/main" id="{D2D321FD-AE36-8DCA-8744-C0F46B88F58C}"/>
                </a:ext>
              </a:extLst>
            </p:cNvPr>
            <p:cNvSpPr/>
            <p:nvPr userDrawn="1"/>
          </p:nvSpPr>
          <p:spPr>
            <a:xfrm>
              <a:off x="6285031" y="3810695"/>
              <a:ext cx="126305" cy="1263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8" name="Rektangel 1087">
              <a:extLst>
                <a:ext uri="{FF2B5EF4-FFF2-40B4-BE49-F238E27FC236}">
                  <a16:creationId xmlns:a16="http://schemas.microsoft.com/office/drawing/2014/main" id="{A93DF2FE-61D7-AA01-C339-B2ECCF6D103B}"/>
                </a:ext>
              </a:extLst>
            </p:cNvPr>
            <p:cNvSpPr/>
            <p:nvPr userDrawn="1"/>
          </p:nvSpPr>
          <p:spPr>
            <a:xfrm>
              <a:off x="6285031" y="3986378"/>
              <a:ext cx="126305" cy="126305"/>
            </a:xfrm>
            <a:prstGeom prst="rect">
              <a:avLst/>
            </a:prstGeom>
            <a:solidFill>
              <a:srgbClr val="1C434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89" name="Rektangel 1088">
              <a:extLst>
                <a:ext uri="{FF2B5EF4-FFF2-40B4-BE49-F238E27FC236}">
                  <a16:creationId xmlns:a16="http://schemas.microsoft.com/office/drawing/2014/main" id="{89244240-2B76-F8CB-21C9-2B1FA90DD280}"/>
                </a:ext>
              </a:extLst>
            </p:cNvPr>
            <p:cNvSpPr/>
            <p:nvPr userDrawn="1"/>
          </p:nvSpPr>
          <p:spPr>
            <a:xfrm>
              <a:off x="6285031" y="4162061"/>
              <a:ext cx="126305" cy="126305"/>
            </a:xfrm>
            <a:prstGeom prst="rect">
              <a:avLst/>
            </a:prstGeom>
            <a:solidFill>
              <a:srgbClr val="339C9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0" name="Rektangel 1089">
              <a:extLst>
                <a:ext uri="{FF2B5EF4-FFF2-40B4-BE49-F238E27FC236}">
                  <a16:creationId xmlns:a16="http://schemas.microsoft.com/office/drawing/2014/main" id="{33D9BE51-B8F2-F451-C1A3-3725C01F9D93}"/>
                </a:ext>
              </a:extLst>
            </p:cNvPr>
            <p:cNvSpPr/>
            <p:nvPr userDrawn="1"/>
          </p:nvSpPr>
          <p:spPr>
            <a:xfrm>
              <a:off x="6285031" y="4337745"/>
              <a:ext cx="126305" cy="126305"/>
            </a:xfrm>
            <a:prstGeom prst="rect">
              <a:avLst/>
            </a:prstGeom>
            <a:solidFill>
              <a:srgbClr val="B2E0E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1" name="Rektangel 1090">
              <a:extLst>
                <a:ext uri="{FF2B5EF4-FFF2-40B4-BE49-F238E27FC236}">
                  <a16:creationId xmlns:a16="http://schemas.microsoft.com/office/drawing/2014/main" id="{ACA30911-7D60-921E-C70A-F693BE675834}"/>
                </a:ext>
              </a:extLst>
            </p:cNvPr>
            <p:cNvSpPr/>
            <p:nvPr userDrawn="1"/>
          </p:nvSpPr>
          <p:spPr>
            <a:xfrm>
              <a:off x="6461067" y="3810695"/>
              <a:ext cx="126305" cy="12630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2" name="Rektangel 1091">
              <a:extLst>
                <a:ext uri="{FF2B5EF4-FFF2-40B4-BE49-F238E27FC236}">
                  <a16:creationId xmlns:a16="http://schemas.microsoft.com/office/drawing/2014/main" id="{7C3A2D5F-4466-B210-4CF0-4DBBC6BB3BA6}"/>
                </a:ext>
              </a:extLst>
            </p:cNvPr>
            <p:cNvSpPr/>
            <p:nvPr userDrawn="1"/>
          </p:nvSpPr>
          <p:spPr>
            <a:xfrm>
              <a:off x="6461067" y="3986378"/>
              <a:ext cx="126305" cy="126305"/>
            </a:xfrm>
            <a:prstGeom prst="rect">
              <a:avLst/>
            </a:prstGeom>
            <a:solidFill>
              <a:srgbClr val="78001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3" name="Rektangel 1092">
              <a:extLst>
                <a:ext uri="{FF2B5EF4-FFF2-40B4-BE49-F238E27FC236}">
                  <a16:creationId xmlns:a16="http://schemas.microsoft.com/office/drawing/2014/main" id="{3DB1223D-C353-676D-5093-C19368A843EA}"/>
                </a:ext>
              </a:extLst>
            </p:cNvPr>
            <p:cNvSpPr/>
            <p:nvPr userDrawn="1"/>
          </p:nvSpPr>
          <p:spPr>
            <a:xfrm>
              <a:off x="6461067" y="4162061"/>
              <a:ext cx="126305" cy="126305"/>
            </a:xfrm>
            <a:prstGeom prst="rect">
              <a:avLst/>
            </a:prstGeom>
            <a:solidFill>
              <a:srgbClr val="E86A5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4" name="Rektangel 1093">
              <a:extLst>
                <a:ext uri="{FF2B5EF4-FFF2-40B4-BE49-F238E27FC236}">
                  <a16:creationId xmlns:a16="http://schemas.microsoft.com/office/drawing/2014/main" id="{ECBE00DC-9A99-ED4F-7AB0-E71447F5BE95}"/>
                </a:ext>
              </a:extLst>
            </p:cNvPr>
            <p:cNvSpPr/>
            <p:nvPr userDrawn="1"/>
          </p:nvSpPr>
          <p:spPr>
            <a:xfrm>
              <a:off x="6461067" y="4337745"/>
              <a:ext cx="126305" cy="126305"/>
            </a:xfrm>
            <a:prstGeom prst="rect">
              <a:avLst/>
            </a:prstGeom>
            <a:solidFill>
              <a:srgbClr val="FFCCC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5" name="Rektangel 1094">
              <a:extLst>
                <a:ext uri="{FF2B5EF4-FFF2-40B4-BE49-F238E27FC236}">
                  <a16:creationId xmlns:a16="http://schemas.microsoft.com/office/drawing/2014/main" id="{5BAC4B2F-5948-684F-53E5-17024EA24387}"/>
                </a:ext>
              </a:extLst>
            </p:cNvPr>
            <p:cNvSpPr/>
            <p:nvPr userDrawn="1"/>
          </p:nvSpPr>
          <p:spPr>
            <a:xfrm>
              <a:off x="6637103" y="3810695"/>
              <a:ext cx="126305" cy="12630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6" name="Rektangel 1095">
              <a:extLst>
                <a:ext uri="{FF2B5EF4-FFF2-40B4-BE49-F238E27FC236}">
                  <a16:creationId xmlns:a16="http://schemas.microsoft.com/office/drawing/2014/main" id="{9DED6478-BDF3-512F-58F3-E36C2B3C3BAA}"/>
                </a:ext>
              </a:extLst>
            </p:cNvPr>
            <p:cNvSpPr/>
            <p:nvPr userDrawn="1"/>
          </p:nvSpPr>
          <p:spPr>
            <a:xfrm>
              <a:off x="6637103" y="3986378"/>
              <a:ext cx="126305" cy="126305"/>
            </a:xfrm>
            <a:prstGeom prst="rect">
              <a:avLst/>
            </a:prstGeom>
            <a:solidFill>
              <a:srgbClr val="A659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7" name="Rektangel 1096">
              <a:extLst>
                <a:ext uri="{FF2B5EF4-FFF2-40B4-BE49-F238E27FC236}">
                  <a16:creationId xmlns:a16="http://schemas.microsoft.com/office/drawing/2014/main" id="{6D820422-D0D9-5ACE-DB5E-ACF44106A99E}"/>
                </a:ext>
              </a:extLst>
            </p:cNvPr>
            <p:cNvSpPr/>
            <p:nvPr userDrawn="1"/>
          </p:nvSpPr>
          <p:spPr>
            <a:xfrm>
              <a:off x="6637103" y="4162061"/>
              <a:ext cx="126305" cy="126305"/>
            </a:xfrm>
            <a:prstGeom prst="rect">
              <a:avLst/>
            </a:prstGeom>
            <a:solidFill>
              <a:srgbClr val="FFBE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8" name="Rektangel 1097">
              <a:extLst>
                <a:ext uri="{FF2B5EF4-FFF2-40B4-BE49-F238E27FC236}">
                  <a16:creationId xmlns:a16="http://schemas.microsoft.com/office/drawing/2014/main" id="{8B60BAF5-04DE-84E4-664B-F75D369387BB}"/>
                </a:ext>
              </a:extLst>
            </p:cNvPr>
            <p:cNvSpPr/>
            <p:nvPr userDrawn="1"/>
          </p:nvSpPr>
          <p:spPr>
            <a:xfrm>
              <a:off x="6637103" y="4337745"/>
              <a:ext cx="126305" cy="126305"/>
            </a:xfrm>
            <a:prstGeom prst="rect">
              <a:avLst/>
            </a:prstGeom>
            <a:solidFill>
              <a:srgbClr val="FFF0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099" name="Rektangel 1098">
              <a:extLst>
                <a:ext uri="{FF2B5EF4-FFF2-40B4-BE49-F238E27FC236}">
                  <a16:creationId xmlns:a16="http://schemas.microsoft.com/office/drawing/2014/main" id="{2E36144B-8356-508C-530F-E4563E893F8E}"/>
                </a:ext>
              </a:extLst>
            </p:cNvPr>
            <p:cNvSpPr/>
            <p:nvPr userDrawn="1"/>
          </p:nvSpPr>
          <p:spPr>
            <a:xfrm>
              <a:off x="6813139" y="3810695"/>
              <a:ext cx="126305" cy="12630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0" name="Rektangel 1099">
              <a:extLst>
                <a:ext uri="{FF2B5EF4-FFF2-40B4-BE49-F238E27FC236}">
                  <a16:creationId xmlns:a16="http://schemas.microsoft.com/office/drawing/2014/main" id="{4A6003A8-E644-C22A-594E-648C05A084B5}"/>
                </a:ext>
              </a:extLst>
            </p:cNvPr>
            <p:cNvSpPr/>
            <p:nvPr userDrawn="1"/>
          </p:nvSpPr>
          <p:spPr>
            <a:xfrm>
              <a:off x="6813139" y="3986378"/>
              <a:ext cx="126305" cy="126305"/>
            </a:xfrm>
            <a:prstGeom prst="rect">
              <a:avLst/>
            </a:prstGeom>
            <a:solidFill>
              <a:srgbClr val="3232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1" name="Rektangel 1100">
              <a:extLst>
                <a:ext uri="{FF2B5EF4-FFF2-40B4-BE49-F238E27FC236}">
                  <a16:creationId xmlns:a16="http://schemas.microsoft.com/office/drawing/2014/main" id="{71252218-348E-C0A3-6703-29BD88D5A17F}"/>
                </a:ext>
              </a:extLst>
            </p:cNvPr>
            <p:cNvSpPr/>
            <p:nvPr userDrawn="1"/>
          </p:nvSpPr>
          <p:spPr>
            <a:xfrm>
              <a:off x="6813139" y="4162061"/>
              <a:ext cx="126305" cy="126305"/>
            </a:xfrm>
            <a:prstGeom prst="rect">
              <a:avLst/>
            </a:prstGeom>
            <a:solidFill>
              <a:srgbClr val="A5A5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2" name="Rektangel 1101">
              <a:extLst>
                <a:ext uri="{FF2B5EF4-FFF2-40B4-BE49-F238E27FC236}">
                  <a16:creationId xmlns:a16="http://schemas.microsoft.com/office/drawing/2014/main" id="{F40D39AB-38A0-8D9F-98CF-0849C6CB1A97}"/>
                </a:ext>
              </a:extLst>
            </p:cNvPr>
            <p:cNvSpPr/>
            <p:nvPr userDrawn="1"/>
          </p:nvSpPr>
          <p:spPr>
            <a:xfrm>
              <a:off x="6813139" y="4337745"/>
              <a:ext cx="126305" cy="126305"/>
            </a:xfrm>
            <a:prstGeom prst="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3" name="Rektangel 1102">
              <a:extLst>
                <a:ext uri="{FF2B5EF4-FFF2-40B4-BE49-F238E27FC236}">
                  <a16:creationId xmlns:a16="http://schemas.microsoft.com/office/drawing/2014/main" id="{B0EEB85D-E1B5-BB7E-06F5-B7F663E237EA}"/>
                </a:ext>
              </a:extLst>
            </p:cNvPr>
            <p:cNvSpPr/>
            <p:nvPr userDrawn="1"/>
          </p:nvSpPr>
          <p:spPr>
            <a:xfrm>
              <a:off x="6989175" y="3810695"/>
              <a:ext cx="126305" cy="126305"/>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4" name="Rektangel 1103">
              <a:extLst>
                <a:ext uri="{FF2B5EF4-FFF2-40B4-BE49-F238E27FC236}">
                  <a16:creationId xmlns:a16="http://schemas.microsoft.com/office/drawing/2014/main" id="{0C4BF3AC-6949-B173-1F6F-7ACF6CCCA68D}"/>
                </a:ext>
              </a:extLst>
            </p:cNvPr>
            <p:cNvSpPr/>
            <p:nvPr userDrawn="1"/>
          </p:nvSpPr>
          <p:spPr>
            <a:xfrm>
              <a:off x="6989175"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5" name="Rektangel 1104">
              <a:extLst>
                <a:ext uri="{FF2B5EF4-FFF2-40B4-BE49-F238E27FC236}">
                  <a16:creationId xmlns:a16="http://schemas.microsoft.com/office/drawing/2014/main" id="{5E724053-DDC1-BCE6-018B-3C13912CBCAA}"/>
                </a:ext>
              </a:extLst>
            </p:cNvPr>
            <p:cNvSpPr/>
            <p:nvPr userDrawn="1"/>
          </p:nvSpPr>
          <p:spPr>
            <a:xfrm>
              <a:off x="6989175"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7" name="Rektangel 1106">
              <a:extLst>
                <a:ext uri="{FF2B5EF4-FFF2-40B4-BE49-F238E27FC236}">
                  <a16:creationId xmlns:a16="http://schemas.microsoft.com/office/drawing/2014/main" id="{B89A7384-2EB1-E47E-4661-2C135E836BAB}"/>
                </a:ext>
              </a:extLst>
            </p:cNvPr>
            <p:cNvSpPr/>
            <p:nvPr userDrawn="1"/>
          </p:nvSpPr>
          <p:spPr>
            <a:xfrm>
              <a:off x="7165211"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8" name="Rektangel 1107">
              <a:extLst>
                <a:ext uri="{FF2B5EF4-FFF2-40B4-BE49-F238E27FC236}">
                  <a16:creationId xmlns:a16="http://schemas.microsoft.com/office/drawing/2014/main" id="{64053484-E065-730D-63D9-F3F09E971CEC}"/>
                </a:ext>
              </a:extLst>
            </p:cNvPr>
            <p:cNvSpPr/>
            <p:nvPr userDrawn="1"/>
          </p:nvSpPr>
          <p:spPr>
            <a:xfrm>
              <a:off x="7165211"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09" name="Rektangel 1108">
              <a:extLst>
                <a:ext uri="{FF2B5EF4-FFF2-40B4-BE49-F238E27FC236}">
                  <a16:creationId xmlns:a16="http://schemas.microsoft.com/office/drawing/2014/main" id="{E5345871-5F8B-2377-CAC8-6913E51EB927}"/>
                </a:ext>
              </a:extLst>
            </p:cNvPr>
            <p:cNvSpPr/>
            <p:nvPr userDrawn="1"/>
          </p:nvSpPr>
          <p:spPr>
            <a:xfrm>
              <a:off x="7165211"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1" name="Rektangel 1110">
              <a:extLst>
                <a:ext uri="{FF2B5EF4-FFF2-40B4-BE49-F238E27FC236}">
                  <a16:creationId xmlns:a16="http://schemas.microsoft.com/office/drawing/2014/main" id="{15038F50-63E9-76D9-070D-599071F6D0B1}"/>
                </a:ext>
              </a:extLst>
            </p:cNvPr>
            <p:cNvSpPr/>
            <p:nvPr userDrawn="1"/>
          </p:nvSpPr>
          <p:spPr>
            <a:xfrm>
              <a:off x="7341247"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2" name="Rektangel 1111">
              <a:extLst>
                <a:ext uri="{FF2B5EF4-FFF2-40B4-BE49-F238E27FC236}">
                  <a16:creationId xmlns:a16="http://schemas.microsoft.com/office/drawing/2014/main" id="{062851F2-FDB2-63C5-B741-C1CAD1FE3211}"/>
                </a:ext>
              </a:extLst>
            </p:cNvPr>
            <p:cNvSpPr/>
            <p:nvPr userDrawn="1"/>
          </p:nvSpPr>
          <p:spPr>
            <a:xfrm>
              <a:off x="7341247"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3" name="Rektangel 1112">
              <a:extLst>
                <a:ext uri="{FF2B5EF4-FFF2-40B4-BE49-F238E27FC236}">
                  <a16:creationId xmlns:a16="http://schemas.microsoft.com/office/drawing/2014/main" id="{DE4F3BAC-C90D-4B77-27FF-4CD535F909E2}"/>
                </a:ext>
              </a:extLst>
            </p:cNvPr>
            <p:cNvSpPr/>
            <p:nvPr userDrawn="1"/>
          </p:nvSpPr>
          <p:spPr>
            <a:xfrm>
              <a:off x="7341247"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5" name="Rektangel 1114">
              <a:extLst>
                <a:ext uri="{FF2B5EF4-FFF2-40B4-BE49-F238E27FC236}">
                  <a16:creationId xmlns:a16="http://schemas.microsoft.com/office/drawing/2014/main" id="{6625D88E-960F-4248-3CEB-C2E5020321B6}"/>
                </a:ext>
              </a:extLst>
            </p:cNvPr>
            <p:cNvSpPr/>
            <p:nvPr userDrawn="1"/>
          </p:nvSpPr>
          <p:spPr>
            <a:xfrm>
              <a:off x="7517283"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6" name="Rektangel 1115">
              <a:extLst>
                <a:ext uri="{FF2B5EF4-FFF2-40B4-BE49-F238E27FC236}">
                  <a16:creationId xmlns:a16="http://schemas.microsoft.com/office/drawing/2014/main" id="{C10CFB8F-8E16-B335-A926-3A4BAA2E78D5}"/>
                </a:ext>
              </a:extLst>
            </p:cNvPr>
            <p:cNvSpPr/>
            <p:nvPr userDrawn="1"/>
          </p:nvSpPr>
          <p:spPr>
            <a:xfrm>
              <a:off x="7517283"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7" name="Rektangel 1116">
              <a:extLst>
                <a:ext uri="{FF2B5EF4-FFF2-40B4-BE49-F238E27FC236}">
                  <a16:creationId xmlns:a16="http://schemas.microsoft.com/office/drawing/2014/main" id="{1BAFE015-800E-787E-0572-90F6C0823C14}"/>
                </a:ext>
              </a:extLst>
            </p:cNvPr>
            <p:cNvSpPr/>
            <p:nvPr userDrawn="1"/>
          </p:nvSpPr>
          <p:spPr>
            <a:xfrm>
              <a:off x="7517283"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19" name="Rektangel 1118">
              <a:extLst>
                <a:ext uri="{FF2B5EF4-FFF2-40B4-BE49-F238E27FC236}">
                  <a16:creationId xmlns:a16="http://schemas.microsoft.com/office/drawing/2014/main" id="{4A97B2EF-9E28-C94C-6879-E7C073C12C39}"/>
                </a:ext>
              </a:extLst>
            </p:cNvPr>
            <p:cNvSpPr/>
            <p:nvPr userDrawn="1"/>
          </p:nvSpPr>
          <p:spPr>
            <a:xfrm>
              <a:off x="7693320" y="3810695"/>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0" name="Rektangel 1119">
              <a:extLst>
                <a:ext uri="{FF2B5EF4-FFF2-40B4-BE49-F238E27FC236}">
                  <a16:creationId xmlns:a16="http://schemas.microsoft.com/office/drawing/2014/main" id="{0046F9B6-9CA1-5B09-D162-A1A23AA1E72E}"/>
                </a:ext>
              </a:extLst>
            </p:cNvPr>
            <p:cNvSpPr/>
            <p:nvPr userDrawn="1"/>
          </p:nvSpPr>
          <p:spPr>
            <a:xfrm>
              <a:off x="7693320" y="3986378"/>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121" name="Rektangel 1120">
              <a:extLst>
                <a:ext uri="{FF2B5EF4-FFF2-40B4-BE49-F238E27FC236}">
                  <a16:creationId xmlns:a16="http://schemas.microsoft.com/office/drawing/2014/main" id="{555E2503-2C99-3601-4234-B5374905D676}"/>
                </a:ext>
              </a:extLst>
            </p:cNvPr>
            <p:cNvSpPr/>
            <p:nvPr userDrawn="1"/>
          </p:nvSpPr>
          <p:spPr>
            <a:xfrm>
              <a:off x="7693320" y="4162061"/>
              <a:ext cx="126305" cy="126305"/>
            </a:xfrm>
            <a:prstGeom prst="rect">
              <a:avLst/>
            </a:prstGeom>
            <a:solidFill>
              <a:schemeClr val="bg1"/>
            </a:solidFill>
            <a:ln w="6350">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grpSp>
      <p:sp>
        <p:nvSpPr>
          <p:cNvPr id="11" name="Rektangel med rundade hörn 10">
            <a:extLst>
              <a:ext uri="{FF2B5EF4-FFF2-40B4-BE49-F238E27FC236}">
                <a16:creationId xmlns:a16="http://schemas.microsoft.com/office/drawing/2014/main" id="{636AEB1C-664E-B3BB-DB73-01E07A3BF846}"/>
              </a:ext>
            </a:extLst>
          </p:cNvPr>
          <p:cNvSpPr/>
          <p:nvPr userDrawn="1"/>
        </p:nvSpPr>
        <p:spPr>
          <a:xfrm>
            <a:off x="6062449" y="2168771"/>
            <a:ext cx="800154" cy="97738"/>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sp>
        <p:nvSpPr>
          <p:cNvPr id="1126" name="Rektangel med rundade hörn 1125">
            <a:extLst>
              <a:ext uri="{FF2B5EF4-FFF2-40B4-BE49-F238E27FC236}">
                <a16:creationId xmlns:a16="http://schemas.microsoft.com/office/drawing/2014/main" id="{F5D2D686-1879-1B11-9682-DCB8A43C167A}"/>
              </a:ext>
            </a:extLst>
          </p:cNvPr>
          <p:cNvSpPr/>
          <p:nvPr userDrawn="1"/>
        </p:nvSpPr>
        <p:spPr>
          <a:xfrm>
            <a:off x="6062449" y="2800595"/>
            <a:ext cx="800154" cy="331200"/>
          </a:xfrm>
          <a:prstGeom prst="roundRect">
            <a:avLst>
              <a:gd name="adj" fmla="val 0"/>
            </a:avLst>
          </a:prstGeom>
          <a:noFill/>
          <a:ln w="15875">
            <a:solidFill>
              <a:srgbClr val="2FBA7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grpSp>
        <p:nvGrpSpPr>
          <p:cNvPr id="38" name="Grupp 37">
            <a:extLst>
              <a:ext uri="{FF2B5EF4-FFF2-40B4-BE49-F238E27FC236}">
                <a16:creationId xmlns:a16="http://schemas.microsoft.com/office/drawing/2014/main" id="{6F818A9C-F465-3CE9-20FA-7BDEA4C864A3}"/>
              </a:ext>
            </a:extLst>
          </p:cNvPr>
          <p:cNvGrpSpPr/>
          <p:nvPr userDrawn="1"/>
        </p:nvGrpSpPr>
        <p:grpSpPr>
          <a:xfrm>
            <a:off x="6074571" y="3306851"/>
            <a:ext cx="781200" cy="90681"/>
            <a:chOff x="6511014" y="2308965"/>
            <a:chExt cx="602272" cy="346936"/>
          </a:xfrm>
        </p:grpSpPr>
        <p:sp>
          <p:nvSpPr>
            <p:cNvPr id="39" name="Rektangel med rundade hörn 38">
              <a:extLst>
                <a:ext uri="{FF2B5EF4-FFF2-40B4-BE49-F238E27FC236}">
                  <a16:creationId xmlns:a16="http://schemas.microsoft.com/office/drawing/2014/main" id="{341D2BCA-FEB1-3F16-2075-DBBCEE121133}"/>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40" name="Rak 39">
              <a:extLst>
                <a:ext uri="{FF2B5EF4-FFF2-40B4-BE49-F238E27FC236}">
                  <a16:creationId xmlns:a16="http://schemas.microsoft.com/office/drawing/2014/main" id="{245C22F3-BAE7-75A9-96B0-E39BB2EFEC22}"/>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41" name="Rak 40">
              <a:extLst>
                <a:ext uri="{FF2B5EF4-FFF2-40B4-BE49-F238E27FC236}">
                  <a16:creationId xmlns:a16="http://schemas.microsoft.com/office/drawing/2014/main" id="{1947DE09-EBCF-E910-33E6-512123ADAAFA}"/>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grpSp>
        <p:nvGrpSpPr>
          <p:cNvPr id="1127" name="Grupp 1126">
            <a:extLst>
              <a:ext uri="{FF2B5EF4-FFF2-40B4-BE49-F238E27FC236}">
                <a16:creationId xmlns:a16="http://schemas.microsoft.com/office/drawing/2014/main" id="{5E961FC3-B409-F6A8-2D6C-145379049C89}"/>
              </a:ext>
            </a:extLst>
          </p:cNvPr>
          <p:cNvGrpSpPr/>
          <p:nvPr userDrawn="1"/>
        </p:nvGrpSpPr>
        <p:grpSpPr>
          <a:xfrm>
            <a:off x="6074571" y="2295574"/>
            <a:ext cx="781200" cy="324083"/>
            <a:chOff x="6511014" y="2308965"/>
            <a:chExt cx="602272" cy="346936"/>
          </a:xfrm>
        </p:grpSpPr>
        <p:sp>
          <p:nvSpPr>
            <p:cNvPr id="1128" name="Rektangel med rundade hörn 1127">
              <a:extLst>
                <a:ext uri="{FF2B5EF4-FFF2-40B4-BE49-F238E27FC236}">
                  <a16:creationId xmlns:a16="http://schemas.microsoft.com/office/drawing/2014/main" id="{2B5BA7A3-F734-9E73-0F7B-B2A14C010F59}"/>
                </a:ext>
              </a:extLst>
            </p:cNvPr>
            <p:cNvSpPr/>
            <p:nvPr/>
          </p:nvSpPr>
          <p:spPr>
            <a:xfrm>
              <a:off x="6511014" y="2308965"/>
              <a:ext cx="602272" cy="346936"/>
            </a:xfrm>
            <a:prstGeom prst="roundRect">
              <a:avLst>
                <a:gd name="adj" fmla="val 2307"/>
              </a:avLst>
            </a:prstGeom>
            <a:solidFill>
              <a:srgbClr val="F9535C">
                <a:alpha val="40000"/>
              </a:srgbClr>
            </a:solidFill>
            <a:ln w="158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sv-SE"/>
            </a:p>
          </p:txBody>
        </p:sp>
        <p:cxnSp>
          <p:nvCxnSpPr>
            <p:cNvPr id="1129" name="Rak 1128">
              <a:extLst>
                <a:ext uri="{FF2B5EF4-FFF2-40B4-BE49-F238E27FC236}">
                  <a16:creationId xmlns:a16="http://schemas.microsoft.com/office/drawing/2014/main" id="{23AB9D37-FDD0-9B73-576D-D72C040BD7D8}"/>
                </a:ext>
              </a:extLst>
            </p:cNvPr>
            <p:cNvCxnSpPr>
              <a:cxnSpLocks/>
            </p:cNvCxnSpPr>
            <p:nvPr/>
          </p:nvCxnSpPr>
          <p:spPr>
            <a:xfrm>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cxnSp>
          <p:nvCxnSpPr>
            <p:cNvPr id="1130" name="Rak 1129">
              <a:extLst>
                <a:ext uri="{FF2B5EF4-FFF2-40B4-BE49-F238E27FC236}">
                  <a16:creationId xmlns:a16="http://schemas.microsoft.com/office/drawing/2014/main" id="{3A5FBCF0-695B-2C2E-D769-6AEE9E5D9CA6}"/>
                </a:ext>
              </a:extLst>
            </p:cNvPr>
            <p:cNvCxnSpPr>
              <a:cxnSpLocks/>
            </p:cNvCxnSpPr>
            <p:nvPr/>
          </p:nvCxnSpPr>
          <p:spPr>
            <a:xfrm flipH="1">
              <a:off x="6511014" y="2312318"/>
              <a:ext cx="602272" cy="341211"/>
            </a:xfrm>
            <a:prstGeom prst="line">
              <a:avLst/>
            </a:prstGeom>
            <a:ln w="25400" cap="rnd">
              <a:solidFill>
                <a:srgbClr val="F9535C"/>
              </a:solidFill>
              <a:roun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2272421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ccessibility Office 2013/2016">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120FD48D-1F42-B341-AF85-AE480DB64991}" type="datetime1">
              <a:rPr lang="sv-SE" smtClean="0"/>
              <a:t>2025-05-13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7" name="textruta 6">
            <a:extLst>
              <a:ext uri="{FF2B5EF4-FFF2-40B4-BE49-F238E27FC236}">
                <a16:creationId xmlns:a16="http://schemas.microsoft.com/office/drawing/2014/main" id="{90ED1EC6-276A-A06E-A517-156B8EACE0D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2" name="textruta 1">
            <a:extLst>
              <a:ext uri="{FF2B5EF4-FFF2-40B4-BE49-F238E27FC236}">
                <a16:creationId xmlns:a16="http://schemas.microsoft.com/office/drawing/2014/main" id="{1A0056A6-C8C3-8E39-A19D-E42D44FC04A1}"/>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2013/2016.</a:t>
            </a:r>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3216265"/>
          </a:xfrm>
          <a:prstGeom prst="rect">
            <a:avLst/>
          </a:prstGeom>
          <a:noFill/>
        </p:spPr>
        <p:txBody>
          <a:bodyPr wrap="square" rtlCol="0">
            <a:spAutoFit/>
          </a:bodyPr>
          <a:lstStyle/>
          <a:p>
            <a:pPr>
              <a:spcAft>
                <a:spcPts val="600"/>
              </a:spcAft>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latin typeface="+mj-lt"/>
              </a:rPr>
              <a:t>You can control the reading order by:</a:t>
            </a:r>
          </a:p>
          <a:p>
            <a:pPr marL="228600" indent="-228600">
              <a:spcAft>
                <a:spcPts val="600"/>
              </a:spcAft>
              <a:buClr>
                <a:schemeClr val="accent1"/>
              </a:buClr>
              <a:buFont typeface="+mj-lt"/>
              <a:buAutoNum type="arabicPeriod"/>
            </a:pPr>
            <a:r>
              <a:rPr lang="en-US" sz="1200" dirty="0"/>
              <a:t>Selecting an object in the file.</a:t>
            </a:r>
          </a:p>
          <a:p>
            <a:pPr marL="228600" indent="-228600">
              <a:spcAft>
                <a:spcPts val="600"/>
              </a:spcAft>
              <a:buClr>
                <a:schemeClr val="accent1"/>
              </a:buClr>
              <a:buFont typeface="+mj-lt"/>
              <a:buAutoNum type="arabicPeriod"/>
            </a:pPr>
            <a:r>
              <a:rPr lang="en-US" sz="1200" dirty="0"/>
              <a:t>Choosing the "Format" tab that appears on the right side of the ribbon.</a:t>
            </a:r>
          </a:p>
          <a:p>
            <a:pPr marL="228600" indent="-228600">
              <a:spcAft>
                <a:spcPts val="600"/>
              </a:spcAft>
              <a:buClr>
                <a:schemeClr val="accent1"/>
              </a:buClr>
              <a:buFont typeface="+mj-lt"/>
              <a:buAutoNum type="arabicPeriod"/>
            </a:pPr>
            <a:r>
              <a:rPr lang="en-US" sz="1200" dirty="0"/>
              <a:t>Selecting "Selection Pane" in the "Arrange" group.</a:t>
            </a:r>
          </a:p>
          <a:p>
            <a:pPr marL="228600" indent="-228600">
              <a:spcAft>
                <a:spcPts val="600"/>
              </a:spcAft>
              <a:buClr>
                <a:schemeClr val="accent1"/>
              </a:buClr>
              <a:buFont typeface="+mj-lt"/>
              <a:buAutoNum type="arabicPeriod"/>
            </a:pPr>
            <a:r>
              <a:rPr lang="en-US" sz="1200" dirty="0"/>
              <a:t>Selecting one or more objects in the list.</a:t>
            </a:r>
          </a:p>
          <a:p>
            <a:pPr marL="228600" indent="-228600">
              <a:spcAft>
                <a:spcPts val="600"/>
              </a:spcAft>
              <a:buClr>
                <a:schemeClr val="accent1"/>
              </a:buClr>
              <a:buFont typeface="+mj-lt"/>
              <a:buAutoNum type="arabicPeriod"/>
            </a:pPr>
            <a:r>
              <a:rPr lang="en-US" sz="1200" dirty="0"/>
              <a:t>Dragging the selection upward or downward, or clicking the "Up" button.</a:t>
            </a:r>
          </a:p>
          <a:p>
            <a:pPr marL="228600" indent="-228600">
              <a:spcAft>
                <a:spcPts val="600"/>
              </a:spcAft>
              <a:buClr>
                <a:schemeClr val="accent1"/>
              </a:buClr>
              <a:buFont typeface="+mj-lt"/>
              <a:buAutoNum type="arabicPeriod"/>
            </a:pPr>
            <a:r>
              <a:rPr lang="en-US" sz="1200" dirty="0"/>
              <a:t>Dragging the objects until they have the desired order. This will not affect the layout on the page, only the order in which they are read by screen readers.</a:t>
            </a:r>
          </a:p>
        </p:txBody>
      </p:sp>
    </p:spTree>
    <p:extLst>
      <p:ext uri="{BB962C8B-B14F-4D97-AF65-F5344CB8AC3E}">
        <p14:creationId xmlns:p14="http://schemas.microsoft.com/office/powerpoint/2010/main" val="460740386"/>
      </p:ext>
    </p:extLst>
  </p:cSld>
  <p:clrMapOvr>
    <a:masterClrMapping/>
  </p:clrMapOvr>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ccessibility Office 365/2019">
    <p:spTree>
      <p:nvGrpSpPr>
        <p:cNvPr id="1" name=""/>
        <p:cNvGrpSpPr/>
        <p:nvPr/>
      </p:nvGrpSpPr>
      <p:grpSpPr>
        <a:xfrm>
          <a:off x="0" y="0"/>
          <a:ext cx="0" cy="0"/>
          <a:chOff x="0" y="0"/>
          <a:chExt cx="0" cy="0"/>
        </a:xfrm>
      </p:grpSpPr>
      <p:sp>
        <p:nvSpPr>
          <p:cNvPr id="3" name="Platshållare för datum 2">
            <a:extLst>
              <a:ext uri="{FF2B5EF4-FFF2-40B4-BE49-F238E27FC236}">
                <a16:creationId xmlns:a16="http://schemas.microsoft.com/office/drawing/2014/main" id="{3968F577-4190-D3A2-B5A8-E34ADF1ABC61}"/>
              </a:ext>
            </a:extLst>
          </p:cNvPr>
          <p:cNvSpPr>
            <a:spLocks noGrp="1"/>
          </p:cNvSpPr>
          <p:nvPr>
            <p:ph type="dt" sz="half" idx="10"/>
          </p:nvPr>
        </p:nvSpPr>
        <p:spPr/>
        <p:txBody>
          <a:bodyPr/>
          <a:lstStyle/>
          <a:p>
            <a:fld id="{45830D3C-297D-AF4B-BF84-42155CB091D6}" type="datetime1">
              <a:rPr lang="sv-SE" smtClean="0"/>
              <a:t>2025-05-13</a:t>
            </a:fld>
            <a:endParaRPr lang="sv-SE" dirty="0"/>
          </a:p>
        </p:txBody>
      </p:sp>
      <p:sp>
        <p:nvSpPr>
          <p:cNvPr id="4" name="Platshållare för sidfot 3">
            <a:extLst>
              <a:ext uri="{FF2B5EF4-FFF2-40B4-BE49-F238E27FC236}">
                <a16:creationId xmlns:a16="http://schemas.microsoft.com/office/drawing/2014/main" id="{2AD44966-3286-DD76-F24B-E5B897B19E36}"/>
              </a:ext>
            </a:extLst>
          </p:cNvPr>
          <p:cNvSpPr>
            <a:spLocks noGrp="1"/>
          </p:cNvSpPr>
          <p:nvPr>
            <p:ph type="ftr" sz="quarter" idx="11"/>
          </p:nvPr>
        </p:nvSpPr>
        <p:spPr/>
        <p:txBody>
          <a:bodyPr/>
          <a:lstStyle/>
          <a:p>
            <a:r>
              <a:rPr lang="sv-SE"/>
              <a:t>Presentation footer</a:t>
            </a:r>
            <a:endParaRPr lang="sv-SE" dirty="0"/>
          </a:p>
        </p:txBody>
      </p:sp>
      <p:sp>
        <p:nvSpPr>
          <p:cNvPr id="5" name="Platshållare för bildnummer 4">
            <a:extLst>
              <a:ext uri="{FF2B5EF4-FFF2-40B4-BE49-F238E27FC236}">
                <a16:creationId xmlns:a16="http://schemas.microsoft.com/office/drawing/2014/main" id="{618B16DD-2293-3CEC-1E7B-F472FFA64C04}"/>
              </a:ext>
            </a:extLst>
          </p:cNvPr>
          <p:cNvSpPr>
            <a:spLocks noGrp="1"/>
          </p:cNvSpPr>
          <p:nvPr>
            <p:ph type="sldNum" sz="quarter" idx="12"/>
          </p:nvPr>
        </p:nvSpPr>
        <p:spPr/>
        <p:txBody>
          <a:bodyPr/>
          <a:lstStyle/>
          <a:p>
            <a:fld id="{B716C8F4-20CD-364A-8A8E-DE130115B178}" type="slidenum">
              <a:rPr lang="sv-SE" smtClean="0"/>
              <a:pPr/>
              <a:t>‹#›</a:t>
            </a:fld>
            <a:endParaRPr lang="sv-SE"/>
          </a:p>
        </p:txBody>
      </p:sp>
      <p:sp>
        <p:nvSpPr>
          <p:cNvPr id="11" name="textruta 10">
            <a:extLst>
              <a:ext uri="{FF2B5EF4-FFF2-40B4-BE49-F238E27FC236}">
                <a16:creationId xmlns:a16="http://schemas.microsoft.com/office/drawing/2014/main" id="{D3950EA1-6BC3-FA92-A900-5D1873DA5B6D}"/>
              </a:ext>
            </a:extLst>
          </p:cNvPr>
          <p:cNvSpPr txBox="1"/>
          <p:nvPr userDrawn="1"/>
        </p:nvSpPr>
        <p:spPr>
          <a:xfrm>
            <a:off x="6000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a:solidFill>
                  <a:schemeClr val="tx2"/>
                </a:solidFill>
                <a:latin typeface="+mj-lt"/>
              </a:rPr>
              <a:t>Add alternative text for images/figures</a:t>
            </a:r>
          </a:p>
        </p:txBody>
      </p:sp>
      <p:sp>
        <p:nvSpPr>
          <p:cNvPr id="12" name="textruta 11">
            <a:extLst>
              <a:ext uri="{FF2B5EF4-FFF2-40B4-BE49-F238E27FC236}">
                <a16:creationId xmlns:a16="http://schemas.microsoft.com/office/drawing/2014/main" id="{F72A4E10-E85F-9067-684F-58257918714F}"/>
              </a:ext>
            </a:extLst>
          </p:cNvPr>
          <p:cNvSpPr txBox="1"/>
          <p:nvPr userDrawn="1"/>
        </p:nvSpPr>
        <p:spPr>
          <a:xfrm>
            <a:off x="600076" y="3031066"/>
            <a:ext cx="5314950" cy="1513235"/>
          </a:xfrm>
          <a:prstGeom prst="rect">
            <a:avLst/>
          </a:prstGeom>
          <a:noFill/>
        </p:spPr>
        <p:txBody>
          <a:bodyPr wrap="square" rtlCol="0">
            <a:spAutoFit/>
          </a:bodyPr>
          <a:lstStyle/>
          <a:p>
            <a:pPr marL="0" indent="0">
              <a:spcAft>
                <a:spcPts val="1000"/>
              </a:spcAft>
              <a:buNone/>
            </a:pPr>
            <a:r>
              <a:rPr lang="en-US" sz="1200" dirty="0"/>
              <a:t>Right-click on an image/figure and select the option "Format Picture." A tab will then open on the right side of the window. Choose the </a:t>
            </a:r>
            <a:r>
              <a:rPr lang="en-US" sz="1200" i="1" dirty="0"/>
              <a:t>Size and Properties</a:t>
            </a:r>
            <a:r>
              <a:rPr lang="en-US" sz="1200" dirty="0"/>
              <a:t> of the figure, then select </a:t>
            </a:r>
            <a:r>
              <a:rPr lang="en-US" sz="1200" i="1" dirty="0"/>
              <a:t>Alternative Text</a:t>
            </a:r>
            <a:r>
              <a:rPr lang="en-US" sz="1200" dirty="0"/>
              <a:t>. Describe your image/figure in 1-2 sentences that will be read aloud by screen readers for those with visual impairments.</a:t>
            </a:r>
          </a:p>
          <a:p>
            <a:pPr marL="0" indent="0">
              <a:spcAft>
                <a:spcPts val="1000"/>
              </a:spcAft>
              <a:buNone/>
            </a:pPr>
            <a:r>
              <a:rPr lang="en-US" sz="1200" dirty="0"/>
              <a:t>If the image/figure serves no informative purpose and you want to exclude it, you can simply leave the title and description empty.</a:t>
            </a:r>
          </a:p>
        </p:txBody>
      </p:sp>
      <p:sp>
        <p:nvSpPr>
          <p:cNvPr id="13" name="textruta 12">
            <a:extLst>
              <a:ext uri="{FF2B5EF4-FFF2-40B4-BE49-F238E27FC236}">
                <a16:creationId xmlns:a16="http://schemas.microsoft.com/office/drawing/2014/main" id="{EE3FC087-E3DB-F3EF-9BDB-AB9263D72EEF}"/>
              </a:ext>
            </a:extLst>
          </p:cNvPr>
          <p:cNvSpPr txBox="1"/>
          <p:nvPr userDrawn="1"/>
        </p:nvSpPr>
        <p:spPr>
          <a:xfrm>
            <a:off x="6276976" y="2616199"/>
            <a:ext cx="5314950"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noProof="0" dirty="0" smtClean="0">
                <a:solidFill>
                  <a:schemeClr val="tx2"/>
                </a:solidFill>
                <a:latin typeface="+mj-lt"/>
              </a:rPr>
              <a:t>Set reading order</a:t>
            </a:r>
            <a:endParaRPr lang="en-US" sz="1600" b="1" noProof="0" dirty="0">
              <a:solidFill>
                <a:schemeClr val="tx2"/>
              </a:solidFill>
              <a:latin typeface="+mj-lt"/>
            </a:endParaRPr>
          </a:p>
        </p:txBody>
      </p:sp>
      <p:sp>
        <p:nvSpPr>
          <p:cNvPr id="14" name="textruta 13">
            <a:extLst>
              <a:ext uri="{FF2B5EF4-FFF2-40B4-BE49-F238E27FC236}">
                <a16:creationId xmlns:a16="http://schemas.microsoft.com/office/drawing/2014/main" id="{A12E57D3-1BFC-4BED-5424-48C6609FCB60}"/>
              </a:ext>
            </a:extLst>
          </p:cNvPr>
          <p:cNvSpPr txBox="1"/>
          <p:nvPr userDrawn="1"/>
        </p:nvSpPr>
        <p:spPr>
          <a:xfrm>
            <a:off x="6276976" y="3031066"/>
            <a:ext cx="5314950" cy="2246769"/>
          </a:xfrm>
          <a:prstGeom prst="rect">
            <a:avLst/>
          </a:prstGeom>
          <a:noFill/>
        </p:spPr>
        <p:txBody>
          <a:bodyPr wrap="square" rtlCol="0">
            <a:spAutoFit/>
          </a:bodyPr>
          <a:lstStyle/>
          <a:p>
            <a:pPr marL="0" indent="0">
              <a:spcAft>
                <a:spcPts val="600"/>
              </a:spcAft>
              <a:buNone/>
            </a:pPr>
            <a:r>
              <a:rPr lang="en-US" sz="1200" dirty="0"/>
              <a:t>The predefined fields in the templates have a set reading order, but if you add additional/custom text boxes, images, SmartArt, or other content, you should check that the reading order is logical. Otherwise, the objects will be read in the order they were added to the page.</a:t>
            </a:r>
          </a:p>
          <a:p>
            <a:pPr marL="0" indent="0">
              <a:spcAft>
                <a:spcPts val="600"/>
              </a:spcAft>
              <a:buNone/>
            </a:pPr>
            <a:r>
              <a:rPr lang="en-US" sz="1200" b="1" dirty="0">
                <a:solidFill>
                  <a:schemeClr val="accent1"/>
                </a:solidFill>
              </a:rPr>
              <a:t>You can control the reading order by:</a:t>
            </a:r>
          </a:p>
          <a:p>
            <a:pPr marL="228600" indent="-228600">
              <a:spcAft>
                <a:spcPts val="600"/>
              </a:spcAft>
              <a:buClr>
                <a:schemeClr val="accent1"/>
              </a:buClr>
              <a:buFont typeface="+mj-lt"/>
              <a:buAutoNum type="arabicPeriod"/>
            </a:pPr>
            <a:r>
              <a:rPr lang="en-US" sz="1200" dirty="0"/>
              <a:t>On the </a:t>
            </a:r>
            <a:r>
              <a:rPr lang="en-US" sz="1200" i="1" dirty="0"/>
              <a:t>Home</a:t>
            </a:r>
            <a:r>
              <a:rPr lang="en-US" sz="1200" dirty="0"/>
              <a:t> tab, select </a:t>
            </a:r>
            <a:r>
              <a:rPr lang="en-US" sz="1200" i="1" dirty="0"/>
              <a:t>Arrange</a:t>
            </a:r>
          </a:p>
          <a:p>
            <a:pPr marL="228600" indent="-228600">
              <a:spcAft>
                <a:spcPts val="600"/>
              </a:spcAft>
              <a:buClr>
                <a:schemeClr val="accent1"/>
              </a:buClr>
              <a:buFont typeface="+mj-lt"/>
              <a:buAutoNum type="arabicPeriod"/>
            </a:pPr>
            <a:r>
              <a:rPr lang="en-US" sz="1200" dirty="0"/>
              <a:t>From the </a:t>
            </a:r>
            <a:r>
              <a:rPr lang="en-US" sz="1200" i="1" dirty="0"/>
              <a:t>Arrange </a:t>
            </a:r>
            <a:r>
              <a:rPr lang="en-US" sz="1200" dirty="0"/>
              <a:t>menu, choose "Selection Pane.“</a:t>
            </a:r>
          </a:p>
          <a:p>
            <a:pPr marL="228600" indent="-228600">
              <a:spcAft>
                <a:spcPts val="600"/>
              </a:spcAft>
              <a:buClr>
                <a:schemeClr val="accent1"/>
              </a:buClr>
              <a:buFont typeface="+mj-lt"/>
              <a:buAutoNum type="arabicPeriod"/>
            </a:pPr>
            <a:r>
              <a:rPr lang="en-US" sz="1200" dirty="0"/>
              <a:t>A tab will open on the right side of the window. Drag the objects until they have the desired order. This will not affect the layout on the page, only the order in which they are read by screen readers.</a:t>
            </a:r>
          </a:p>
        </p:txBody>
      </p:sp>
      <p:sp>
        <p:nvSpPr>
          <p:cNvPr id="6" name="textruta 5">
            <a:extLst>
              <a:ext uri="{FF2B5EF4-FFF2-40B4-BE49-F238E27FC236}">
                <a16:creationId xmlns:a16="http://schemas.microsoft.com/office/drawing/2014/main" id="{60BCB9D5-FB2E-F01B-B2C5-5BFB4C55D46E}"/>
              </a:ext>
            </a:extLst>
          </p:cNvPr>
          <p:cNvSpPr txBox="1"/>
          <p:nvPr userDrawn="1"/>
        </p:nvSpPr>
        <p:spPr>
          <a:xfrm>
            <a:off x="600076" y="1008476"/>
            <a:ext cx="10991850" cy="1103312"/>
          </a:xfrm>
          <a:prstGeom prst="rect">
            <a:avLst/>
          </a:prstGeom>
          <a:noFill/>
        </p:spPr>
        <p:txBody>
          <a:bodyPr wrap="square" anchor="t">
            <a:noAutofit/>
          </a:bodyPr>
          <a:lstStyle/>
          <a:p>
            <a:r>
              <a:rPr lang="en-US" sz="4000" b="1" noProof="0" dirty="0">
                <a:solidFill>
                  <a:schemeClr val="tx2"/>
                </a:solidFill>
                <a:latin typeface="+mj-lt"/>
              </a:rPr>
              <a:t>Make your presentation accessible</a:t>
            </a:r>
          </a:p>
        </p:txBody>
      </p:sp>
      <p:sp>
        <p:nvSpPr>
          <p:cNvPr id="8" name="textruta 7">
            <a:extLst>
              <a:ext uri="{FF2B5EF4-FFF2-40B4-BE49-F238E27FC236}">
                <a16:creationId xmlns:a16="http://schemas.microsoft.com/office/drawing/2014/main" id="{83F6329C-964B-2CDD-13A7-0D9A1FF8FB4F}"/>
              </a:ext>
            </a:extLst>
          </p:cNvPr>
          <p:cNvSpPr txBox="1"/>
          <p:nvPr userDrawn="1"/>
        </p:nvSpPr>
        <p:spPr>
          <a:xfrm>
            <a:off x="600075" y="1790514"/>
            <a:ext cx="10990263" cy="58477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dirty="0">
                <a:solidFill>
                  <a:schemeClr val="accent1"/>
                </a:solidFill>
                <a:latin typeface="+mn-lt"/>
              </a:rPr>
              <a:t>The template is set up to be as accessibility-friendly as possible, but there are two things you need to do yourself as you add content. </a:t>
            </a:r>
            <a:r>
              <a:rPr lang="en-US" sz="1600" b="1" noProof="0" dirty="0">
                <a:solidFill>
                  <a:schemeClr val="accent1"/>
                </a:solidFill>
                <a:latin typeface="+mn-lt"/>
              </a:rPr>
              <a:t>The instructions below are for Office 365 or Office 2019.</a:t>
            </a:r>
          </a:p>
        </p:txBody>
      </p:sp>
    </p:spTree>
    <p:extLst>
      <p:ext uri="{BB962C8B-B14F-4D97-AF65-F5344CB8AC3E}">
        <p14:creationId xmlns:p14="http://schemas.microsoft.com/office/powerpoint/2010/main" val="788371079"/>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image" Target="../media/image2.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theme" Target="../theme/theme1.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220414E7-5508-776E-6BBC-4EE50480958F}"/>
              </a:ext>
            </a:extLst>
          </p:cNvPr>
          <p:cNvSpPr>
            <a:spLocks noGrp="1"/>
          </p:cNvSpPr>
          <p:nvPr>
            <p:ph type="title"/>
          </p:nvPr>
        </p:nvSpPr>
        <p:spPr>
          <a:xfrm>
            <a:off x="600075" y="1095632"/>
            <a:ext cx="10990263" cy="568412"/>
          </a:xfrm>
          <a:prstGeom prst="rect">
            <a:avLst/>
          </a:prstGeom>
        </p:spPr>
        <p:txBody>
          <a:bodyPr vert="horz" lIns="91440" tIns="108000" rIns="91440" bIns="45720" rtlCol="0" anchor="t">
            <a:noAutofit/>
          </a:bodyPr>
          <a:lstStyle/>
          <a:p>
            <a:r>
              <a:rPr lang="sv-SE" dirty="0"/>
              <a:t>Klicka här för att ändra mall för rubrikformat</a:t>
            </a:r>
          </a:p>
        </p:txBody>
      </p:sp>
      <p:sp>
        <p:nvSpPr>
          <p:cNvPr id="3" name="Platshållare för text 2">
            <a:extLst>
              <a:ext uri="{FF2B5EF4-FFF2-40B4-BE49-F238E27FC236}">
                <a16:creationId xmlns:a16="http://schemas.microsoft.com/office/drawing/2014/main" id="{2006EF76-9662-2CD9-346E-23511E804736}"/>
              </a:ext>
            </a:extLst>
          </p:cNvPr>
          <p:cNvSpPr>
            <a:spLocks noGrp="1"/>
          </p:cNvSpPr>
          <p:nvPr>
            <p:ph type="body" idx="1"/>
          </p:nvPr>
        </p:nvSpPr>
        <p:spPr>
          <a:xfrm>
            <a:off x="600075" y="1872344"/>
            <a:ext cx="10990263" cy="4453808"/>
          </a:xfrm>
          <a:prstGeom prst="rect">
            <a:avLst/>
          </a:prstGeom>
        </p:spPr>
        <p:txBody>
          <a:bodyPr vert="horz" lIns="91440" tIns="45720" rIns="91440" bIns="45720" rtlCol="0">
            <a:noAutofit/>
          </a:bodyPr>
          <a:lstStyle/>
          <a:p>
            <a:pPr lvl="0"/>
            <a:r>
              <a:rPr lang="sv-SE" dirty="0"/>
              <a:t>Klicka här för att ändra format på bakgrundstexten</a:t>
            </a:r>
          </a:p>
          <a:p>
            <a:pPr lvl="1"/>
            <a:r>
              <a:rPr lang="sv-SE" dirty="0"/>
              <a:t>Nivå två</a:t>
            </a:r>
          </a:p>
          <a:p>
            <a:pPr lvl="2"/>
            <a:r>
              <a:rPr lang="sv-SE" dirty="0"/>
              <a:t>Nivå tre</a:t>
            </a:r>
          </a:p>
          <a:p>
            <a:pPr lvl="3"/>
            <a:r>
              <a:rPr lang="sv-SE" dirty="0"/>
              <a:t>Nivå fyra</a:t>
            </a:r>
          </a:p>
          <a:p>
            <a:pPr lvl="4"/>
            <a:r>
              <a:rPr lang="sv-SE" dirty="0"/>
              <a:t>Nivå fem</a:t>
            </a:r>
          </a:p>
        </p:txBody>
      </p:sp>
      <p:sp>
        <p:nvSpPr>
          <p:cNvPr id="4" name="Platshållare för datum 3">
            <a:extLst>
              <a:ext uri="{FF2B5EF4-FFF2-40B4-BE49-F238E27FC236}">
                <a16:creationId xmlns:a16="http://schemas.microsoft.com/office/drawing/2014/main" id="{5E3A2378-EA0B-2CB0-A3C0-B0181DFC31CC}"/>
              </a:ext>
            </a:extLst>
          </p:cNvPr>
          <p:cNvSpPr>
            <a:spLocks noGrp="1"/>
          </p:cNvSpPr>
          <p:nvPr>
            <p:ph type="dt" sz="half" idx="2"/>
          </p:nvPr>
        </p:nvSpPr>
        <p:spPr>
          <a:xfrm>
            <a:off x="600075" y="6473327"/>
            <a:ext cx="2743200" cy="94775"/>
          </a:xfrm>
          <a:prstGeom prst="rect">
            <a:avLst/>
          </a:prstGeom>
        </p:spPr>
        <p:txBody>
          <a:bodyPr vert="horz" lIns="91440" tIns="45720" rIns="91440" bIns="45720" rtlCol="0" anchor="ctr"/>
          <a:lstStyle>
            <a:lvl1pPr algn="l">
              <a:defRPr sz="700">
                <a:solidFill>
                  <a:schemeClr val="accent2"/>
                </a:solidFill>
              </a:defRPr>
            </a:lvl1pPr>
          </a:lstStyle>
          <a:p>
            <a:fld id="{888E4D63-BE2C-4D4B-BBD2-256262659A9F}" type="datetime1">
              <a:rPr lang="sv-SE" smtClean="0"/>
              <a:t>2025-05-13</a:t>
            </a:fld>
            <a:endParaRPr lang="sv-SE" dirty="0"/>
          </a:p>
        </p:txBody>
      </p:sp>
      <p:sp>
        <p:nvSpPr>
          <p:cNvPr id="5" name="Platshållare för sidfot 4">
            <a:extLst>
              <a:ext uri="{FF2B5EF4-FFF2-40B4-BE49-F238E27FC236}">
                <a16:creationId xmlns:a16="http://schemas.microsoft.com/office/drawing/2014/main" id="{24CA2E8D-AD94-B894-C4F1-B88C763BA32D}"/>
              </a:ext>
            </a:extLst>
          </p:cNvPr>
          <p:cNvSpPr>
            <a:spLocks noGrp="1"/>
          </p:cNvSpPr>
          <p:nvPr>
            <p:ph type="ftr" sz="quarter" idx="3"/>
          </p:nvPr>
        </p:nvSpPr>
        <p:spPr>
          <a:xfrm>
            <a:off x="4037805" y="6470364"/>
            <a:ext cx="4114800" cy="97738"/>
          </a:xfrm>
          <a:prstGeom prst="rect">
            <a:avLst/>
          </a:prstGeom>
        </p:spPr>
        <p:txBody>
          <a:bodyPr vert="horz" lIns="91440" tIns="45720" rIns="91440" bIns="45720" rtlCol="0" anchor="ctr"/>
          <a:lstStyle>
            <a:lvl1pPr algn="ctr">
              <a:defRPr sz="700">
                <a:solidFill>
                  <a:schemeClr val="accent2"/>
                </a:solidFill>
              </a:defRPr>
            </a:lvl1pPr>
          </a:lstStyle>
          <a:p>
            <a:r>
              <a:rPr lang="sv-SE"/>
              <a:t>Presentation footer</a:t>
            </a:r>
            <a:endParaRPr lang="sv-SE" dirty="0"/>
          </a:p>
        </p:txBody>
      </p:sp>
      <p:sp>
        <p:nvSpPr>
          <p:cNvPr id="6" name="Platshållare för bildnummer 5">
            <a:extLst>
              <a:ext uri="{FF2B5EF4-FFF2-40B4-BE49-F238E27FC236}">
                <a16:creationId xmlns:a16="http://schemas.microsoft.com/office/drawing/2014/main" id="{045617BD-973D-B163-E4ED-D245FDF0BDFC}"/>
              </a:ext>
            </a:extLst>
          </p:cNvPr>
          <p:cNvSpPr>
            <a:spLocks noGrp="1"/>
          </p:cNvSpPr>
          <p:nvPr>
            <p:ph type="sldNum" sz="quarter" idx="4"/>
          </p:nvPr>
        </p:nvSpPr>
        <p:spPr>
          <a:xfrm>
            <a:off x="8848725" y="6473328"/>
            <a:ext cx="2743200" cy="94775"/>
          </a:xfrm>
          <a:prstGeom prst="rect">
            <a:avLst/>
          </a:prstGeom>
        </p:spPr>
        <p:txBody>
          <a:bodyPr vert="horz" lIns="91440" tIns="45720" rIns="91440" bIns="45720" rtlCol="0" anchor="ctr"/>
          <a:lstStyle>
            <a:lvl1pPr algn="r">
              <a:defRPr sz="700">
                <a:solidFill>
                  <a:schemeClr val="accent2"/>
                </a:solidFill>
              </a:defRPr>
            </a:lvl1pPr>
          </a:lstStyle>
          <a:p>
            <a:fld id="{B716C8F4-20CD-364A-8A8E-DE130115B178}" type="slidenum">
              <a:rPr lang="sv-SE" smtClean="0"/>
              <a:pPr/>
              <a:t>‹#›</a:t>
            </a:fld>
            <a:endParaRPr lang="sv-SE" dirty="0"/>
          </a:p>
        </p:txBody>
      </p:sp>
      <p:pic>
        <p:nvPicPr>
          <p:cNvPr id="11" name="Bild 10">
            <a:extLst>
              <a:ext uri="{FF2B5EF4-FFF2-40B4-BE49-F238E27FC236}">
                <a16:creationId xmlns:a16="http://schemas.microsoft.com/office/drawing/2014/main" id="{57E3D58E-4C99-E6D1-B925-E182668FA2E3}"/>
              </a:ext>
            </a:extLst>
          </p:cNvPr>
          <p:cNvPicPr>
            <a:picLocks noChangeAspect="1"/>
          </p:cNvPicPr>
          <p:nvPr userDrawn="1"/>
        </p:nvPicPr>
        <p:blipFill>
          <a:blip r:embed="rId49" cstate="print">
            <a:extLst>
              <a:ext uri="{28A0092B-C50C-407E-A947-70E740481C1C}">
                <a14:useLocalDpi xmlns:a14="http://schemas.microsoft.com/office/drawing/2010/main"/>
              </a:ext>
              <a:ext uri="{96DAC541-7B7A-43D3-8B79-37D633B846F1}">
                <asvg:svgBlip xmlns:asvg="http://schemas.microsoft.com/office/drawing/2016/SVG/main" xmlns="" r:embed="rId50"/>
              </a:ext>
            </a:extLst>
          </a:blip>
          <a:stretch>
            <a:fillRect/>
          </a:stretch>
        </p:blipFill>
        <p:spPr>
          <a:xfrm>
            <a:off x="193566" y="164552"/>
            <a:ext cx="714243" cy="799273"/>
          </a:xfrm>
          <a:prstGeom prst="rect">
            <a:avLst/>
          </a:prstGeom>
        </p:spPr>
      </p:pic>
    </p:spTree>
    <p:extLst>
      <p:ext uri="{BB962C8B-B14F-4D97-AF65-F5344CB8AC3E}">
        <p14:creationId xmlns:p14="http://schemas.microsoft.com/office/powerpoint/2010/main" val="118368451"/>
      </p:ext>
    </p:extLst>
  </p:cSld>
  <p:clrMap bg1="lt1" tx1="dk1" bg2="lt2" tx2="dk2" accent1="accent1" accent2="accent2" accent3="accent3" accent4="accent4" accent5="accent5" accent6="accent6" hlink="hlink" folHlink="folHlink"/>
  <p:sldLayoutIdLst>
    <p:sldLayoutId id="2147483649" r:id="rId1"/>
    <p:sldLayoutId id="2147483679" r:id="rId2"/>
    <p:sldLayoutId id="2147483659" r:id="rId3"/>
    <p:sldLayoutId id="2147483651" r:id="rId4"/>
    <p:sldLayoutId id="2147483670" r:id="rId5"/>
    <p:sldLayoutId id="2147483660" r:id="rId6"/>
    <p:sldLayoutId id="2147483671" r:id="rId7"/>
    <p:sldLayoutId id="2147483661" r:id="rId8"/>
    <p:sldLayoutId id="2147483672" r:id="rId9"/>
    <p:sldLayoutId id="2147483662" r:id="rId10"/>
    <p:sldLayoutId id="2147483673" r:id="rId11"/>
    <p:sldLayoutId id="2147483650" r:id="rId12"/>
    <p:sldLayoutId id="2147483685" r:id="rId13"/>
    <p:sldLayoutId id="2147483688" r:id="rId14"/>
    <p:sldLayoutId id="2147483686" r:id="rId15"/>
    <p:sldLayoutId id="2147483687" r:id="rId16"/>
    <p:sldLayoutId id="2147483652" r:id="rId17"/>
    <p:sldLayoutId id="2147483653" r:id="rId18"/>
    <p:sldLayoutId id="2147483656" r:id="rId19"/>
    <p:sldLayoutId id="2147483657" r:id="rId20"/>
    <p:sldLayoutId id="2147483663" r:id="rId21"/>
    <p:sldLayoutId id="2147483694" r:id="rId22"/>
    <p:sldLayoutId id="2147483693" r:id="rId23"/>
    <p:sldLayoutId id="2147483684" r:id="rId24"/>
    <p:sldLayoutId id="2147483683" r:id="rId25"/>
    <p:sldLayoutId id="2147483681" r:id="rId26"/>
    <p:sldLayoutId id="2147483682" r:id="rId27"/>
    <p:sldLayoutId id="2147483676" r:id="rId28"/>
    <p:sldLayoutId id="2147483677" r:id="rId29"/>
    <p:sldLayoutId id="2147483678" r:id="rId30"/>
    <p:sldLayoutId id="2147483654" r:id="rId31"/>
    <p:sldLayoutId id="2147483668" r:id="rId32"/>
    <p:sldLayoutId id="2147483667" r:id="rId33"/>
    <p:sldLayoutId id="2147483669" r:id="rId34"/>
    <p:sldLayoutId id="2147483666" r:id="rId35"/>
    <p:sldLayoutId id="2147483689" r:id="rId36"/>
    <p:sldLayoutId id="2147483690" r:id="rId37"/>
    <p:sldLayoutId id="2147483691" r:id="rId38"/>
    <p:sldLayoutId id="2147483692" r:id="rId39"/>
    <p:sldLayoutId id="2147483655" r:id="rId40"/>
    <p:sldLayoutId id="2147483696" r:id="rId41"/>
    <p:sldLayoutId id="2147483697" r:id="rId42"/>
    <p:sldLayoutId id="2147483664" r:id="rId43"/>
    <p:sldLayoutId id="2147483695" r:id="rId44"/>
    <p:sldLayoutId id="2147483658" r:id="rId45"/>
    <p:sldLayoutId id="2147483674" r:id="rId46"/>
    <p:sldLayoutId id="2147483675" r:id="rId47"/>
  </p:sldLayoutIdLst>
  <p:timing>
    <p:tnLst>
      <p:par>
        <p:cTn id="1" dur="indefinite" restart="never" nodeType="tmRoot"/>
      </p:par>
    </p:tnLst>
  </p:timing>
  <p:hf sldNum="0" hdr="0" ftr="0" dt="0"/>
  <p:txStyles>
    <p:titleStyle>
      <a:lvl1pPr algn="l" defTabSz="914400" rtl="0" eaLnBrk="1" latinLnBrk="0" hangingPunct="1">
        <a:lnSpc>
          <a:spcPct val="90000"/>
        </a:lnSpc>
        <a:spcBef>
          <a:spcPct val="0"/>
        </a:spcBef>
        <a:buNone/>
        <a:defRPr sz="36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userDrawn="1">
          <p15:clr>
            <a:srgbClr val="F26B43"/>
          </p15:clr>
        </p15:guide>
        <p15:guide id="2" pos="7680" userDrawn="1">
          <p15:clr>
            <a:srgbClr val="F26B43"/>
          </p15:clr>
        </p15:guide>
        <p15:guide id="3" pos="378" userDrawn="1">
          <p15:clr>
            <a:srgbClr val="F26B43"/>
          </p15:clr>
        </p15:guide>
        <p15:guide id="4" pos="1343" userDrawn="1">
          <p15:clr>
            <a:srgbClr val="F26B43"/>
          </p15:clr>
        </p15:guide>
        <p15:guide id="5" pos="1570" userDrawn="1">
          <p15:clr>
            <a:srgbClr val="F26B43"/>
          </p15:clr>
        </p15:guide>
        <p15:guide id="6" pos="2535" userDrawn="1">
          <p15:clr>
            <a:srgbClr val="F26B43"/>
          </p15:clr>
        </p15:guide>
        <p15:guide id="7" pos="2761" userDrawn="1">
          <p15:clr>
            <a:srgbClr val="F26B43"/>
          </p15:clr>
        </p15:guide>
        <p15:guide id="8" pos="3726" userDrawn="1">
          <p15:clr>
            <a:srgbClr val="F26B43"/>
          </p15:clr>
        </p15:guide>
        <p15:guide id="9" pos="3953" userDrawn="1">
          <p15:clr>
            <a:srgbClr val="F26B43"/>
          </p15:clr>
        </p15:guide>
        <p15:guide id="10" pos="4918" userDrawn="1">
          <p15:clr>
            <a:srgbClr val="F26B43"/>
          </p15:clr>
        </p15:guide>
        <p15:guide id="11" pos="5144" userDrawn="1">
          <p15:clr>
            <a:srgbClr val="F26B43"/>
          </p15:clr>
        </p15:guide>
        <p15:guide id="12" pos="6109" userDrawn="1">
          <p15:clr>
            <a:srgbClr val="F26B43"/>
          </p15:clr>
        </p15:guide>
        <p15:guide id="13" pos="6336" userDrawn="1">
          <p15:clr>
            <a:srgbClr val="F26B43"/>
          </p15:clr>
        </p15:guide>
        <p15:guide id="14" pos="7301" userDrawn="1">
          <p15:clr>
            <a:srgbClr val="F26B43"/>
          </p15:clr>
        </p15:guide>
        <p15:guide id="15" orient="horz" userDrawn="1">
          <p15:clr>
            <a:srgbClr val="F26B43"/>
          </p15:clr>
        </p15:guide>
        <p15:guide id="16" orient="horz" pos="4320" userDrawn="1">
          <p15:clr>
            <a:srgbClr val="F26B43"/>
          </p15:clr>
        </p15:guide>
        <p15:guide id="17" orient="horz" pos="514" userDrawn="1">
          <p15:clr>
            <a:srgbClr val="F26B43"/>
          </p15:clr>
        </p15:guide>
        <p15:guide id="18" orient="horz" pos="861" userDrawn="1">
          <p15:clr>
            <a:srgbClr val="F26B43"/>
          </p15:clr>
        </p15:guide>
        <p15:guide id="19" orient="horz" pos="1209" userDrawn="1">
          <p15:clr>
            <a:srgbClr val="F26B43"/>
          </p15:clr>
        </p15:guide>
        <p15:guide id="20" orient="horz" pos="1570" userDrawn="1">
          <p15:clr>
            <a:srgbClr val="F26B43"/>
          </p15:clr>
        </p15:guide>
        <p15:guide id="21" orient="horz" pos="1903" userDrawn="1">
          <p15:clr>
            <a:srgbClr val="F26B43"/>
          </p15:clr>
        </p15:guide>
        <p15:guide id="22" orient="horz" pos="2250" userDrawn="1">
          <p15:clr>
            <a:srgbClr val="F26B43"/>
          </p15:clr>
        </p15:guide>
        <p15:guide id="23" orient="horz" pos="2597" userDrawn="1">
          <p15:clr>
            <a:srgbClr val="F26B43"/>
          </p15:clr>
        </p15:guide>
        <p15:guide id="24" orient="horz" pos="2945" userDrawn="1">
          <p15:clr>
            <a:srgbClr val="F26B43"/>
          </p15:clr>
        </p15:guide>
        <p15:guide id="25" orient="horz" pos="3292" userDrawn="1">
          <p15:clr>
            <a:srgbClr val="F26B43"/>
          </p15:clr>
        </p15:guide>
        <p15:guide id="26" orient="horz" pos="3639" userDrawn="1">
          <p15:clr>
            <a:srgbClr val="F26B43"/>
          </p15:clr>
        </p15:guide>
        <p15:guide id="27" orient="horz" pos="398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2.emf"/><Relationship Id="rId2" Type="http://schemas.openxmlformats.org/officeDocument/2006/relationships/image" Target="../media/image21.emf"/><Relationship Id="rId1" Type="http://schemas.openxmlformats.org/officeDocument/2006/relationships/slideLayout" Target="../slideLayouts/slideLayout12.xml"/><Relationship Id="rId5" Type="http://schemas.openxmlformats.org/officeDocument/2006/relationships/image" Target="../media/image24.emf"/><Relationship Id="rId4" Type="http://schemas.openxmlformats.org/officeDocument/2006/relationships/image" Target="../media/image23.emf"/></Relationships>
</file>

<file path=ppt/slides/_rels/slide4.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12.xml"/><Relationship Id="rId5" Type="http://schemas.openxmlformats.org/officeDocument/2006/relationships/image" Target="../media/image29.png"/><Relationship Id="rId4" Type="http://schemas.openxmlformats.org/officeDocument/2006/relationships/image" Target="../media/image28.png"/></Relationships>
</file>

<file path=ppt/slides/_rels/slide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image" Target="../media/image27.emf"/><Relationship Id="rId1" Type="http://schemas.openxmlformats.org/officeDocument/2006/relationships/slideLayout" Target="../slideLayouts/slideLayout12.xml"/><Relationship Id="rId5" Type="http://schemas.openxmlformats.org/officeDocument/2006/relationships/image" Target="../media/image33.png"/><Relationship Id="rId4" Type="http://schemas.openxmlformats.org/officeDocument/2006/relationships/image" Target="../media/image32.png"/></Relationships>
</file>

<file path=ppt/slides/_rels/slide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image" Target="../media/image29.emf"/><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2.emf"/><Relationship Id="rId7" Type="http://schemas.openxmlformats.org/officeDocument/2006/relationships/image" Target="../media/image36.png"/><Relationship Id="rId2" Type="http://schemas.openxmlformats.org/officeDocument/2006/relationships/image" Target="../media/image31.emf"/><Relationship Id="rId1" Type="http://schemas.openxmlformats.org/officeDocument/2006/relationships/slideLayout" Target="../slideLayouts/slideLayout12.x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image" Target="../media/image33.emf"/></Relationships>
</file>

<file path=ppt/slides/_rels/slide8.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slideLayout" Target="../slideLayouts/slideLayout12.xml"/><Relationship Id="rId5" Type="http://schemas.openxmlformats.org/officeDocument/2006/relationships/image" Target="../media/image38.emf"/><Relationship Id="rId4" Type="http://schemas.openxmlformats.org/officeDocument/2006/relationships/image" Target="../media/image37.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ubrik 3">
            <a:extLst>
              <a:ext uri="{FF2B5EF4-FFF2-40B4-BE49-F238E27FC236}">
                <a16:creationId xmlns:a16="http://schemas.microsoft.com/office/drawing/2014/main" id="{35B07F06-6EA7-7E2D-1EF1-26B024DA7650}"/>
              </a:ext>
            </a:extLst>
          </p:cNvPr>
          <p:cNvSpPr>
            <a:spLocks noGrp="1"/>
          </p:cNvSpPr>
          <p:nvPr>
            <p:ph type="ctrTitle"/>
          </p:nvPr>
        </p:nvSpPr>
        <p:spPr/>
        <p:txBody>
          <a:bodyPr/>
          <a:lstStyle/>
          <a:p>
            <a:r>
              <a:rPr lang="en-US" dirty="0" smtClean="0"/>
              <a:t>DC-link Capacitance Estimation</a:t>
            </a:r>
            <a:endParaRPr lang="sv-SE" dirty="0"/>
          </a:p>
        </p:txBody>
      </p:sp>
      <p:sp>
        <p:nvSpPr>
          <p:cNvPr id="5" name="Underrubrik 4">
            <a:extLst>
              <a:ext uri="{FF2B5EF4-FFF2-40B4-BE49-F238E27FC236}">
                <a16:creationId xmlns:a16="http://schemas.microsoft.com/office/drawing/2014/main" id="{92A29924-00C9-C549-25FA-02CDD1D96ADA}"/>
              </a:ext>
            </a:extLst>
          </p:cNvPr>
          <p:cNvSpPr>
            <a:spLocks noGrp="1"/>
          </p:cNvSpPr>
          <p:nvPr>
            <p:ph type="subTitle" idx="1"/>
          </p:nvPr>
        </p:nvSpPr>
        <p:spPr/>
        <p:txBody>
          <a:bodyPr/>
          <a:lstStyle/>
          <a:p>
            <a:endParaRPr lang="sv-SE" dirty="0"/>
          </a:p>
        </p:txBody>
      </p:sp>
    </p:spTree>
    <p:extLst>
      <p:ext uri="{BB962C8B-B14F-4D97-AF65-F5344CB8AC3E}">
        <p14:creationId xmlns:p14="http://schemas.microsoft.com/office/powerpoint/2010/main" val="20812274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1737" y="324231"/>
            <a:ext cx="10990263" cy="568412"/>
          </a:xfrm>
        </p:spPr>
        <p:txBody>
          <a:bodyPr/>
          <a:lstStyle/>
          <a:p>
            <a:r>
              <a:rPr lang="en-US" dirty="0" smtClean="0"/>
              <a:t>System Specifications-Ratings</a:t>
            </a:r>
            <a:endParaRPr lang="sv-SE" dirty="0"/>
          </a:p>
        </p:txBody>
      </p:sp>
      <mc:AlternateContent xmlns:mc="http://schemas.openxmlformats.org/markup-compatibility/2006" xmlns:a14="http://schemas.microsoft.com/office/drawing/2010/main">
        <mc:Choice Requires="a14">
          <p:sp>
            <p:nvSpPr>
              <p:cNvPr id="5" name="Rectangle 4"/>
              <p:cNvSpPr/>
              <p:nvPr/>
            </p:nvSpPr>
            <p:spPr>
              <a:xfrm>
                <a:off x="1120346" y="1703283"/>
                <a:ext cx="9537356" cy="4272195"/>
              </a:xfrm>
              <a:prstGeom prst="rect">
                <a:avLst/>
              </a:prstGeom>
            </p:spPr>
            <p:txBody>
              <a:bodyPr wrap="square">
                <a:spAutoFit/>
              </a:bodyPr>
              <a:lstStyle/>
              <a:p>
                <a:pPr marL="342900" indent="-342900">
                  <a:buFont typeface="Arial" panose="020B0604020202020204" pitchFamily="34" charset="0"/>
                  <a:buChar char="•"/>
                </a:pPr>
                <a:r>
                  <a:rPr lang="en-US" dirty="0" smtClean="0">
                    <a:latin typeface="Figtree (Body)"/>
                  </a:rPr>
                  <a:t>Battery voltage: </a:t>
                </a:r>
                <a14:m>
                  <m:oMath xmlns:m="http://schemas.openxmlformats.org/officeDocument/2006/math">
                    <m:sSub>
                      <m:sSubPr>
                        <m:ctrlPr>
                          <a:rPr lang="en-US" i="1" dirty="0">
                            <a:latin typeface="Cambria Math" panose="02040503050406030204" pitchFamily="18" charset="0"/>
                          </a:rPr>
                        </m:ctrlPr>
                      </m:sSubPr>
                      <m:e>
                        <m:r>
                          <a:rPr lang="sv-SE" i="1" dirty="0">
                            <a:latin typeface="Cambria Math" panose="02040503050406030204" pitchFamily="18" charset="0"/>
                          </a:rPr>
                          <m:t>𝑈</m:t>
                        </m:r>
                      </m:e>
                      <m:sub>
                        <m:r>
                          <a:rPr lang="en-US" i="1" dirty="0">
                            <a:latin typeface="Cambria Math" panose="02040503050406030204" pitchFamily="18" charset="0"/>
                          </a:rPr>
                          <m:t>𝐷𝐶</m:t>
                        </m:r>
                        <m:r>
                          <a:rPr lang="en-US" i="1" dirty="0">
                            <a:latin typeface="Cambria Math" panose="02040503050406030204" pitchFamily="18" charset="0"/>
                          </a:rPr>
                          <m:t>−</m:t>
                        </m:r>
                        <m:r>
                          <a:rPr lang="sv-SE" i="1" dirty="0">
                            <a:latin typeface="Cambria Math" panose="02040503050406030204" pitchFamily="18" charset="0"/>
                          </a:rPr>
                          <m:t>𝑚𝑎</m:t>
                        </m:r>
                        <m:r>
                          <a:rPr lang="en-US" i="1" dirty="0">
                            <a:latin typeface="Cambria Math" panose="02040503050406030204" pitchFamily="18" charset="0"/>
                          </a:rPr>
                          <m:t>𝑥</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sv-SE" i="1" dirty="0" err="1">
                            <a:latin typeface="Cambria Math" panose="02040503050406030204" pitchFamily="18" charset="0"/>
                          </a:rPr>
                          <m:t>𝑈</m:t>
                        </m:r>
                      </m:e>
                      <m:sub>
                        <m:r>
                          <a:rPr lang="en-US" i="1" dirty="0">
                            <a:latin typeface="Cambria Math" panose="02040503050406030204" pitchFamily="18" charset="0"/>
                          </a:rPr>
                          <m:t>𝐷𝐶</m:t>
                        </m:r>
                        <m:r>
                          <a:rPr lang="en-US" i="1" dirty="0">
                            <a:latin typeface="Cambria Math" panose="02040503050406030204" pitchFamily="18" charset="0"/>
                          </a:rPr>
                          <m:t>−</m:t>
                        </m:r>
                        <m:r>
                          <a:rPr lang="sv-SE" i="1" dirty="0" err="1">
                            <a:latin typeface="Cambria Math" panose="02040503050406030204" pitchFamily="18" charset="0"/>
                          </a:rPr>
                          <m:t>𝑛𝑜𝑚</m:t>
                        </m:r>
                      </m:sub>
                    </m:sSub>
                    <m:r>
                      <a:rPr lang="en-US" b="0" i="1" dirty="0" smtClean="0">
                        <a:latin typeface="Cambria Math" panose="02040503050406030204" pitchFamily="18" charset="0"/>
                      </a:rPr>
                      <m:t>−</m:t>
                    </m:r>
                    <m:sSub>
                      <m:sSubPr>
                        <m:ctrlPr>
                          <a:rPr lang="en-US" i="1" dirty="0">
                            <a:latin typeface="Cambria Math" panose="02040503050406030204" pitchFamily="18" charset="0"/>
                          </a:rPr>
                        </m:ctrlPr>
                      </m:sSubPr>
                      <m:e>
                        <m:r>
                          <a:rPr lang="sv-SE" i="1" dirty="0" err="1">
                            <a:latin typeface="Cambria Math" panose="02040503050406030204" pitchFamily="18" charset="0"/>
                          </a:rPr>
                          <m:t>𝑈</m:t>
                        </m:r>
                      </m:e>
                      <m:sub>
                        <m:r>
                          <a:rPr lang="en-US" i="1" dirty="0">
                            <a:latin typeface="Cambria Math" panose="02040503050406030204" pitchFamily="18" charset="0"/>
                          </a:rPr>
                          <m:t>𝐷𝐶</m:t>
                        </m:r>
                        <m:r>
                          <a:rPr lang="en-US" i="1" dirty="0">
                            <a:latin typeface="Cambria Math" panose="02040503050406030204" pitchFamily="18" charset="0"/>
                          </a:rPr>
                          <m:t>−</m:t>
                        </m:r>
                        <m:r>
                          <a:rPr lang="en-US" i="1" dirty="0">
                            <a:latin typeface="Cambria Math" panose="02040503050406030204" pitchFamily="18" charset="0"/>
                          </a:rPr>
                          <m:t>𝑚𝑖𝑛</m:t>
                        </m:r>
                      </m:sub>
                    </m:sSub>
                    <m:func>
                      <m:funcPr>
                        <m:ctrlPr>
                          <a:rPr lang="en-US" i="1" dirty="0">
                            <a:latin typeface="Cambria Math" panose="02040503050406030204" pitchFamily="18" charset="0"/>
                          </a:rPr>
                        </m:ctrlPr>
                      </m:funcPr>
                      <m:fName>
                        <m:r>
                          <a:rPr lang="en-US" i="1" dirty="0">
                            <a:latin typeface="Cambria Math" panose="02040503050406030204" pitchFamily="18" charset="0"/>
                          </a:rPr>
                          <m:t> </m:t>
                        </m:r>
                      </m:fName>
                      <m:e>
                        <m:r>
                          <a:rPr lang="en-US" i="1" dirty="0">
                            <a:latin typeface="Cambria Math" panose="02040503050406030204" pitchFamily="18" charset="0"/>
                          </a:rPr>
                          <m:t> </m:t>
                        </m:r>
                      </m:e>
                    </m:func>
                    <m:r>
                      <a:rPr lang="sv-SE" i="1" dirty="0">
                        <a:latin typeface="Cambria Math" panose="02040503050406030204" pitchFamily="18" charset="0"/>
                      </a:rPr>
                      <m:t>=1250</m:t>
                    </m:r>
                    <m:r>
                      <a:rPr lang="en-US" b="1" i="1" dirty="0" smtClean="0">
                        <a:latin typeface="Cambria Math" panose="02040503050406030204" pitchFamily="18" charset="0"/>
                      </a:rPr>
                      <m:t>−</m:t>
                    </m:r>
                    <m:r>
                      <a:rPr lang="sv-SE" b="1" i="1" dirty="0">
                        <a:latin typeface="Cambria Math" panose="02040503050406030204" pitchFamily="18" charset="0"/>
                      </a:rPr>
                      <m:t>𝟏𝟎𝟕</m:t>
                    </m:r>
                    <m:r>
                      <a:rPr lang="en-US" b="1" i="1" dirty="0" smtClean="0">
                        <a:latin typeface="Cambria Math" panose="02040503050406030204" pitchFamily="18" charset="0"/>
                      </a:rPr>
                      <m:t>𝟎</m:t>
                    </m:r>
                    <m:r>
                      <a:rPr lang="en-US" b="0" i="1" dirty="0" smtClean="0">
                        <a:latin typeface="Cambria Math" panose="02040503050406030204" pitchFamily="18" charset="0"/>
                      </a:rPr>
                      <m:t>−</m:t>
                    </m:r>
                    <m:r>
                      <a:rPr lang="sv-SE" i="1" dirty="0">
                        <a:latin typeface="Cambria Math" panose="02040503050406030204" pitchFamily="18" charset="0"/>
                      </a:rPr>
                      <m:t>700</m:t>
                    </m:r>
                    <m:r>
                      <a:rPr lang="sv-SE" i="1" dirty="0">
                        <a:latin typeface="Cambria Math" panose="02040503050406030204" pitchFamily="18" charset="0"/>
                      </a:rPr>
                      <m:t>𝑉</m:t>
                    </m:r>
                  </m:oMath>
                </a14:m>
                <a:endParaRPr lang="sv-SE" dirty="0" smtClean="0">
                  <a:latin typeface="Figtree (Body)"/>
                </a:endParaRPr>
              </a:p>
              <a:p>
                <a:r>
                  <a:rPr lang="sv-SE" dirty="0" smtClean="0">
                    <a:latin typeface="Figtree (Body)"/>
                  </a:rPr>
                  <a:t> </a:t>
                </a:r>
              </a:p>
              <a:p>
                <a:pPr marL="342900" indent="-342900">
                  <a:buFont typeface="Arial" panose="020B0604020202020204" pitchFamily="34" charset="0"/>
                  <a:buChar char="•"/>
                </a:pPr>
                <a:r>
                  <a:rPr lang="sv-SE" dirty="0" smtClean="0">
                    <a:latin typeface="Figtree (Body)"/>
                  </a:rPr>
                  <a:t>DC-link </a:t>
                </a:r>
                <a:r>
                  <a:rPr lang="sv-SE" dirty="0" err="1">
                    <a:latin typeface="Figtree (Body)"/>
                  </a:rPr>
                  <a:t>Ripple</a:t>
                </a:r>
                <a:r>
                  <a:rPr lang="sv-SE" dirty="0">
                    <a:latin typeface="Figtree (Body)"/>
                  </a:rPr>
                  <a:t>:  </a:t>
                </a:r>
                <a14:m>
                  <m:oMath xmlns:m="http://schemas.openxmlformats.org/officeDocument/2006/math">
                    <m:r>
                      <a:rPr lang="sv-SE" b="1" i="1" dirty="0">
                        <a:latin typeface="Cambria Math" panose="02040503050406030204" pitchFamily="18" charset="0"/>
                      </a:rPr>
                      <m:t>𝟏𝟒</m:t>
                    </m:r>
                    <m:r>
                      <a:rPr lang="sv-SE" b="1" i="1" dirty="0">
                        <a:latin typeface="Cambria Math" panose="02040503050406030204" pitchFamily="18" charset="0"/>
                      </a:rPr>
                      <m:t> </m:t>
                    </m:r>
                    <m:sSub>
                      <m:sSubPr>
                        <m:ctrlPr>
                          <a:rPr lang="en-US" b="1" i="1" dirty="0">
                            <a:latin typeface="Cambria Math" panose="02040503050406030204" pitchFamily="18" charset="0"/>
                          </a:rPr>
                        </m:ctrlPr>
                      </m:sSubPr>
                      <m:e>
                        <m:r>
                          <a:rPr lang="sv-SE" b="1" i="1" dirty="0">
                            <a:latin typeface="Cambria Math" panose="02040503050406030204" pitchFamily="18" charset="0"/>
                          </a:rPr>
                          <m:t>𝑽</m:t>
                        </m:r>
                      </m:e>
                      <m:sub>
                        <m:r>
                          <a:rPr lang="en-US" b="1" i="1" dirty="0">
                            <a:latin typeface="Cambria Math" panose="02040503050406030204" pitchFamily="18" charset="0"/>
                          </a:rPr>
                          <m:t>𝒑𝒑</m:t>
                        </m:r>
                      </m:sub>
                    </m:sSub>
                    <m:r>
                      <a:rPr lang="sv-SE" i="1" dirty="0">
                        <a:latin typeface="Cambria Math" panose="02040503050406030204" pitchFamily="18" charset="0"/>
                      </a:rPr>
                      <m:t> </m:t>
                    </m:r>
                  </m:oMath>
                </a14:m>
                <a:r>
                  <a:rPr lang="sv-SE" dirty="0">
                    <a:latin typeface="Figtree (Body)"/>
                  </a:rPr>
                  <a:t>, 10 Hz - 150 </a:t>
                </a:r>
                <a:r>
                  <a:rPr lang="sv-SE" dirty="0" smtClean="0">
                    <a:latin typeface="Figtree (Body)"/>
                  </a:rPr>
                  <a:t>kHz</a:t>
                </a:r>
              </a:p>
              <a:p>
                <a:pPr marL="285750" indent="-285750">
                  <a:buFont typeface="Arial" panose="020B0604020202020204" pitchFamily="34" charset="0"/>
                  <a:buChar char="•"/>
                </a:pPr>
                <a:endParaRPr lang="sv-SE" dirty="0" smtClean="0">
                  <a:latin typeface="Figtree (Body)"/>
                </a:endParaRPr>
              </a:p>
              <a:p>
                <a:pPr marL="342900" indent="-342900">
                  <a:buFont typeface="Arial" panose="020B0604020202020204" pitchFamily="34" charset="0"/>
                  <a:buChar char="•"/>
                </a:pPr>
                <a:r>
                  <a:rPr lang="sv-SE" dirty="0" err="1" smtClean="0">
                    <a:latin typeface="Figtree (Body)"/>
                  </a:rPr>
                  <a:t>Electrical</a:t>
                </a:r>
                <a:r>
                  <a:rPr lang="sv-SE" dirty="0" smtClean="0">
                    <a:latin typeface="Figtree (Body)"/>
                  </a:rPr>
                  <a:t> </a:t>
                </a:r>
                <a:r>
                  <a:rPr lang="sv-SE" dirty="0">
                    <a:latin typeface="Figtree (Body)"/>
                  </a:rPr>
                  <a:t>Fundament </a:t>
                </a:r>
                <a:r>
                  <a:rPr lang="sv-SE" dirty="0" err="1">
                    <a:latin typeface="Figtree (Body)"/>
                  </a:rPr>
                  <a:t>Frequency</a:t>
                </a:r>
                <a:r>
                  <a:rPr lang="sv-SE" dirty="0">
                    <a:latin typeface="Figtree (Body)"/>
                  </a:rPr>
                  <a:t>: </a:t>
                </a:r>
                <a:r>
                  <a:rPr lang="sv-SE" dirty="0" err="1">
                    <a:latin typeface="Figtree (Body)"/>
                  </a:rPr>
                  <a:t>Up</a:t>
                </a:r>
                <a:r>
                  <a:rPr lang="sv-SE" dirty="0">
                    <a:latin typeface="Figtree (Body)"/>
                  </a:rPr>
                  <a:t> to 900 Hz </a:t>
                </a:r>
              </a:p>
              <a:p>
                <a:pPr lvl="1"/>
                <a:r>
                  <a:rPr lang="sv-SE" dirty="0" smtClean="0">
                    <a:latin typeface="Figtree (Body)"/>
                  </a:rPr>
                  <a:t>(12 </a:t>
                </a:r>
                <a:r>
                  <a:rPr lang="sv-SE" dirty="0" err="1">
                    <a:latin typeface="Figtree (Body)"/>
                  </a:rPr>
                  <a:t>pole</a:t>
                </a:r>
                <a:r>
                  <a:rPr lang="sv-SE" dirty="0">
                    <a:latin typeface="Figtree (Body)"/>
                  </a:rPr>
                  <a:t> </a:t>
                </a:r>
                <a:r>
                  <a:rPr lang="sv-SE" dirty="0" err="1">
                    <a:latin typeface="Figtree (Body)"/>
                  </a:rPr>
                  <a:t>machine</a:t>
                </a:r>
                <a:r>
                  <a:rPr lang="sv-SE" dirty="0">
                    <a:latin typeface="Figtree (Body)"/>
                  </a:rPr>
                  <a:t> </a:t>
                </a:r>
                <a:r>
                  <a:rPr lang="sv-SE" dirty="0" err="1">
                    <a:latin typeface="Figtree (Body)"/>
                  </a:rPr>
                  <a:t>with</a:t>
                </a:r>
                <a:r>
                  <a:rPr lang="sv-SE" dirty="0">
                    <a:latin typeface="Figtree (Body)"/>
                  </a:rPr>
                  <a:t> 7000 RPM speed </a:t>
                </a:r>
                <a:r>
                  <a:rPr lang="sv-SE" dirty="0" err="1">
                    <a:latin typeface="Figtree (Body)"/>
                  </a:rPr>
                  <a:t>range</a:t>
                </a:r>
                <a:r>
                  <a:rPr lang="sv-SE" dirty="0">
                    <a:latin typeface="Figtree (Body)"/>
                  </a:rPr>
                  <a:t> : </a:t>
                </a:r>
                <a:r>
                  <a:rPr lang="sv-SE" b="1" dirty="0">
                    <a:latin typeface="Figtree (Body)"/>
                  </a:rPr>
                  <a:t>700 </a:t>
                </a:r>
                <a:r>
                  <a:rPr lang="sv-SE" b="1" dirty="0" smtClean="0">
                    <a:latin typeface="Figtree (Body)"/>
                  </a:rPr>
                  <a:t>Hz</a:t>
                </a:r>
                <a:r>
                  <a:rPr lang="sv-SE" dirty="0" smtClean="0">
                    <a:latin typeface="Figtree (Body)"/>
                  </a:rPr>
                  <a:t>)</a:t>
                </a:r>
              </a:p>
              <a:p>
                <a:endParaRPr lang="sv-SE" dirty="0" smtClean="0">
                  <a:latin typeface="Figtree (Body)"/>
                </a:endParaRPr>
              </a:p>
              <a:p>
                <a:pPr marL="342900" indent="-342900">
                  <a:buFont typeface="Arial" panose="020B0604020202020204" pitchFamily="34" charset="0"/>
                  <a:buChar char="•"/>
                </a:pPr>
                <a:r>
                  <a:rPr lang="sv-SE" dirty="0" err="1" smtClean="0">
                    <a:latin typeface="Figtree (Body)"/>
                  </a:rPr>
                  <a:t>Switching</a:t>
                </a:r>
                <a:r>
                  <a:rPr lang="sv-SE" dirty="0" smtClean="0">
                    <a:latin typeface="Figtree (Body)"/>
                  </a:rPr>
                  <a:t> </a:t>
                </a:r>
                <a:r>
                  <a:rPr lang="sv-SE" dirty="0" err="1">
                    <a:latin typeface="Figtree (Body)"/>
                  </a:rPr>
                  <a:t>Frequency</a:t>
                </a:r>
                <a:r>
                  <a:rPr lang="sv-SE" dirty="0">
                    <a:latin typeface="Figtree (Body)"/>
                  </a:rPr>
                  <a:t>: </a:t>
                </a:r>
                <a:r>
                  <a:rPr lang="sv-SE" dirty="0" err="1">
                    <a:latin typeface="Figtree (Body)"/>
                  </a:rPr>
                  <a:t>Up</a:t>
                </a:r>
                <a:r>
                  <a:rPr lang="sv-SE" dirty="0">
                    <a:latin typeface="Figtree (Body)"/>
                  </a:rPr>
                  <a:t> to 18.5 kHz </a:t>
                </a:r>
              </a:p>
              <a:p>
                <a:pPr lvl="1"/>
                <a:r>
                  <a:rPr lang="sv-SE" dirty="0" smtClean="0">
                    <a:latin typeface="Figtree (Body)"/>
                  </a:rPr>
                  <a:t>(</a:t>
                </a:r>
                <a:r>
                  <a:rPr lang="sv-SE" dirty="0" err="1" smtClean="0">
                    <a:latin typeface="Figtree (Body)"/>
                  </a:rPr>
                  <a:t>Holistic</a:t>
                </a:r>
                <a:r>
                  <a:rPr lang="sv-SE" dirty="0" smtClean="0">
                    <a:latin typeface="Figtree (Body)"/>
                  </a:rPr>
                  <a:t> </a:t>
                </a:r>
                <a:r>
                  <a:rPr lang="sv-SE" dirty="0">
                    <a:latin typeface="Figtree (Body)"/>
                  </a:rPr>
                  <a:t>Design for </a:t>
                </a:r>
                <a:r>
                  <a:rPr lang="sv-SE" dirty="0" err="1">
                    <a:latin typeface="Figtree (Body)"/>
                  </a:rPr>
                  <a:t>minimizing</a:t>
                </a:r>
                <a:r>
                  <a:rPr lang="sv-SE" dirty="0">
                    <a:latin typeface="Figtree (Body)"/>
                  </a:rPr>
                  <a:t> total loss : </a:t>
                </a:r>
                <a:r>
                  <a:rPr lang="sv-SE" b="1" dirty="0">
                    <a:latin typeface="Figtree (Body)"/>
                  </a:rPr>
                  <a:t>14 </a:t>
                </a:r>
                <a:r>
                  <a:rPr lang="sv-SE" b="1" dirty="0" smtClean="0">
                    <a:latin typeface="Figtree (Body)"/>
                  </a:rPr>
                  <a:t>kHz</a:t>
                </a:r>
                <a:r>
                  <a:rPr lang="sv-SE" dirty="0" smtClean="0">
                    <a:latin typeface="Figtree (Body)"/>
                  </a:rPr>
                  <a:t>)</a:t>
                </a:r>
              </a:p>
              <a:p>
                <a:pPr marL="342900" indent="-342900">
                  <a:buFont typeface="Arial" panose="020B0604020202020204" pitchFamily="34" charset="0"/>
                  <a:buChar char="•"/>
                </a:pPr>
                <a:endParaRPr lang="sv-SE" dirty="0" smtClean="0">
                  <a:latin typeface="Figtree (Body)"/>
                </a:endParaRPr>
              </a:p>
              <a:p>
                <a:pPr marL="342900" indent="-342900">
                  <a:buFont typeface="Arial" panose="020B0604020202020204" pitchFamily="34" charset="0"/>
                  <a:buChar char="•"/>
                </a:pPr>
                <a:r>
                  <a:rPr lang="sv-SE" dirty="0" err="1" smtClean="0">
                    <a:latin typeface="Figtree (Body)"/>
                  </a:rPr>
                  <a:t>Continuous</a:t>
                </a:r>
                <a:r>
                  <a:rPr lang="sv-SE" dirty="0" smtClean="0">
                    <a:latin typeface="Figtree (Body)"/>
                  </a:rPr>
                  <a:t> </a:t>
                </a:r>
                <a:r>
                  <a:rPr lang="sv-SE" dirty="0">
                    <a:latin typeface="Figtree (Body)"/>
                  </a:rPr>
                  <a:t>Power: </a:t>
                </a:r>
                <a:r>
                  <a:rPr lang="sv-SE" b="1" dirty="0">
                    <a:latin typeface="Figtree (Body)"/>
                  </a:rPr>
                  <a:t>300 k</a:t>
                </a:r>
                <a:r>
                  <a:rPr lang="sv-SE" b="1" dirty="0" smtClean="0">
                    <a:latin typeface="Figtree (Body)"/>
                  </a:rPr>
                  <a:t>W</a:t>
                </a:r>
              </a:p>
              <a:p>
                <a:pPr marL="342900" indent="-342900">
                  <a:buFont typeface="Arial" panose="020B0604020202020204" pitchFamily="34" charset="0"/>
                  <a:buChar char="•"/>
                </a:pPr>
                <a:r>
                  <a:rPr lang="en-US" dirty="0" smtClean="0">
                    <a:latin typeface="Figtree (Body)"/>
                  </a:rPr>
                  <a:t>Short-term </a:t>
                </a:r>
                <a:r>
                  <a:rPr lang="en-US" dirty="0">
                    <a:latin typeface="Figtree (Body)"/>
                  </a:rPr>
                  <a:t>Power: </a:t>
                </a:r>
                <a:r>
                  <a:rPr lang="en-US" b="1" dirty="0">
                    <a:latin typeface="Figtree (Body)"/>
                  </a:rPr>
                  <a:t>360 </a:t>
                </a:r>
                <a:r>
                  <a:rPr lang="en-US" b="1" dirty="0" smtClean="0">
                    <a:latin typeface="Figtree (Body)"/>
                  </a:rPr>
                  <a:t>kW</a:t>
                </a:r>
              </a:p>
              <a:p>
                <a:pPr marL="342900" indent="-342900">
                  <a:buFont typeface="Arial" panose="020B0604020202020204" pitchFamily="34" charset="0"/>
                  <a:buChar char="•"/>
                </a:pPr>
                <a:r>
                  <a:rPr lang="en-US" dirty="0" smtClean="0">
                    <a:latin typeface="Figtree (Body)"/>
                  </a:rPr>
                  <a:t>Power </a:t>
                </a:r>
                <a:r>
                  <a:rPr lang="en-US" dirty="0">
                    <a:latin typeface="Figtree (Body)"/>
                  </a:rPr>
                  <a:t>factor: </a:t>
                </a:r>
                <a:r>
                  <a:rPr lang="en-US" b="1" dirty="0">
                    <a:latin typeface="Figtree (Body)"/>
                  </a:rPr>
                  <a:t>0.9</a:t>
                </a:r>
                <a:r>
                  <a:rPr lang="en-US" dirty="0">
                    <a:latin typeface="Figtree (Body)"/>
                  </a:rPr>
                  <a:t>-1</a:t>
                </a:r>
                <a:endParaRPr lang="sv-SE" dirty="0">
                  <a:latin typeface="Figtree (Body)"/>
                </a:endParaRPr>
              </a:p>
              <a:p>
                <a:pPr lvl="1"/>
                <a:endParaRPr lang="sv-SE" dirty="0" smtClean="0">
                  <a:latin typeface="Figtree (Body)"/>
                </a:endParaRPr>
              </a:p>
              <a:p>
                <a:pPr lvl="1"/>
                <a:endParaRPr lang="sv-SE" dirty="0">
                  <a:latin typeface="Figtree (Body)"/>
                </a:endParaRPr>
              </a:p>
            </p:txBody>
          </p:sp>
        </mc:Choice>
        <mc:Fallback xmlns="">
          <p:sp>
            <p:nvSpPr>
              <p:cNvPr id="5" name="Rectangle 4"/>
              <p:cNvSpPr>
                <a:spLocks noRot="1" noChangeAspect="1" noMove="1" noResize="1" noEditPoints="1" noAdjustHandles="1" noChangeArrowheads="1" noChangeShapeType="1" noTextEdit="1"/>
              </p:cNvSpPr>
              <p:nvPr/>
            </p:nvSpPr>
            <p:spPr>
              <a:xfrm>
                <a:off x="1120346" y="1703283"/>
                <a:ext cx="9537356" cy="4272195"/>
              </a:xfrm>
              <a:prstGeom prst="rect">
                <a:avLst/>
              </a:prstGeom>
              <a:blipFill>
                <a:blip r:embed="rId2"/>
                <a:stretch>
                  <a:fillRect l="-448" t="-713"/>
                </a:stretch>
              </a:blipFill>
            </p:spPr>
            <p:txBody>
              <a:bodyPr/>
              <a:lstStyle/>
              <a:p>
                <a:r>
                  <a:rPr lang="sv-SE">
                    <a:noFill/>
                  </a:rPr>
                  <a:t> </a:t>
                </a:r>
              </a:p>
            </p:txBody>
          </p:sp>
        </mc:Fallback>
      </mc:AlternateContent>
    </p:spTree>
    <p:extLst>
      <p:ext uri="{BB962C8B-B14F-4D97-AF65-F5344CB8AC3E}">
        <p14:creationId xmlns:p14="http://schemas.microsoft.com/office/powerpoint/2010/main" val="26374024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1737" y="324231"/>
            <a:ext cx="10990263" cy="568412"/>
          </a:xfrm>
        </p:spPr>
        <p:txBody>
          <a:bodyPr/>
          <a:lstStyle/>
          <a:p>
            <a:r>
              <a:rPr lang="en-US" dirty="0" smtClean="0"/>
              <a:t>Voltage - Current Waveforms</a:t>
            </a:r>
            <a:endParaRPr lang="sv-SE" dirty="0"/>
          </a:p>
        </p:txBody>
      </p:sp>
      <p:pic>
        <p:nvPicPr>
          <p:cNvPr id="6" name="Picture 5"/>
          <p:cNvPicPr>
            <a:picLocks noChangeAspect="1"/>
          </p:cNvPicPr>
          <p:nvPr/>
        </p:nvPicPr>
        <p:blipFill>
          <a:blip r:embed="rId2"/>
          <a:stretch>
            <a:fillRect/>
          </a:stretch>
        </p:blipFill>
        <p:spPr>
          <a:xfrm>
            <a:off x="247136" y="1062679"/>
            <a:ext cx="3729681" cy="2797261"/>
          </a:xfrm>
          <a:prstGeom prst="rect">
            <a:avLst/>
          </a:prstGeom>
        </p:spPr>
      </p:pic>
      <p:pic>
        <p:nvPicPr>
          <p:cNvPr id="7" name="Picture 6"/>
          <p:cNvPicPr>
            <a:picLocks noChangeAspect="1"/>
          </p:cNvPicPr>
          <p:nvPr/>
        </p:nvPicPr>
        <p:blipFill>
          <a:blip r:embed="rId3"/>
          <a:stretch>
            <a:fillRect/>
          </a:stretch>
        </p:blipFill>
        <p:spPr>
          <a:xfrm>
            <a:off x="3828537" y="1047619"/>
            <a:ext cx="3809998" cy="2857498"/>
          </a:xfrm>
          <a:prstGeom prst="rect">
            <a:avLst/>
          </a:prstGeom>
        </p:spPr>
      </p:pic>
      <p:pic>
        <p:nvPicPr>
          <p:cNvPr id="8" name="Picture 7"/>
          <p:cNvPicPr>
            <a:picLocks noChangeAspect="1"/>
          </p:cNvPicPr>
          <p:nvPr/>
        </p:nvPicPr>
        <p:blipFill>
          <a:blip r:embed="rId4"/>
          <a:stretch>
            <a:fillRect/>
          </a:stretch>
        </p:blipFill>
        <p:spPr>
          <a:xfrm>
            <a:off x="7416116" y="1011704"/>
            <a:ext cx="4162166" cy="3121625"/>
          </a:xfrm>
          <a:prstGeom prst="rect">
            <a:avLst/>
          </a:prstGeom>
        </p:spPr>
      </p:pic>
      <p:pic>
        <p:nvPicPr>
          <p:cNvPr id="9" name="Picture 8"/>
          <p:cNvPicPr>
            <a:picLocks noChangeAspect="1"/>
          </p:cNvPicPr>
          <p:nvPr/>
        </p:nvPicPr>
        <p:blipFill>
          <a:blip r:embed="rId5"/>
          <a:stretch>
            <a:fillRect/>
          </a:stretch>
        </p:blipFill>
        <p:spPr>
          <a:xfrm>
            <a:off x="4050956" y="4133329"/>
            <a:ext cx="3587579" cy="2690685"/>
          </a:xfrm>
          <a:prstGeom prst="rect">
            <a:avLst/>
          </a:prstGeom>
        </p:spPr>
      </p:pic>
    </p:spTree>
    <p:extLst>
      <p:ext uri="{BB962C8B-B14F-4D97-AF65-F5344CB8AC3E}">
        <p14:creationId xmlns:p14="http://schemas.microsoft.com/office/powerpoint/2010/main" val="1472242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1737" y="324231"/>
            <a:ext cx="10990263" cy="568412"/>
          </a:xfrm>
        </p:spPr>
        <p:txBody>
          <a:bodyPr/>
          <a:lstStyle/>
          <a:p>
            <a:r>
              <a:rPr lang="en-US" dirty="0" smtClean="0"/>
              <a:t>Minimum Capacitance Requirement </a:t>
            </a:r>
            <a:endParaRPr lang="sv-SE" dirty="0"/>
          </a:p>
        </p:txBody>
      </p:sp>
      <p:sp>
        <p:nvSpPr>
          <p:cNvPr id="4" name="TextBox 3"/>
          <p:cNvSpPr txBox="1"/>
          <p:nvPr/>
        </p:nvSpPr>
        <p:spPr>
          <a:xfrm>
            <a:off x="1964724" y="1297461"/>
            <a:ext cx="1933832" cy="369332"/>
          </a:xfrm>
          <a:prstGeom prst="rect">
            <a:avLst/>
          </a:prstGeom>
          <a:noFill/>
        </p:spPr>
        <p:txBody>
          <a:bodyPr wrap="square" rtlCol="0">
            <a:spAutoFit/>
          </a:bodyPr>
          <a:lstStyle/>
          <a:p>
            <a:r>
              <a:rPr lang="en-US" dirty="0" smtClean="0"/>
              <a:t>1070 V 415 A</a:t>
            </a:r>
            <a:endParaRPr lang="sv-SE" dirty="0"/>
          </a:p>
        </p:txBody>
      </p:sp>
      <p:pic>
        <p:nvPicPr>
          <p:cNvPr id="10" name="Picture 9"/>
          <p:cNvPicPr>
            <a:picLocks noChangeAspect="1"/>
          </p:cNvPicPr>
          <p:nvPr/>
        </p:nvPicPr>
        <p:blipFill>
          <a:blip r:embed="rId2"/>
          <a:stretch>
            <a:fillRect/>
          </a:stretch>
        </p:blipFill>
        <p:spPr>
          <a:xfrm>
            <a:off x="-55605" y="1787096"/>
            <a:ext cx="5334000" cy="4000500"/>
          </a:xfrm>
          <a:prstGeom prst="rect">
            <a:avLst/>
          </a:prstGeom>
        </p:spPr>
      </p:pic>
      <p:pic>
        <p:nvPicPr>
          <p:cNvPr id="13" name="Picture 12"/>
          <p:cNvPicPr>
            <a:picLocks noChangeAspect="1"/>
          </p:cNvPicPr>
          <p:nvPr/>
        </p:nvPicPr>
        <p:blipFill>
          <a:blip r:embed="rId3"/>
          <a:stretch>
            <a:fillRect/>
          </a:stretch>
        </p:blipFill>
        <p:spPr>
          <a:xfrm>
            <a:off x="5999206" y="1788640"/>
            <a:ext cx="5331941" cy="3998956"/>
          </a:xfrm>
          <a:prstGeom prst="rect">
            <a:avLst/>
          </a:prstGeom>
        </p:spPr>
      </p:pic>
      <p:sp>
        <p:nvSpPr>
          <p:cNvPr id="14" name="TextBox 13"/>
          <p:cNvSpPr txBox="1"/>
          <p:nvPr/>
        </p:nvSpPr>
        <p:spPr>
          <a:xfrm>
            <a:off x="7698260" y="1296777"/>
            <a:ext cx="1933832" cy="369332"/>
          </a:xfrm>
          <a:prstGeom prst="rect">
            <a:avLst/>
          </a:prstGeom>
          <a:noFill/>
        </p:spPr>
        <p:txBody>
          <a:bodyPr wrap="square" rtlCol="0">
            <a:spAutoFit/>
          </a:bodyPr>
          <a:lstStyle/>
          <a:p>
            <a:r>
              <a:rPr lang="en-US" dirty="0" smtClean="0"/>
              <a:t>1250 V 355 A</a:t>
            </a:r>
            <a:endParaRPr lang="sv-SE" dirty="0"/>
          </a:p>
        </p:txBody>
      </p:sp>
      <mc:AlternateContent xmlns:mc="http://schemas.openxmlformats.org/markup-compatibility/2006" xmlns:a14="http://schemas.microsoft.com/office/drawing/2010/main">
        <mc:Choice Requires="a14">
          <p:sp>
            <p:nvSpPr>
              <p:cNvPr id="15" name="TextBox 14"/>
              <p:cNvSpPr txBox="1"/>
              <p:nvPr/>
            </p:nvSpPr>
            <p:spPr>
              <a:xfrm>
                <a:off x="8285205" y="5910127"/>
                <a:ext cx="13468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&gt;320 </m:t>
                      </m:r>
                      <m:r>
                        <a:rPr lang="en-US" b="0" i="1" smtClean="0">
                          <a:latin typeface="Cambria Math" panose="02040503050406030204" pitchFamily="18" charset="0"/>
                        </a:rPr>
                        <m:t>𝜇</m:t>
                      </m:r>
                      <m:r>
                        <a:rPr lang="en-US" b="0" i="1" smtClean="0">
                          <a:latin typeface="Cambria Math" panose="02040503050406030204" pitchFamily="18" charset="0"/>
                        </a:rPr>
                        <m:t>𝐹</m:t>
                      </m:r>
                    </m:oMath>
                  </m:oMathPara>
                </a14:m>
                <a:endParaRPr lang="sv-SE" dirty="0"/>
              </a:p>
            </p:txBody>
          </p:sp>
        </mc:Choice>
        <mc:Fallback xmlns="">
          <p:sp>
            <p:nvSpPr>
              <p:cNvPr id="15" name="TextBox 14"/>
              <p:cNvSpPr txBox="1">
                <a:spLocks noRot="1" noChangeAspect="1" noMove="1" noResize="1" noEditPoints="1" noAdjustHandles="1" noChangeArrowheads="1" noChangeShapeType="1" noTextEdit="1"/>
              </p:cNvSpPr>
              <p:nvPr/>
            </p:nvSpPr>
            <p:spPr>
              <a:xfrm>
                <a:off x="8285205" y="5910127"/>
                <a:ext cx="1346887" cy="369332"/>
              </a:xfrm>
              <a:prstGeom prst="rect">
                <a:avLst/>
              </a:prstGeom>
              <a:blipFill>
                <a:blip r:embed="rId4"/>
                <a:stretch>
                  <a:fillRect b="-11667"/>
                </a:stretch>
              </a:blipFill>
            </p:spPr>
            <p:txBody>
              <a:bodyPr/>
              <a:lstStyle/>
              <a:p>
                <a:r>
                  <a:rPr lang="sv-SE">
                    <a:noFill/>
                  </a:rPr>
                  <a:t> </a:t>
                </a:r>
              </a:p>
            </p:txBody>
          </p:sp>
        </mc:Fallback>
      </mc:AlternateContent>
      <p:sp>
        <p:nvSpPr>
          <p:cNvPr id="16" name="Rectangle 15"/>
          <p:cNvSpPr/>
          <p:nvPr/>
        </p:nvSpPr>
        <p:spPr>
          <a:xfrm>
            <a:off x="9866870" y="1946189"/>
            <a:ext cx="420130" cy="3373395"/>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p:sp>
        <p:nvSpPr>
          <p:cNvPr id="17" name="Rectangle 16"/>
          <p:cNvSpPr/>
          <p:nvPr/>
        </p:nvSpPr>
        <p:spPr>
          <a:xfrm>
            <a:off x="3803821" y="1946189"/>
            <a:ext cx="420130" cy="3373395"/>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mc:AlternateContent xmlns:mc="http://schemas.openxmlformats.org/markup-compatibility/2006" xmlns:a14="http://schemas.microsoft.com/office/drawing/2010/main">
        <mc:Choice Requires="a14">
          <p:sp>
            <p:nvSpPr>
              <p:cNvPr id="18" name="TextBox 17"/>
              <p:cNvSpPr txBox="1"/>
              <p:nvPr/>
            </p:nvSpPr>
            <p:spPr>
              <a:xfrm>
                <a:off x="1727886" y="5910127"/>
                <a:ext cx="13468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&gt;375 </m:t>
                      </m:r>
                      <m:r>
                        <a:rPr lang="en-US" b="0" i="1" smtClean="0">
                          <a:latin typeface="Cambria Math" panose="02040503050406030204" pitchFamily="18" charset="0"/>
                        </a:rPr>
                        <m:t>𝜇</m:t>
                      </m:r>
                      <m:r>
                        <a:rPr lang="en-US" b="0" i="1" smtClean="0">
                          <a:latin typeface="Cambria Math" panose="02040503050406030204" pitchFamily="18" charset="0"/>
                        </a:rPr>
                        <m:t>𝐹</m:t>
                      </m:r>
                    </m:oMath>
                  </m:oMathPara>
                </a14:m>
                <a:endParaRPr lang="sv-SE" dirty="0"/>
              </a:p>
            </p:txBody>
          </p:sp>
        </mc:Choice>
        <mc:Fallback xmlns="">
          <p:sp>
            <p:nvSpPr>
              <p:cNvPr id="18" name="TextBox 17"/>
              <p:cNvSpPr txBox="1">
                <a:spLocks noRot="1" noChangeAspect="1" noMove="1" noResize="1" noEditPoints="1" noAdjustHandles="1" noChangeArrowheads="1" noChangeShapeType="1" noTextEdit="1"/>
              </p:cNvSpPr>
              <p:nvPr/>
            </p:nvSpPr>
            <p:spPr>
              <a:xfrm>
                <a:off x="1727886" y="5910127"/>
                <a:ext cx="1346887" cy="369332"/>
              </a:xfrm>
              <a:prstGeom prst="rect">
                <a:avLst/>
              </a:prstGeom>
              <a:blipFill>
                <a:blip r:embed="rId5"/>
                <a:stretch>
                  <a:fillRect b="-11667"/>
                </a:stretch>
              </a:blipFill>
            </p:spPr>
            <p:txBody>
              <a:bodyPr/>
              <a:lstStyle/>
              <a:p>
                <a:r>
                  <a:rPr lang="sv-SE">
                    <a:noFill/>
                  </a:rPr>
                  <a:t> </a:t>
                </a:r>
              </a:p>
            </p:txBody>
          </p:sp>
        </mc:Fallback>
      </mc:AlternateContent>
    </p:spTree>
    <p:extLst>
      <p:ext uri="{BB962C8B-B14F-4D97-AF65-F5344CB8AC3E}">
        <p14:creationId xmlns:p14="http://schemas.microsoft.com/office/powerpoint/2010/main" val="18272629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p:cNvPicPr>
            <a:picLocks noChangeAspect="1"/>
          </p:cNvPicPr>
          <p:nvPr/>
        </p:nvPicPr>
        <p:blipFill>
          <a:blip r:embed="rId2"/>
          <a:stretch>
            <a:fillRect/>
          </a:stretch>
        </p:blipFill>
        <p:spPr>
          <a:xfrm>
            <a:off x="5972433" y="1740934"/>
            <a:ext cx="5334000" cy="4000500"/>
          </a:xfrm>
          <a:prstGeom prst="rect">
            <a:avLst/>
          </a:prstGeom>
        </p:spPr>
      </p:pic>
      <p:sp>
        <p:nvSpPr>
          <p:cNvPr id="2" name="Title 1"/>
          <p:cNvSpPr>
            <a:spLocks noGrp="1"/>
          </p:cNvSpPr>
          <p:nvPr>
            <p:ph type="title"/>
          </p:nvPr>
        </p:nvSpPr>
        <p:spPr>
          <a:xfrm>
            <a:off x="1119059" y="304800"/>
            <a:ext cx="10990263" cy="568412"/>
          </a:xfrm>
        </p:spPr>
        <p:txBody>
          <a:bodyPr/>
          <a:lstStyle/>
          <a:p>
            <a:r>
              <a:rPr lang="en-US" dirty="0" smtClean="0"/>
              <a:t>Short Term Power Requirement</a:t>
            </a:r>
            <a:endParaRPr lang="sv-SE" dirty="0"/>
          </a:p>
        </p:txBody>
      </p:sp>
      <p:pic>
        <p:nvPicPr>
          <p:cNvPr id="4" name="Picture 3"/>
          <p:cNvPicPr>
            <a:picLocks noChangeAspect="1"/>
          </p:cNvPicPr>
          <p:nvPr/>
        </p:nvPicPr>
        <p:blipFill>
          <a:blip r:embed="rId3"/>
          <a:stretch>
            <a:fillRect/>
          </a:stretch>
        </p:blipFill>
        <p:spPr>
          <a:xfrm>
            <a:off x="568412" y="1740934"/>
            <a:ext cx="5334000" cy="4000500"/>
          </a:xfrm>
          <a:prstGeom prst="rect">
            <a:avLst/>
          </a:prstGeom>
        </p:spPr>
      </p:pic>
      <p:sp>
        <p:nvSpPr>
          <p:cNvPr id="5" name="TextBox 4"/>
          <p:cNvSpPr txBox="1"/>
          <p:nvPr/>
        </p:nvSpPr>
        <p:spPr>
          <a:xfrm>
            <a:off x="2316892" y="1371602"/>
            <a:ext cx="1933832" cy="369332"/>
          </a:xfrm>
          <a:prstGeom prst="rect">
            <a:avLst/>
          </a:prstGeom>
          <a:noFill/>
        </p:spPr>
        <p:txBody>
          <a:bodyPr wrap="square" rtlCol="0">
            <a:spAutoFit/>
          </a:bodyPr>
          <a:lstStyle/>
          <a:p>
            <a:r>
              <a:rPr lang="en-US" dirty="0" smtClean="0"/>
              <a:t>1070 V 415 A</a:t>
            </a:r>
            <a:endParaRPr lang="sv-SE" dirty="0"/>
          </a:p>
        </p:txBody>
      </p:sp>
      <p:sp>
        <p:nvSpPr>
          <p:cNvPr id="6" name="Rectangle 5"/>
          <p:cNvSpPr/>
          <p:nvPr/>
        </p:nvSpPr>
        <p:spPr>
          <a:xfrm>
            <a:off x="874240" y="3910915"/>
            <a:ext cx="4080819" cy="1241854"/>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mc:AlternateContent xmlns:mc="http://schemas.openxmlformats.org/markup-compatibility/2006" xmlns:a14="http://schemas.microsoft.com/office/drawing/2010/main">
        <mc:Choice Requires="a14">
          <p:sp>
            <p:nvSpPr>
              <p:cNvPr id="7" name="TextBox 6"/>
              <p:cNvSpPr txBox="1"/>
              <p:nvPr/>
            </p:nvSpPr>
            <p:spPr>
              <a:xfrm>
                <a:off x="2241205" y="5846642"/>
                <a:ext cx="13468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&gt;400 </m:t>
                      </m:r>
                      <m:r>
                        <a:rPr lang="en-US" b="0" i="1" smtClean="0">
                          <a:latin typeface="Cambria Math" panose="02040503050406030204" pitchFamily="18" charset="0"/>
                        </a:rPr>
                        <m:t>𝜇</m:t>
                      </m:r>
                      <m:r>
                        <a:rPr lang="en-US" b="0" i="1" smtClean="0">
                          <a:latin typeface="Cambria Math" panose="02040503050406030204" pitchFamily="18" charset="0"/>
                        </a:rPr>
                        <m:t>𝐹</m:t>
                      </m:r>
                    </m:oMath>
                  </m:oMathPara>
                </a14:m>
                <a:endParaRPr lang="sv-SE" dirty="0"/>
              </a:p>
            </p:txBody>
          </p:sp>
        </mc:Choice>
        <mc:Fallback xmlns="">
          <p:sp>
            <p:nvSpPr>
              <p:cNvPr id="7" name="TextBox 6"/>
              <p:cNvSpPr txBox="1">
                <a:spLocks noRot="1" noChangeAspect="1" noMove="1" noResize="1" noEditPoints="1" noAdjustHandles="1" noChangeArrowheads="1" noChangeShapeType="1" noTextEdit="1"/>
              </p:cNvSpPr>
              <p:nvPr/>
            </p:nvSpPr>
            <p:spPr>
              <a:xfrm>
                <a:off x="2241205" y="5846642"/>
                <a:ext cx="1346887" cy="369332"/>
              </a:xfrm>
              <a:prstGeom prst="rect">
                <a:avLst/>
              </a:prstGeom>
              <a:blipFill>
                <a:blip r:embed="rId4"/>
                <a:stretch>
                  <a:fillRect b="-11475"/>
                </a:stretch>
              </a:blipFill>
            </p:spPr>
            <p:txBody>
              <a:bodyPr/>
              <a:lstStyle/>
              <a:p>
                <a:r>
                  <a:rPr lang="sv-SE">
                    <a:noFill/>
                  </a:rPr>
                  <a:t> </a:t>
                </a:r>
              </a:p>
            </p:txBody>
          </p:sp>
        </mc:Fallback>
      </mc:AlternateContent>
      <p:sp>
        <p:nvSpPr>
          <p:cNvPr id="9" name="TextBox 8"/>
          <p:cNvSpPr txBox="1"/>
          <p:nvPr/>
        </p:nvSpPr>
        <p:spPr>
          <a:xfrm>
            <a:off x="7977318" y="1371602"/>
            <a:ext cx="1933832" cy="369332"/>
          </a:xfrm>
          <a:prstGeom prst="rect">
            <a:avLst/>
          </a:prstGeom>
          <a:noFill/>
        </p:spPr>
        <p:txBody>
          <a:bodyPr wrap="square" rtlCol="0">
            <a:spAutoFit/>
          </a:bodyPr>
          <a:lstStyle/>
          <a:p>
            <a:r>
              <a:rPr lang="en-US" dirty="0" smtClean="0"/>
              <a:t>1250 V 355 A</a:t>
            </a:r>
            <a:endParaRPr lang="sv-SE" dirty="0"/>
          </a:p>
        </p:txBody>
      </p:sp>
      <p:sp>
        <p:nvSpPr>
          <p:cNvPr id="10" name="Rectangle 9"/>
          <p:cNvSpPr/>
          <p:nvPr/>
        </p:nvSpPr>
        <p:spPr>
          <a:xfrm>
            <a:off x="6258698" y="3910915"/>
            <a:ext cx="4071552" cy="1241854"/>
          </a:xfrm>
          <a:prstGeom prst="rect">
            <a:avLst/>
          </a:prstGeom>
          <a:noFill/>
          <a:ln w="28575">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sv-SE" dirty="0"/>
          </a:p>
        </p:txBody>
      </p:sp>
      <mc:AlternateContent xmlns:mc="http://schemas.openxmlformats.org/markup-compatibility/2006" xmlns:a14="http://schemas.microsoft.com/office/drawing/2010/main">
        <mc:Choice Requires="a14">
          <p:sp>
            <p:nvSpPr>
              <p:cNvPr id="11" name="TextBox 10"/>
              <p:cNvSpPr txBox="1"/>
              <p:nvPr/>
            </p:nvSpPr>
            <p:spPr>
              <a:xfrm>
                <a:off x="7977318" y="5741434"/>
                <a:ext cx="13468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&gt;350 </m:t>
                      </m:r>
                      <m:r>
                        <a:rPr lang="en-US" b="0" i="1" smtClean="0">
                          <a:latin typeface="Cambria Math" panose="02040503050406030204" pitchFamily="18" charset="0"/>
                        </a:rPr>
                        <m:t>𝜇</m:t>
                      </m:r>
                      <m:r>
                        <a:rPr lang="en-US" b="0" i="1" smtClean="0">
                          <a:latin typeface="Cambria Math" panose="02040503050406030204" pitchFamily="18" charset="0"/>
                        </a:rPr>
                        <m:t>𝐹</m:t>
                      </m:r>
                    </m:oMath>
                  </m:oMathPara>
                </a14:m>
                <a:endParaRPr lang="sv-SE" dirty="0"/>
              </a:p>
            </p:txBody>
          </p:sp>
        </mc:Choice>
        <mc:Fallback xmlns="">
          <p:sp>
            <p:nvSpPr>
              <p:cNvPr id="11" name="TextBox 10"/>
              <p:cNvSpPr txBox="1">
                <a:spLocks noRot="1" noChangeAspect="1" noMove="1" noResize="1" noEditPoints="1" noAdjustHandles="1" noChangeArrowheads="1" noChangeShapeType="1" noTextEdit="1"/>
              </p:cNvSpPr>
              <p:nvPr/>
            </p:nvSpPr>
            <p:spPr>
              <a:xfrm>
                <a:off x="7977318" y="5741434"/>
                <a:ext cx="1346887" cy="369332"/>
              </a:xfrm>
              <a:prstGeom prst="rect">
                <a:avLst/>
              </a:prstGeom>
              <a:blipFill>
                <a:blip r:embed="rId5"/>
                <a:stretch>
                  <a:fillRect b="-11667"/>
                </a:stretch>
              </a:blipFill>
            </p:spPr>
            <p:txBody>
              <a:bodyPr/>
              <a:lstStyle/>
              <a:p>
                <a:r>
                  <a:rPr lang="sv-SE">
                    <a:noFill/>
                  </a:rPr>
                  <a:t> </a:t>
                </a:r>
              </a:p>
            </p:txBody>
          </p:sp>
        </mc:Fallback>
      </mc:AlternateContent>
    </p:spTree>
    <p:extLst>
      <p:ext uri="{BB962C8B-B14F-4D97-AF65-F5344CB8AC3E}">
        <p14:creationId xmlns:p14="http://schemas.microsoft.com/office/powerpoint/2010/main" val="3279447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01737" y="324231"/>
            <a:ext cx="10990263" cy="568412"/>
          </a:xfrm>
        </p:spPr>
        <p:txBody>
          <a:bodyPr/>
          <a:lstStyle/>
          <a:p>
            <a:r>
              <a:rPr lang="en-US" dirty="0" smtClean="0"/>
              <a:t>Current Ripple Requirements (RMS)</a:t>
            </a:r>
            <a:endParaRPr lang="sv-SE" dirty="0"/>
          </a:p>
        </p:txBody>
      </p:sp>
      <p:pic>
        <p:nvPicPr>
          <p:cNvPr id="3" name="Picture 2"/>
          <p:cNvPicPr>
            <a:picLocks noChangeAspect="1"/>
          </p:cNvPicPr>
          <p:nvPr/>
        </p:nvPicPr>
        <p:blipFill>
          <a:blip r:embed="rId2"/>
          <a:stretch>
            <a:fillRect/>
          </a:stretch>
        </p:blipFill>
        <p:spPr>
          <a:xfrm>
            <a:off x="488092" y="1824167"/>
            <a:ext cx="5334000" cy="4000500"/>
          </a:xfrm>
          <a:prstGeom prst="rect">
            <a:avLst/>
          </a:prstGeom>
        </p:spPr>
      </p:pic>
      <p:pic>
        <p:nvPicPr>
          <p:cNvPr id="4" name="Picture 3"/>
          <p:cNvPicPr>
            <a:picLocks noChangeAspect="1"/>
          </p:cNvPicPr>
          <p:nvPr/>
        </p:nvPicPr>
        <p:blipFill>
          <a:blip r:embed="rId3"/>
          <a:stretch>
            <a:fillRect/>
          </a:stretch>
        </p:blipFill>
        <p:spPr>
          <a:xfrm>
            <a:off x="6468764" y="1824167"/>
            <a:ext cx="5334000" cy="4000500"/>
          </a:xfrm>
          <a:prstGeom prst="rect">
            <a:avLst/>
          </a:prstGeom>
        </p:spPr>
      </p:pic>
      <p:sp>
        <p:nvSpPr>
          <p:cNvPr id="10" name="TextBox 9"/>
          <p:cNvSpPr txBox="1"/>
          <p:nvPr/>
        </p:nvSpPr>
        <p:spPr>
          <a:xfrm>
            <a:off x="2316892" y="1371602"/>
            <a:ext cx="1933832" cy="369332"/>
          </a:xfrm>
          <a:prstGeom prst="rect">
            <a:avLst/>
          </a:prstGeom>
          <a:noFill/>
        </p:spPr>
        <p:txBody>
          <a:bodyPr wrap="square" rtlCol="0">
            <a:spAutoFit/>
          </a:bodyPr>
          <a:lstStyle/>
          <a:p>
            <a:r>
              <a:rPr lang="en-US" dirty="0" smtClean="0"/>
              <a:t>1070 V 415 A</a:t>
            </a:r>
            <a:endParaRPr lang="sv-SE" dirty="0"/>
          </a:p>
        </p:txBody>
      </p:sp>
      <p:sp>
        <p:nvSpPr>
          <p:cNvPr id="11" name="TextBox 10"/>
          <p:cNvSpPr txBox="1"/>
          <p:nvPr/>
        </p:nvSpPr>
        <p:spPr>
          <a:xfrm>
            <a:off x="7977318" y="1371602"/>
            <a:ext cx="1933832" cy="369332"/>
          </a:xfrm>
          <a:prstGeom prst="rect">
            <a:avLst/>
          </a:prstGeom>
          <a:noFill/>
        </p:spPr>
        <p:txBody>
          <a:bodyPr wrap="square" rtlCol="0">
            <a:spAutoFit/>
          </a:bodyPr>
          <a:lstStyle/>
          <a:p>
            <a:r>
              <a:rPr lang="en-US" dirty="0" smtClean="0"/>
              <a:t>1250 V 355 A</a:t>
            </a:r>
            <a:endParaRPr lang="sv-SE" dirty="0"/>
          </a:p>
        </p:txBody>
      </p:sp>
    </p:spTree>
    <p:extLst>
      <p:ext uri="{BB962C8B-B14F-4D97-AF65-F5344CB8AC3E}">
        <p14:creationId xmlns:p14="http://schemas.microsoft.com/office/powerpoint/2010/main" val="15802017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237" y="283388"/>
            <a:ext cx="10990263" cy="568412"/>
          </a:xfrm>
        </p:spPr>
        <p:txBody>
          <a:bodyPr/>
          <a:lstStyle/>
          <a:p>
            <a:r>
              <a:rPr lang="en-US" dirty="0" smtClean="0"/>
              <a:t>Current Ripple For Different Cases (</a:t>
            </a:r>
            <a:r>
              <a:rPr lang="en-US" dirty="0" err="1" smtClean="0"/>
              <a:t>ffund</a:t>
            </a:r>
            <a:r>
              <a:rPr lang="en-US" dirty="0" smtClean="0"/>
              <a:t>=700Hz)</a:t>
            </a:r>
            <a:endParaRPr lang="sv-SE" dirty="0"/>
          </a:p>
        </p:txBody>
      </p:sp>
      <p:pic>
        <p:nvPicPr>
          <p:cNvPr id="15" name="Picture 14"/>
          <p:cNvPicPr>
            <a:picLocks noChangeAspect="1"/>
          </p:cNvPicPr>
          <p:nvPr/>
        </p:nvPicPr>
        <p:blipFill>
          <a:blip r:embed="rId2"/>
          <a:stretch>
            <a:fillRect/>
          </a:stretch>
        </p:blipFill>
        <p:spPr>
          <a:xfrm>
            <a:off x="6115223" y="3836772"/>
            <a:ext cx="3877277" cy="2907957"/>
          </a:xfrm>
          <a:prstGeom prst="rect">
            <a:avLst/>
          </a:prstGeom>
        </p:spPr>
      </p:pic>
      <p:pic>
        <p:nvPicPr>
          <p:cNvPr id="16" name="Picture 15"/>
          <p:cNvPicPr>
            <a:picLocks noChangeAspect="1"/>
          </p:cNvPicPr>
          <p:nvPr/>
        </p:nvPicPr>
        <p:blipFill>
          <a:blip r:embed="rId3"/>
          <a:stretch>
            <a:fillRect/>
          </a:stretch>
        </p:blipFill>
        <p:spPr>
          <a:xfrm>
            <a:off x="1501346" y="3836772"/>
            <a:ext cx="3842952" cy="2882214"/>
          </a:xfrm>
          <a:prstGeom prst="rect">
            <a:avLst/>
          </a:prstGeom>
        </p:spPr>
      </p:pic>
      <p:pic>
        <p:nvPicPr>
          <p:cNvPr id="17" name="Picture 16"/>
          <p:cNvPicPr>
            <a:picLocks noChangeAspect="1"/>
          </p:cNvPicPr>
          <p:nvPr/>
        </p:nvPicPr>
        <p:blipFill>
          <a:blip r:embed="rId4"/>
          <a:stretch>
            <a:fillRect/>
          </a:stretch>
        </p:blipFill>
        <p:spPr>
          <a:xfrm>
            <a:off x="5914082" y="972322"/>
            <a:ext cx="4016634" cy="3012475"/>
          </a:xfrm>
          <a:prstGeom prst="rect">
            <a:avLst/>
          </a:prstGeom>
        </p:spPr>
      </p:pic>
      <p:pic>
        <p:nvPicPr>
          <p:cNvPr id="18" name="Picture 17"/>
          <p:cNvPicPr>
            <a:picLocks noChangeAspect="1"/>
          </p:cNvPicPr>
          <p:nvPr/>
        </p:nvPicPr>
        <p:blipFill>
          <a:blip r:embed="rId5"/>
          <a:stretch>
            <a:fillRect/>
          </a:stretch>
        </p:blipFill>
        <p:spPr>
          <a:xfrm>
            <a:off x="1365422" y="1000640"/>
            <a:ext cx="3978876" cy="2984157"/>
          </a:xfrm>
          <a:prstGeom prst="rect">
            <a:avLst/>
          </a:prstGeom>
        </p:spPr>
      </p:pic>
      <p:sp>
        <p:nvSpPr>
          <p:cNvPr id="19" name="TextBox 18"/>
          <p:cNvSpPr txBox="1"/>
          <p:nvPr/>
        </p:nvSpPr>
        <p:spPr>
          <a:xfrm>
            <a:off x="259492" y="1985660"/>
            <a:ext cx="1044146" cy="369332"/>
          </a:xfrm>
          <a:prstGeom prst="rect">
            <a:avLst/>
          </a:prstGeom>
          <a:noFill/>
        </p:spPr>
        <p:txBody>
          <a:bodyPr wrap="square" rtlCol="0">
            <a:spAutoFit/>
          </a:bodyPr>
          <a:lstStyle/>
          <a:p>
            <a:r>
              <a:rPr lang="en-US" dirty="0" smtClean="0"/>
              <a:t>m=0.25</a:t>
            </a:r>
            <a:endParaRPr lang="sv-SE" dirty="0"/>
          </a:p>
        </p:txBody>
      </p:sp>
      <p:sp>
        <p:nvSpPr>
          <p:cNvPr id="20" name="TextBox 19"/>
          <p:cNvSpPr txBox="1"/>
          <p:nvPr/>
        </p:nvSpPr>
        <p:spPr>
          <a:xfrm>
            <a:off x="278027" y="5106084"/>
            <a:ext cx="1044146" cy="369332"/>
          </a:xfrm>
          <a:prstGeom prst="rect">
            <a:avLst/>
          </a:prstGeom>
          <a:noFill/>
        </p:spPr>
        <p:txBody>
          <a:bodyPr wrap="square" rtlCol="0">
            <a:spAutoFit/>
          </a:bodyPr>
          <a:lstStyle/>
          <a:p>
            <a:r>
              <a:rPr lang="en-US" dirty="0" smtClean="0"/>
              <a:t>m=0.75</a:t>
            </a:r>
            <a:endParaRPr lang="sv-SE" dirty="0"/>
          </a:p>
        </p:txBody>
      </p:sp>
      <p:sp>
        <p:nvSpPr>
          <p:cNvPr id="21" name="TextBox 20"/>
          <p:cNvSpPr txBox="1"/>
          <p:nvPr/>
        </p:nvSpPr>
        <p:spPr>
          <a:xfrm>
            <a:off x="9846276" y="2045857"/>
            <a:ext cx="1044146" cy="369332"/>
          </a:xfrm>
          <a:prstGeom prst="rect">
            <a:avLst/>
          </a:prstGeom>
          <a:noFill/>
        </p:spPr>
        <p:txBody>
          <a:bodyPr wrap="square" rtlCol="0">
            <a:spAutoFit/>
          </a:bodyPr>
          <a:lstStyle/>
          <a:p>
            <a:r>
              <a:rPr lang="en-US" dirty="0" smtClean="0"/>
              <a:t>m=0.5</a:t>
            </a:r>
            <a:endParaRPr lang="sv-SE" dirty="0"/>
          </a:p>
        </p:txBody>
      </p:sp>
      <p:sp>
        <p:nvSpPr>
          <p:cNvPr id="22" name="TextBox 21"/>
          <p:cNvSpPr txBox="1"/>
          <p:nvPr/>
        </p:nvSpPr>
        <p:spPr>
          <a:xfrm>
            <a:off x="9999368" y="5016025"/>
            <a:ext cx="1044146" cy="369332"/>
          </a:xfrm>
          <a:prstGeom prst="rect">
            <a:avLst/>
          </a:prstGeom>
          <a:noFill/>
        </p:spPr>
        <p:txBody>
          <a:bodyPr wrap="square" rtlCol="0">
            <a:spAutoFit/>
          </a:bodyPr>
          <a:lstStyle/>
          <a:p>
            <a:r>
              <a:rPr lang="en-US" dirty="0" smtClean="0"/>
              <a:t>m=1</a:t>
            </a:r>
            <a:endParaRPr lang="sv-SE" dirty="0"/>
          </a:p>
        </p:txBody>
      </p:sp>
      <mc:AlternateContent xmlns:mc="http://schemas.openxmlformats.org/markup-compatibility/2006" xmlns:a14="http://schemas.microsoft.com/office/drawing/2010/main">
        <mc:Choice Requires="a14">
          <p:sp>
            <p:nvSpPr>
              <p:cNvPr id="23" name="Rectangle 22"/>
              <p:cNvSpPr/>
              <p:nvPr/>
            </p:nvSpPr>
            <p:spPr>
              <a:xfrm>
                <a:off x="10500500" y="1134951"/>
                <a:ext cx="1334853" cy="64633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0" i="1" dirty="0" smtClean="0">
                              <a:latin typeface="Cambria Math" panose="02040503050406030204" pitchFamily="18" charset="0"/>
                            </a:rPr>
                          </m:ctrlPr>
                        </m:sSubPr>
                        <m:e>
                          <m:r>
                            <a:rPr lang="sv-SE" i="1" dirty="0" smtClean="0">
                              <a:latin typeface="Cambria Math" panose="02040503050406030204" pitchFamily="18" charset="0"/>
                            </a:rPr>
                            <m:t>𝑚</m:t>
                          </m:r>
                        </m:e>
                        <m:sub>
                          <m:r>
                            <a:rPr lang="sv-SE" i="1" dirty="0" smtClean="0">
                              <a:latin typeface="Cambria Math" panose="02040503050406030204" pitchFamily="18" charset="0"/>
                            </a:rPr>
                            <m:t>𝑎</m:t>
                          </m:r>
                        </m:sub>
                      </m:sSub>
                      <m:r>
                        <a:rPr lang="sv-SE" i="1" dirty="0" smtClean="0">
                          <a:latin typeface="Cambria Math" panose="02040503050406030204" pitchFamily="18" charset="0"/>
                        </a:rPr>
                        <m:t>=0.62 </m:t>
                      </m:r>
                    </m:oMath>
                  </m:oMathPara>
                </a14:m>
                <a:endParaRPr lang="en-US" i="1" dirty="0" smtClean="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sSub>
                        <m:sSubPr>
                          <m:ctrlPr>
                            <a:rPr lang="sv-SE" i="1" dirty="0" smtClean="0">
                              <a:latin typeface="Cambria Math" panose="02040503050406030204" pitchFamily="18" charset="0"/>
                            </a:rPr>
                          </m:ctrlPr>
                        </m:sSubPr>
                        <m:e>
                          <m:r>
                            <a:rPr lang="sv-SE" i="1" dirty="0" smtClean="0">
                              <a:latin typeface="Cambria Math" panose="02040503050406030204" pitchFamily="18" charset="0"/>
                            </a:rPr>
                            <m:t>𝐼</m:t>
                          </m:r>
                        </m:e>
                        <m:sub>
                          <m:r>
                            <a:rPr lang="sv-SE" i="1" dirty="0" smtClean="0">
                              <a:latin typeface="Cambria Math" panose="02040503050406030204" pitchFamily="18" charset="0"/>
                            </a:rPr>
                            <m:t>41</m:t>
                          </m:r>
                        </m:sub>
                      </m:sSub>
                      <m:r>
                        <a:rPr lang="sv-SE" i="1" dirty="0" smtClean="0">
                          <a:latin typeface="Cambria Math" panose="02040503050406030204" pitchFamily="18" charset="0"/>
                        </a:rPr>
                        <m:t> = 220</m:t>
                      </m:r>
                    </m:oMath>
                  </m:oMathPara>
                </a14:m>
                <a:endParaRPr lang="sv-SE" dirty="0">
                  <a:latin typeface="Calibri" panose="020F0502020204030204" pitchFamily="34" charset="0"/>
                </a:endParaRPr>
              </a:p>
            </p:txBody>
          </p:sp>
        </mc:Choice>
        <mc:Fallback xmlns="">
          <p:sp>
            <p:nvSpPr>
              <p:cNvPr id="23" name="Rectangle 22"/>
              <p:cNvSpPr>
                <a:spLocks noRot="1" noChangeAspect="1" noMove="1" noResize="1" noEditPoints="1" noAdjustHandles="1" noChangeArrowheads="1" noChangeShapeType="1" noTextEdit="1"/>
              </p:cNvSpPr>
              <p:nvPr/>
            </p:nvSpPr>
            <p:spPr>
              <a:xfrm>
                <a:off x="10500500" y="1134951"/>
                <a:ext cx="1334853" cy="646331"/>
              </a:xfrm>
              <a:prstGeom prst="rect">
                <a:avLst/>
              </a:prstGeom>
              <a:blipFill>
                <a:blip r:embed="rId6"/>
                <a:stretch>
                  <a:fillRect/>
                </a:stretch>
              </a:blipFill>
            </p:spPr>
            <p:txBody>
              <a:bodyPr/>
              <a:lstStyle/>
              <a:p>
                <a:r>
                  <a:rPr lang="sv-SE">
                    <a:noFill/>
                  </a:rPr>
                  <a:t> </a:t>
                </a:r>
              </a:p>
            </p:txBody>
          </p:sp>
        </mc:Fallback>
      </mc:AlternateContent>
      <p:sp>
        <p:nvSpPr>
          <p:cNvPr id="24" name="Rectangle 23"/>
          <p:cNvSpPr/>
          <p:nvPr/>
        </p:nvSpPr>
        <p:spPr>
          <a:xfrm>
            <a:off x="5131817" y="815973"/>
            <a:ext cx="782265" cy="369332"/>
          </a:xfrm>
          <a:prstGeom prst="rect">
            <a:avLst/>
          </a:prstGeom>
        </p:spPr>
        <p:txBody>
          <a:bodyPr wrap="none">
            <a:spAutoFit/>
          </a:bodyPr>
          <a:lstStyle/>
          <a:p>
            <a:r>
              <a:rPr lang="en-US" dirty="0">
                <a:latin typeface="Calibri" panose="020F0502020204030204" pitchFamily="34" charset="0"/>
              </a:rPr>
              <a:t>p</a:t>
            </a:r>
            <a:r>
              <a:rPr lang="en-US" dirty="0" smtClean="0">
                <a:latin typeface="Calibri" panose="020F0502020204030204" pitchFamily="34" charset="0"/>
              </a:rPr>
              <a:t>f=0.9</a:t>
            </a:r>
            <a:endParaRPr lang="sv-SE" dirty="0">
              <a:latin typeface="Calibri" panose="020F0502020204030204" pitchFamily="34" charset="0"/>
            </a:endParaRPr>
          </a:p>
        </p:txBody>
      </p:sp>
      <mc:AlternateContent xmlns:mc="http://schemas.openxmlformats.org/markup-compatibility/2006" xmlns:a14="http://schemas.microsoft.com/office/drawing/2010/main">
        <mc:Choice Requires="a14">
          <p:sp>
            <p:nvSpPr>
              <p:cNvPr id="3" name="TextBox 2"/>
              <p:cNvSpPr txBox="1"/>
              <p:nvPr/>
            </p:nvSpPr>
            <p:spPr>
              <a:xfrm>
                <a:off x="2724665" y="1532238"/>
                <a:ext cx="2014151" cy="374270"/>
              </a:xfrm>
              <a:prstGeom prst="rect">
                <a:avLst/>
              </a:prstGeom>
              <a:noFill/>
            </p:spPr>
            <p:txBody>
              <a:bodyPr wrap="square" rtlCol="0">
                <a:spAutoFit/>
              </a:bodyPr>
              <a:lstStyle/>
              <a:p>
                <a14:m>
                  <m:oMath xmlns:m="http://schemas.openxmlformats.org/officeDocument/2006/math">
                    <m:sSup>
                      <m:sSupPr>
                        <m:ctrlPr>
                          <a:rPr lang="en-US" i="1" dirty="0" smtClean="0">
                            <a:latin typeface="Cambria Math" panose="02040503050406030204" pitchFamily="18" charset="0"/>
                          </a:rPr>
                        </m:ctrlPr>
                      </m:sSupPr>
                      <m:e>
                        <m:r>
                          <a:rPr lang="en-US" i="1" dirty="0" smtClean="0">
                            <a:latin typeface="Cambria Math" panose="02040503050406030204" pitchFamily="18" charset="0"/>
                          </a:rPr>
                          <m:t>41</m:t>
                        </m:r>
                      </m:e>
                      <m:sup>
                        <m:r>
                          <a:rPr lang="en-US" i="1" dirty="0" smtClean="0">
                            <a:latin typeface="Cambria Math" panose="02040503050406030204" pitchFamily="18" charset="0"/>
                          </a:rPr>
                          <m:t>𝑡h</m:t>
                        </m:r>
                      </m:sup>
                    </m:sSup>
                    <m:r>
                      <a:rPr lang="en-US" b="0" i="1" dirty="0" smtClean="0">
                        <a:latin typeface="Cambria Math" panose="02040503050406030204" pitchFamily="18" charset="0"/>
                      </a:rPr>
                      <m:t>=28700 </m:t>
                    </m:r>
                    <m:r>
                      <a:rPr lang="en-US" b="0" i="1" dirty="0" smtClean="0">
                        <a:latin typeface="Cambria Math" panose="02040503050406030204" pitchFamily="18" charset="0"/>
                      </a:rPr>
                      <m:t>𝐻𝑧</m:t>
                    </m:r>
                  </m:oMath>
                </a14:m>
                <a:r>
                  <a:rPr lang="en-US" dirty="0" smtClean="0"/>
                  <a:t> </a:t>
                </a:r>
                <a:endParaRPr lang="sv-SE" dirty="0"/>
              </a:p>
            </p:txBody>
          </p:sp>
        </mc:Choice>
        <mc:Fallback xmlns="">
          <p:sp>
            <p:nvSpPr>
              <p:cNvPr id="3" name="TextBox 2"/>
              <p:cNvSpPr txBox="1">
                <a:spLocks noRot="1" noChangeAspect="1" noMove="1" noResize="1" noEditPoints="1" noAdjustHandles="1" noChangeArrowheads="1" noChangeShapeType="1" noTextEdit="1"/>
              </p:cNvSpPr>
              <p:nvPr/>
            </p:nvSpPr>
            <p:spPr>
              <a:xfrm>
                <a:off x="2724665" y="1532238"/>
                <a:ext cx="2014151" cy="374270"/>
              </a:xfrm>
              <a:prstGeom prst="rect">
                <a:avLst/>
              </a:prstGeom>
              <a:blipFill>
                <a:blip r:embed="rId7"/>
                <a:stretch>
                  <a:fillRect/>
                </a:stretch>
              </a:blipFill>
            </p:spPr>
            <p:txBody>
              <a:bodyPr/>
              <a:lstStyle/>
              <a:p>
                <a:r>
                  <a:rPr lang="sv-SE">
                    <a:noFill/>
                  </a:rPr>
                  <a:t> </a:t>
                </a:r>
              </a:p>
            </p:txBody>
          </p:sp>
        </mc:Fallback>
      </mc:AlternateContent>
    </p:spTree>
    <p:extLst>
      <p:ext uri="{BB962C8B-B14F-4D97-AF65-F5344CB8AC3E}">
        <p14:creationId xmlns:p14="http://schemas.microsoft.com/office/powerpoint/2010/main" val="3722324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237" y="283388"/>
            <a:ext cx="10990263" cy="568412"/>
          </a:xfrm>
        </p:spPr>
        <p:txBody>
          <a:bodyPr/>
          <a:lstStyle/>
          <a:p>
            <a:r>
              <a:rPr lang="en-US" dirty="0" smtClean="0"/>
              <a:t>Current Ripple For Different </a:t>
            </a:r>
            <a:r>
              <a:rPr lang="en-US" dirty="0"/>
              <a:t>Cases (</a:t>
            </a:r>
            <a:r>
              <a:rPr lang="en-US" dirty="0" err="1"/>
              <a:t>ffund</a:t>
            </a:r>
            <a:r>
              <a:rPr lang="en-US" dirty="0"/>
              <a:t>=700Hz)</a:t>
            </a:r>
            <a:endParaRPr lang="sv-SE" dirty="0"/>
          </a:p>
        </p:txBody>
      </p:sp>
      <p:sp>
        <p:nvSpPr>
          <p:cNvPr id="19" name="TextBox 18"/>
          <p:cNvSpPr txBox="1"/>
          <p:nvPr/>
        </p:nvSpPr>
        <p:spPr>
          <a:xfrm>
            <a:off x="259492" y="1985660"/>
            <a:ext cx="1044146" cy="369332"/>
          </a:xfrm>
          <a:prstGeom prst="rect">
            <a:avLst/>
          </a:prstGeom>
          <a:noFill/>
        </p:spPr>
        <p:txBody>
          <a:bodyPr wrap="square" rtlCol="0">
            <a:spAutoFit/>
          </a:bodyPr>
          <a:lstStyle/>
          <a:p>
            <a:r>
              <a:rPr lang="en-US" dirty="0" smtClean="0"/>
              <a:t>m=0.25</a:t>
            </a:r>
            <a:endParaRPr lang="sv-SE" dirty="0"/>
          </a:p>
        </p:txBody>
      </p:sp>
      <p:sp>
        <p:nvSpPr>
          <p:cNvPr id="20" name="TextBox 19"/>
          <p:cNvSpPr txBox="1"/>
          <p:nvPr/>
        </p:nvSpPr>
        <p:spPr>
          <a:xfrm>
            <a:off x="278027" y="5106084"/>
            <a:ext cx="1044146" cy="369332"/>
          </a:xfrm>
          <a:prstGeom prst="rect">
            <a:avLst/>
          </a:prstGeom>
          <a:noFill/>
        </p:spPr>
        <p:txBody>
          <a:bodyPr wrap="square" rtlCol="0">
            <a:spAutoFit/>
          </a:bodyPr>
          <a:lstStyle/>
          <a:p>
            <a:r>
              <a:rPr lang="en-US" dirty="0" smtClean="0"/>
              <a:t>m=0.75</a:t>
            </a:r>
            <a:endParaRPr lang="sv-SE" dirty="0"/>
          </a:p>
        </p:txBody>
      </p:sp>
      <p:sp>
        <p:nvSpPr>
          <p:cNvPr id="21" name="TextBox 20"/>
          <p:cNvSpPr txBox="1"/>
          <p:nvPr/>
        </p:nvSpPr>
        <p:spPr>
          <a:xfrm>
            <a:off x="9846276" y="2045857"/>
            <a:ext cx="1044146" cy="369332"/>
          </a:xfrm>
          <a:prstGeom prst="rect">
            <a:avLst/>
          </a:prstGeom>
          <a:noFill/>
        </p:spPr>
        <p:txBody>
          <a:bodyPr wrap="square" rtlCol="0">
            <a:spAutoFit/>
          </a:bodyPr>
          <a:lstStyle/>
          <a:p>
            <a:r>
              <a:rPr lang="en-US" dirty="0" smtClean="0"/>
              <a:t>m=0.5</a:t>
            </a:r>
            <a:endParaRPr lang="sv-SE" dirty="0"/>
          </a:p>
        </p:txBody>
      </p:sp>
      <p:sp>
        <p:nvSpPr>
          <p:cNvPr id="22" name="TextBox 21"/>
          <p:cNvSpPr txBox="1"/>
          <p:nvPr/>
        </p:nvSpPr>
        <p:spPr>
          <a:xfrm>
            <a:off x="9999368" y="5016025"/>
            <a:ext cx="1044146" cy="369332"/>
          </a:xfrm>
          <a:prstGeom prst="rect">
            <a:avLst/>
          </a:prstGeom>
          <a:noFill/>
        </p:spPr>
        <p:txBody>
          <a:bodyPr wrap="square" rtlCol="0">
            <a:spAutoFit/>
          </a:bodyPr>
          <a:lstStyle/>
          <a:p>
            <a:r>
              <a:rPr lang="en-US" dirty="0" smtClean="0"/>
              <a:t>m=1</a:t>
            </a:r>
            <a:endParaRPr lang="sv-SE" dirty="0"/>
          </a:p>
        </p:txBody>
      </p:sp>
      <p:sp>
        <p:nvSpPr>
          <p:cNvPr id="24" name="Rectangle 23"/>
          <p:cNvSpPr/>
          <p:nvPr/>
        </p:nvSpPr>
        <p:spPr>
          <a:xfrm>
            <a:off x="5131817" y="815973"/>
            <a:ext cx="607539" cy="369332"/>
          </a:xfrm>
          <a:prstGeom prst="rect">
            <a:avLst/>
          </a:prstGeom>
        </p:spPr>
        <p:txBody>
          <a:bodyPr wrap="none">
            <a:spAutoFit/>
          </a:bodyPr>
          <a:lstStyle/>
          <a:p>
            <a:r>
              <a:rPr lang="en-US" dirty="0" smtClean="0">
                <a:latin typeface="Calibri" panose="020F0502020204030204" pitchFamily="34" charset="0"/>
              </a:rPr>
              <a:t>pf=1</a:t>
            </a:r>
            <a:endParaRPr lang="sv-SE" dirty="0">
              <a:latin typeface="Calibri" panose="020F0502020204030204" pitchFamily="34" charset="0"/>
            </a:endParaRPr>
          </a:p>
        </p:txBody>
      </p:sp>
      <p:pic>
        <p:nvPicPr>
          <p:cNvPr id="3" name="Picture 2"/>
          <p:cNvPicPr>
            <a:picLocks noChangeAspect="1"/>
          </p:cNvPicPr>
          <p:nvPr/>
        </p:nvPicPr>
        <p:blipFill>
          <a:blip r:embed="rId2"/>
          <a:stretch>
            <a:fillRect/>
          </a:stretch>
        </p:blipFill>
        <p:spPr>
          <a:xfrm>
            <a:off x="1644714" y="3771303"/>
            <a:ext cx="3934362" cy="2950772"/>
          </a:xfrm>
          <a:prstGeom prst="rect">
            <a:avLst/>
          </a:prstGeom>
        </p:spPr>
      </p:pic>
      <p:pic>
        <p:nvPicPr>
          <p:cNvPr id="4" name="Picture 3"/>
          <p:cNvPicPr>
            <a:picLocks noChangeAspect="1"/>
          </p:cNvPicPr>
          <p:nvPr/>
        </p:nvPicPr>
        <p:blipFill>
          <a:blip r:embed="rId3"/>
          <a:stretch>
            <a:fillRect/>
          </a:stretch>
        </p:blipFill>
        <p:spPr>
          <a:xfrm>
            <a:off x="5995434" y="3704541"/>
            <a:ext cx="4112394" cy="3084295"/>
          </a:xfrm>
          <a:prstGeom prst="rect">
            <a:avLst/>
          </a:prstGeom>
        </p:spPr>
      </p:pic>
      <p:pic>
        <p:nvPicPr>
          <p:cNvPr id="5" name="Picture 4"/>
          <p:cNvPicPr>
            <a:picLocks noChangeAspect="1"/>
          </p:cNvPicPr>
          <p:nvPr/>
        </p:nvPicPr>
        <p:blipFill>
          <a:blip r:embed="rId4"/>
          <a:stretch>
            <a:fillRect/>
          </a:stretch>
        </p:blipFill>
        <p:spPr>
          <a:xfrm>
            <a:off x="5980620" y="815973"/>
            <a:ext cx="4018748" cy="3014061"/>
          </a:xfrm>
          <a:prstGeom prst="rect">
            <a:avLst/>
          </a:prstGeom>
        </p:spPr>
      </p:pic>
      <p:pic>
        <p:nvPicPr>
          <p:cNvPr id="6" name="Picture 5"/>
          <p:cNvPicPr>
            <a:picLocks noChangeAspect="1"/>
          </p:cNvPicPr>
          <p:nvPr/>
        </p:nvPicPr>
        <p:blipFill>
          <a:blip r:embed="rId5"/>
          <a:stretch>
            <a:fillRect/>
          </a:stretch>
        </p:blipFill>
        <p:spPr>
          <a:xfrm>
            <a:off x="1536254" y="834570"/>
            <a:ext cx="3938618" cy="2953963"/>
          </a:xfrm>
          <a:prstGeom prst="rect">
            <a:avLst/>
          </a:prstGeom>
        </p:spPr>
      </p:pic>
    </p:spTree>
    <p:extLst>
      <p:ext uri="{BB962C8B-B14F-4D97-AF65-F5344CB8AC3E}">
        <p14:creationId xmlns:p14="http://schemas.microsoft.com/office/powerpoint/2010/main" val="120247793"/>
      </p:ext>
    </p:extLst>
  </p:cSld>
  <p:clrMapOvr>
    <a:masterClrMapping/>
  </p:clrMapOvr>
</p:sld>
</file>

<file path=ppt/theme/theme1.xml><?xml version="1.0" encoding="utf-8"?>
<a:theme xmlns:a="http://schemas.openxmlformats.org/drawingml/2006/main" name="Office-tema">
  <a:themeElements>
    <a:clrScheme name="KTH">
      <a:dk1>
        <a:srgbClr val="000000"/>
      </a:dk1>
      <a:lt1>
        <a:srgbClr val="FFFFFF"/>
      </a:lt1>
      <a:dk2>
        <a:srgbClr val="000061"/>
      </a:dk2>
      <a:lt2>
        <a:srgbClr val="EBE5E0"/>
      </a:lt2>
      <a:accent1>
        <a:srgbClr val="004791"/>
      </a:accent1>
      <a:accent2>
        <a:srgbClr val="6198D2"/>
      </a:accent2>
      <a:accent3>
        <a:srgbClr val="000061"/>
      </a:accent3>
      <a:accent4>
        <a:srgbClr val="DEF0FF"/>
      </a:accent4>
      <a:accent5>
        <a:srgbClr val="EBE5DF"/>
      </a:accent5>
      <a:accent6>
        <a:srgbClr val="0028ED"/>
      </a:accent6>
      <a:hlink>
        <a:srgbClr val="3878C2"/>
      </a:hlink>
      <a:folHlink>
        <a:srgbClr val="004691"/>
      </a:folHlink>
    </a:clrScheme>
    <a:fontScheme name="Office">
      <a:majorFont>
        <a:latin typeface="Figtree"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custClrLst>
    <a:custClr name="Sand">
      <a:srgbClr val="EBE5E0"/>
    </a:custClr>
    <a:custClr name="KTH blue">
      <a:srgbClr val="004791"/>
    </a:custClr>
    <a:custClr name="Sky blue">
      <a:srgbClr val="6298D2"/>
    </a:custClr>
    <a:custClr name="Navy blue">
      <a:srgbClr val="000061"/>
    </a:custClr>
    <a:custClr name="Light blue">
      <a:srgbClr val="DEF0FF"/>
    </a:custClr>
    <a:custClr name="Digital blue">
      <a:srgbClr val="0029ED"/>
    </a:custClr>
    <a:custClr name="Blank">
      <a:srgbClr val="FFFFFF"/>
    </a:custClr>
    <a:custClr name="Blank">
      <a:srgbClr val="FFFFFF"/>
    </a:custClr>
    <a:custClr name="Blank">
      <a:srgbClr val="FFFFFF"/>
    </a:custClr>
    <a:custClr name="Blank">
      <a:srgbClr val="FFFFFF"/>
    </a:custClr>
    <a:custClr name="Dark green">
      <a:srgbClr val="0D4A21"/>
    </a:custClr>
    <a:custClr name="Dark turquoise">
      <a:srgbClr val="1C434C"/>
    </a:custClr>
    <a:custClr name="Dark brick">
      <a:srgbClr val="78001A"/>
    </a:custClr>
    <a:custClr name="Dark yellow">
      <a:srgbClr val="A65900"/>
    </a:custClr>
    <a:custClr name="Dark grey">
      <a:srgbClr val="323232"/>
    </a:custClr>
    <a:custClr name="Blank">
      <a:srgbClr val="FFFFFF"/>
    </a:custClr>
    <a:custClr name="Blank">
      <a:srgbClr val="FFFFFF"/>
    </a:custClr>
    <a:custClr name="Blank">
      <a:srgbClr val="FFFFFF"/>
    </a:custClr>
    <a:custClr name="Blank">
      <a:srgbClr val="FFFFFF"/>
    </a:custClr>
    <a:custClr name="Blank">
      <a:srgbClr val="FFFFFF"/>
    </a:custClr>
    <a:custClr name="Green">
      <a:srgbClr val="4DA060"/>
    </a:custClr>
    <a:custClr name="Turquoise">
      <a:srgbClr val="339C9C"/>
    </a:custClr>
    <a:custClr name="Brick">
      <a:srgbClr val="E86A58"/>
    </a:custClr>
    <a:custClr name="Yellow">
      <a:srgbClr val="FFBE00"/>
    </a:custClr>
    <a:custClr name="Grey">
      <a:srgbClr val="A5A5A5"/>
    </a:custClr>
    <a:custClr name="Blank">
      <a:srgbClr val="FFFFFF"/>
    </a:custClr>
    <a:custClr name="Blank">
      <a:srgbClr val="FFFFFF"/>
    </a:custClr>
    <a:custClr name="Blank">
      <a:srgbClr val="FFFFFF"/>
    </a:custClr>
    <a:custClr name="Blank">
      <a:srgbClr val="FFFFFF"/>
    </a:custClr>
    <a:custClr name="Blank">
      <a:srgbClr val="FFFFFF"/>
    </a:custClr>
    <a:custClr name="Light green">
      <a:srgbClr val="C7EBBA"/>
    </a:custClr>
    <a:custClr name="Light turquoise">
      <a:srgbClr val="B2E0E0"/>
    </a:custClr>
    <a:custClr name="Light brick">
      <a:srgbClr val="FFCCC4"/>
    </a:custClr>
    <a:custClr name="Light yellow">
      <a:srgbClr val="FFF0B0"/>
    </a:custClr>
    <a:custClr name="Light grey">
      <a:srgbClr val="E6E6E6"/>
    </a:custClr>
  </a:custClrLst>
  <a:extLst>
    <a:ext uri="{05A4C25C-085E-4340-85A3-A5531E510DB2}">
      <thm15:themeFamily xmlns:thm15="http://schemas.microsoft.com/office/thememl/2012/main" name="KTH_presentation_template_Figtree" id="{E6011EE6-5294-D344-AE93-F618069F8922}" vid="{45727F30-E711-A740-91D8-A34DFFD32AAE}"/>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KTH_presentation_template_Figtree (2)</Template>
  <TotalTime>6662</TotalTime>
  <Words>218</Words>
  <Application>Microsoft Office PowerPoint</Application>
  <PresentationFormat>Widescreen</PresentationFormat>
  <Paragraphs>44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Calibri</vt:lpstr>
      <vt:lpstr>Figtree (Body)</vt:lpstr>
      <vt:lpstr>Arial</vt:lpstr>
      <vt:lpstr>Cambria Math</vt:lpstr>
      <vt:lpstr>Figtree</vt:lpstr>
      <vt:lpstr>Office-tema</vt:lpstr>
      <vt:lpstr>DC-link Capacitance Estimation</vt:lpstr>
      <vt:lpstr>System Specifications-Ratings</vt:lpstr>
      <vt:lpstr>Voltage - Current Waveforms</vt:lpstr>
      <vt:lpstr>Minimum Capacitance Requirement </vt:lpstr>
      <vt:lpstr>Short Term Power Requirement</vt:lpstr>
      <vt:lpstr>Current Ripple Requirements (RMS)</vt:lpstr>
      <vt:lpstr>Current Ripple For Different Cases (ffund=700Hz)</vt:lpstr>
      <vt:lpstr>Current Ripple For Different Cases (ffund=700Hz)</vt:lpstr>
    </vt:vector>
  </TitlesOfParts>
  <Company>KTH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Tove Guldbrand</dc:creator>
  <cp:lastModifiedBy>Enes Ayaz</cp:lastModifiedBy>
  <cp:revision>142</cp:revision>
  <dcterms:created xsi:type="dcterms:W3CDTF">2024-01-10T13:17:29Z</dcterms:created>
  <dcterms:modified xsi:type="dcterms:W3CDTF">2025-05-13T07:57:20Z</dcterms:modified>
</cp:coreProperties>
</file>