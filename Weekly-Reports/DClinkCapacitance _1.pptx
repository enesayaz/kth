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62" r:id="rId4"/>
    <p:sldId id="261" r:id="rId5"/>
    <p:sldId id="263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E98ED-CB9E-4846-B797-41D1E78E917D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8E353-D2F3-4007-933A-C33D91D30DB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252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BA244-89FC-44A1-B386-58276E5665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766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4536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120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8209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963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040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054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6377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08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09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620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AE640-5A77-45BE-83E2-2D55AC2B92FF}" type="datetimeFigureOut">
              <a:rPr lang="sv-SE" smtClean="0"/>
              <a:t>2024-02-01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0DA3B-A30A-4559-A362-4A8C47FC24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5626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37606-0038-4161-A922-143AD7681A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74"/>
          <a:stretch/>
        </p:blipFill>
        <p:spPr>
          <a:xfrm>
            <a:off x="630193" y="951469"/>
            <a:ext cx="5641253" cy="2397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05409" y="1965409"/>
            <a:ext cx="3704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 smtClean="0"/>
              <a:t>Combined</a:t>
            </a:r>
            <a:r>
              <a:rPr lang="sv-SE" dirty="0" smtClean="0"/>
              <a:t> </a:t>
            </a:r>
            <a:r>
              <a:rPr lang="sv-SE" dirty="0" err="1" smtClean="0"/>
              <a:t>Inverter</a:t>
            </a:r>
            <a:r>
              <a:rPr lang="sv-SE" dirty="0" smtClean="0"/>
              <a:t> and </a:t>
            </a:r>
            <a:r>
              <a:rPr lang="sv-SE" dirty="0" err="1" smtClean="0"/>
              <a:t>battery</a:t>
            </a:r>
            <a:r>
              <a:rPr lang="sv-SE" dirty="0" smtClean="0"/>
              <a:t> </a:t>
            </a:r>
            <a:r>
              <a:rPr lang="sv-SE" dirty="0" err="1" smtClean="0"/>
              <a:t>model</a:t>
            </a:r>
            <a:endParaRPr lang="sv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4A8284-0EA5-4C2D-A8F6-66303CEB5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13" y="3743821"/>
            <a:ext cx="3995735" cy="1950606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4924168" y="4627606"/>
            <a:ext cx="1105930" cy="6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70864" y="4442940"/>
            <a:ext cx="3704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Do not </a:t>
            </a:r>
            <a:r>
              <a:rPr lang="sv-SE" dirty="0" err="1" smtClean="0"/>
              <a:t>consider</a:t>
            </a:r>
            <a:r>
              <a:rPr lang="sv-SE" dirty="0" smtClean="0"/>
              <a:t> output </a:t>
            </a:r>
            <a:r>
              <a:rPr lang="sv-SE" dirty="0" err="1" smtClean="0"/>
              <a:t>harmonics</a:t>
            </a:r>
            <a:endParaRPr lang="sv-SE" dirty="0"/>
          </a:p>
        </p:txBody>
      </p:sp>
      <p:sp>
        <p:nvSpPr>
          <p:cNvPr id="2" name="TextBox 1"/>
          <p:cNvSpPr txBox="1"/>
          <p:nvPr/>
        </p:nvSpPr>
        <p:spPr>
          <a:xfrm>
            <a:off x="3317789" y="148281"/>
            <a:ext cx="46276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Basic Inverter Model </a:t>
            </a:r>
            <a:endParaRPr lang="sv-SE" sz="4000" dirty="0"/>
          </a:p>
        </p:txBody>
      </p:sp>
    </p:spTree>
    <p:extLst>
      <p:ext uri="{BB962C8B-B14F-4D97-AF65-F5344CB8AC3E}">
        <p14:creationId xmlns:p14="http://schemas.microsoft.com/office/powerpoint/2010/main" val="204734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E53E73-1058-4484-9F31-376B4590F2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20" t="9591"/>
          <a:stretch/>
        </p:blipFill>
        <p:spPr>
          <a:xfrm>
            <a:off x="784653" y="1197805"/>
            <a:ext cx="5319585" cy="235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79767" y="2183441"/>
            <a:ext cx="461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DC Bus current </a:t>
            </a:r>
            <a:r>
              <a:rPr lang="sv-SE" dirty="0" err="1" smtClean="0"/>
              <a:t>can</a:t>
            </a:r>
            <a:r>
              <a:rPr lang="sv-SE" dirty="0" smtClean="0"/>
              <a:t> be</a:t>
            </a:r>
            <a:r>
              <a:rPr lang="tr-TR" dirty="0" smtClean="0"/>
              <a:t> modelled by</a:t>
            </a:r>
            <a:r>
              <a:rPr lang="sv-SE" dirty="0" smtClean="0"/>
              <a:t> </a:t>
            </a:r>
            <a:r>
              <a:rPr lang="tr-TR" dirty="0" smtClean="0"/>
              <a:t>harmonics</a:t>
            </a:r>
            <a:r>
              <a:rPr lang="sv-SE" dirty="0" smtClean="0"/>
              <a:t>.</a:t>
            </a:r>
            <a:endParaRPr lang="sv-SE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425514" y="2368107"/>
            <a:ext cx="1105930" cy="6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F97FEAA2-32B5-4C16-84FF-554E701D3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0206" y="3686156"/>
            <a:ext cx="3595687" cy="1390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FDEA6-CBF2-4265-8180-E6A7970CE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017" y="4085157"/>
            <a:ext cx="4276853" cy="5924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508" y="5534966"/>
            <a:ext cx="65161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0" dirty="0" smtClean="0">
                <a:effectLst/>
                <a:latin typeface="Times New Roman" panose="02020603050405020304" pitchFamily="18" charset="0"/>
              </a:rPr>
              <a:t>The spectrum of the battery current shows that in addition to the dc component, there would a component resonance between the cable and dc bus capacitor.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DCE803-BEE5-4F3D-89BD-E2CE62F9E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594" y="5323718"/>
            <a:ext cx="2505075" cy="9906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6876664" y="5881904"/>
            <a:ext cx="1105930" cy="6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17789" y="148281"/>
            <a:ext cx="46276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Harmonic Model </a:t>
            </a:r>
            <a:endParaRPr lang="sv-SE" sz="4000" dirty="0"/>
          </a:p>
        </p:txBody>
      </p:sp>
      <p:sp>
        <p:nvSpPr>
          <p:cNvPr id="2" name="TextBox 1"/>
          <p:cNvSpPr txBox="1"/>
          <p:nvPr/>
        </p:nvSpPr>
        <p:spPr>
          <a:xfrm>
            <a:off x="8335108" y="856167"/>
            <a:ext cx="65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EMI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952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2152BF20-F541-4796-9466-8B9519526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2706" y="1244839"/>
            <a:ext cx="4743645" cy="31126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CF96E6-0A3B-4C8E-9BF3-804AC05C0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160" y="4931566"/>
            <a:ext cx="4031758" cy="16355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33834" y="185351"/>
            <a:ext cx="9255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Switching Functions and </a:t>
            </a:r>
            <a:r>
              <a:rPr lang="en-US" sz="4000" dirty="0"/>
              <a:t>C</a:t>
            </a:r>
            <a:r>
              <a:rPr lang="en-US" sz="4000" dirty="0" smtClean="0"/>
              <a:t>onvolution</a:t>
            </a:r>
            <a:endParaRPr lang="sv-SE" sz="4000" dirty="0"/>
          </a:p>
        </p:txBody>
      </p:sp>
    </p:spTree>
    <p:extLst>
      <p:ext uri="{BB962C8B-B14F-4D97-AF65-F5344CB8AC3E}">
        <p14:creationId xmlns:p14="http://schemas.microsoft.com/office/powerpoint/2010/main" val="140206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EEEAC6-4308-4C66-8C4A-BA4401547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158"/>
          <a:stretch/>
        </p:blipFill>
        <p:spPr>
          <a:xfrm>
            <a:off x="869016" y="2032688"/>
            <a:ext cx="5121307" cy="3789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1D67EA-5DD3-4180-B2CF-D2D2BB56B6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66" b="16329"/>
          <a:stretch/>
        </p:blipFill>
        <p:spPr>
          <a:xfrm>
            <a:off x="6169496" y="3192312"/>
            <a:ext cx="5305425" cy="1470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1891" y="315097"/>
            <a:ext cx="3190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RMS Model</a:t>
            </a:r>
            <a:endParaRPr lang="sv-SE" sz="4000" dirty="0"/>
          </a:p>
        </p:txBody>
      </p:sp>
      <p:sp>
        <p:nvSpPr>
          <p:cNvPr id="9" name="TextBox 8"/>
          <p:cNvSpPr txBox="1"/>
          <p:nvPr/>
        </p:nvSpPr>
        <p:spPr>
          <a:xfrm>
            <a:off x="735227" y="1256671"/>
            <a:ext cx="786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Assume all high-frequency ripples go to the DC-link capacitor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1757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403319-733C-4DA3-A9D6-8691AD8FD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892" y="745046"/>
            <a:ext cx="9485290" cy="51690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24DDE2-7A6F-4BB3-AB48-5E4C1816518E}"/>
                  </a:ext>
                </a:extLst>
              </p:cNvPr>
              <p:cNvSpPr txBox="1"/>
              <p:nvPr/>
            </p:nvSpPr>
            <p:spPr>
              <a:xfrm>
                <a:off x="421174" y="4927040"/>
                <a:ext cx="4541950" cy="2074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dirty="0"/>
                  <a:t>Measurements: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Capacitor</a:t>
                </a:r>
                <a:r>
                  <a:rPr lang="tr-TR" dirty="0"/>
                  <a:t> </a:t>
                </a:r>
                <a:r>
                  <a:rPr lang="tr-TR" dirty="0" err="1"/>
                  <a:t>currents</a:t>
                </a:r>
                <a:r>
                  <a:rPr lang="tr-T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𝑐𝑎𝑝𝐴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𝑐𝑎𝑝𝐵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𝑐𝑎𝑝𝐶</m:t>
                        </m:r>
                      </m:sub>
                    </m:sSub>
                  </m:oMath>
                </a14:m>
                <a:r>
                  <a:rPr lang="tr-T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Capacitor</a:t>
                </a:r>
                <a:r>
                  <a:rPr lang="tr-TR" dirty="0"/>
                  <a:t> </a:t>
                </a:r>
                <a:r>
                  <a:rPr lang="tr-TR" dirty="0" err="1"/>
                  <a:t>voltages</a:t>
                </a:r>
                <a:r>
                  <a:rPr lang="tr-T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𝑐𝑎𝑝𝐴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𝑐𝑎𝑝𝐵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𝑐𝑎𝑝𝐶</m:t>
                        </m:r>
                      </m:sub>
                    </m:sSub>
                  </m:oMath>
                </a14:m>
                <a:r>
                  <a:rPr lang="tr-T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Leg</a:t>
                </a:r>
                <a:r>
                  <a:rPr lang="tr-TR" dirty="0"/>
                  <a:t> </a:t>
                </a:r>
                <a:r>
                  <a:rPr lang="tr-TR" dirty="0" err="1"/>
                  <a:t>Currents</a:t>
                </a:r>
                <a:r>
                  <a:rPr lang="tr-T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tr-T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 err="1"/>
                  <a:t>Phase</a:t>
                </a:r>
                <a:r>
                  <a:rPr lang="tr-TR" dirty="0"/>
                  <a:t> </a:t>
                </a:r>
                <a:r>
                  <a:rPr lang="tr-TR" dirty="0" err="1"/>
                  <a:t>Currents</a:t>
                </a:r>
                <a:r>
                  <a:rPr lang="tr-T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tr-T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tr-TR" dirty="0"/>
                  <a:t>DC </a:t>
                </a:r>
                <a:r>
                  <a:rPr lang="tr-TR" dirty="0" err="1"/>
                  <a:t>input</a:t>
                </a:r>
                <a:r>
                  <a:rPr lang="tr-T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</m:oMath>
                </a14:m>
                <a:r>
                  <a:rPr lang="tr-TR" dirty="0"/>
                  <a:t>,</a:t>
                </a:r>
                <a:r>
                  <a:rPr lang="tr-T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</m:oMath>
                </a14:m>
                <a:r>
                  <a:rPr lang="tr-T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tr-TR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24DDE2-7A6F-4BB3-AB48-5E4C18165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4" y="4927040"/>
                <a:ext cx="4541950" cy="2074158"/>
              </a:xfrm>
              <a:prstGeom prst="rect">
                <a:avLst/>
              </a:prstGeom>
              <a:blipFill>
                <a:blip r:embed="rId4"/>
                <a:stretch>
                  <a:fillRect l="-1074" t="-147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659280" y="154459"/>
            <a:ext cx="4160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Realistic Model</a:t>
            </a:r>
            <a:endParaRPr lang="sv-SE" sz="4000" dirty="0"/>
          </a:p>
        </p:txBody>
      </p:sp>
    </p:spTree>
    <p:extLst>
      <p:ext uri="{BB962C8B-B14F-4D97-AF65-F5344CB8AC3E}">
        <p14:creationId xmlns:p14="http://schemas.microsoft.com/office/powerpoint/2010/main" val="35251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B8A94-3782-424A-820F-313B3731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0" y="941739"/>
            <a:ext cx="11024315" cy="56629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4052" y="105032"/>
            <a:ext cx="5569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Effect of Stray Inductance</a:t>
            </a:r>
            <a:endParaRPr lang="sv-SE" sz="4000" dirty="0"/>
          </a:p>
        </p:txBody>
      </p:sp>
    </p:spTree>
    <p:extLst>
      <p:ext uri="{BB962C8B-B14F-4D97-AF65-F5344CB8AC3E}">
        <p14:creationId xmlns:p14="http://schemas.microsoft.com/office/powerpoint/2010/main" val="132242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DAF9B3-1681-42CE-8AB8-DC2A5CBE9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84" y="886902"/>
            <a:ext cx="10775515" cy="5656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4052" y="105032"/>
            <a:ext cx="5569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Effect of Stray Inductance</a:t>
            </a:r>
            <a:endParaRPr lang="sv-SE" sz="4000" dirty="0"/>
          </a:p>
        </p:txBody>
      </p:sp>
    </p:spTree>
    <p:extLst>
      <p:ext uri="{BB962C8B-B14F-4D97-AF65-F5344CB8AC3E}">
        <p14:creationId xmlns:p14="http://schemas.microsoft.com/office/powerpoint/2010/main" val="184606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FFF436-23DF-49E5-9C44-CB917E970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1" y="1108263"/>
            <a:ext cx="4719772" cy="28111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870" y="228600"/>
            <a:ext cx="7055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Segmented Traction Drives</a:t>
            </a:r>
            <a:endParaRPr lang="sv-SE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639D8-65F3-4C89-996F-B3CF304C1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136" y="1200939"/>
            <a:ext cx="3544156" cy="310113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5449330" y="2513859"/>
            <a:ext cx="1810265" cy="7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21019" y="2081600"/>
            <a:ext cx="172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Interleaving</a:t>
            </a:r>
            <a:endParaRPr lang="sv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946E2-474B-47BF-A084-49D08D2D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261" y="4219789"/>
            <a:ext cx="4003643" cy="245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8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199</Words>
  <Application>Microsoft Office PowerPoint</Application>
  <PresentationFormat>Widescreen</PresentationFormat>
  <Paragraphs>22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11</cp:revision>
  <dcterms:created xsi:type="dcterms:W3CDTF">2024-01-31T15:47:49Z</dcterms:created>
  <dcterms:modified xsi:type="dcterms:W3CDTF">2024-02-01T13:50:53Z</dcterms:modified>
</cp:coreProperties>
</file>