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5EA21-479E-49F8-BFDD-61134650E5E5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C8CB3-26D6-47D0-8960-58C0F5E20D5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7312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216CD-4008-44B2-8691-C150C71C924D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3834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2895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5743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9612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668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8148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95743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9609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8137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4315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2448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52184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5DD16-0CA6-496C-B54B-264B7110B690}" type="datetimeFigureOut">
              <a:rPr lang="sv-SE" smtClean="0"/>
              <a:t>2023-10-10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57089-8FA5-4F27-A872-289B15BC0F4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82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450" y="157694"/>
            <a:ext cx="5918200" cy="785383"/>
          </a:xfrm>
        </p:spPr>
        <p:txBody>
          <a:bodyPr/>
          <a:lstStyle/>
          <a:p>
            <a:r>
              <a:rPr lang="en-US" dirty="0" smtClean="0"/>
              <a:t>Effect of dv/</a:t>
            </a:r>
            <a:r>
              <a:rPr lang="en-US" dirty="0" err="1" smtClean="0"/>
              <a:t>dt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8" y="943077"/>
            <a:ext cx="3144141" cy="2167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68471" y="3336829"/>
              <a:ext cx="10445752" cy="3175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7293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407858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790648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279452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2382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416050">
                      <a:extLst>
                        <a:ext uri="{9D8B030D-6E8A-4147-A177-3AD203B41FA5}">
                          <a16:colId xmlns:a16="http://schemas.microsoft.com/office/drawing/2014/main" val="1978550322"/>
                        </a:ext>
                      </a:extLst>
                    </a:gridCol>
                    <a:gridCol w="1377950">
                      <a:extLst>
                        <a:ext uri="{9D8B030D-6E8A-4147-A177-3AD203B41FA5}">
                          <a16:colId xmlns:a16="http://schemas.microsoft.com/office/drawing/2014/main" val="3843558292"/>
                        </a:ext>
                      </a:extLst>
                    </a:gridCol>
                    <a:gridCol w="1238251">
                      <a:extLst>
                        <a:ext uri="{9D8B030D-6E8A-4147-A177-3AD203B41FA5}">
                          <a16:colId xmlns:a16="http://schemas.microsoft.com/office/drawing/2014/main" val="4197363272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Gate Resistance (Ext)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oMath>
                          </a14:m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  <a:tr h="4069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006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799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Changes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X3.5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/1.66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0679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Change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x2.15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9783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5971273"/>
                  </p:ext>
                </p:extLst>
              </p:nvPr>
            </p:nvGraphicFramePr>
            <p:xfrm>
              <a:off x="968471" y="3336829"/>
              <a:ext cx="10445752" cy="3175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7293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407858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790648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279452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2382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416050">
                      <a:extLst>
                        <a:ext uri="{9D8B030D-6E8A-4147-A177-3AD203B41FA5}">
                          <a16:colId xmlns:a16="http://schemas.microsoft.com/office/drawing/2014/main" val="1978550322"/>
                        </a:ext>
                      </a:extLst>
                    </a:gridCol>
                    <a:gridCol w="1377950">
                      <a:extLst>
                        <a:ext uri="{9D8B030D-6E8A-4147-A177-3AD203B41FA5}">
                          <a16:colId xmlns:a16="http://schemas.microsoft.com/office/drawing/2014/main" val="3843558292"/>
                        </a:ext>
                      </a:extLst>
                    </a:gridCol>
                    <a:gridCol w="1238251">
                      <a:extLst>
                        <a:ext uri="{9D8B030D-6E8A-4147-A177-3AD203B41FA5}">
                          <a16:colId xmlns:a16="http://schemas.microsoft.com/office/drawing/2014/main" val="419736327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58" t="-3333" r="-515412" b="-25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  <a:tr h="4069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006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799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Changes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X3.5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/1.66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/1.7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0679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Change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x2.15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978300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426" y="965621"/>
            <a:ext cx="3047206" cy="21674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097" y="892764"/>
            <a:ext cx="3184903" cy="23132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8897" y="954349"/>
            <a:ext cx="3068964" cy="216749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068131" y="319721"/>
            <a:ext cx="7346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https://eu.mouser.com/datasheet/2/90/CAB006A12GM3-2886938.pdf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635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42148"/>
              </p:ext>
            </p:extLst>
          </p:nvPr>
        </p:nvGraphicFramePr>
        <p:xfrm>
          <a:off x="319742" y="1019937"/>
          <a:ext cx="10445754" cy="4485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582">
                  <a:extLst>
                    <a:ext uri="{9D8B030D-6E8A-4147-A177-3AD203B41FA5}">
                      <a16:colId xmlns:a16="http://schemas.microsoft.com/office/drawing/2014/main" val="765254450"/>
                    </a:ext>
                  </a:extLst>
                </a:gridCol>
                <a:gridCol w="1003135">
                  <a:extLst>
                    <a:ext uri="{9D8B030D-6E8A-4147-A177-3AD203B41FA5}">
                      <a16:colId xmlns:a16="http://schemas.microsoft.com/office/drawing/2014/main" val="1853295923"/>
                    </a:ext>
                  </a:extLst>
                </a:gridCol>
                <a:gridCol w="729049">
                  <a:extLst>
                    <a:ext uri="{9D8B030D-6E8A-4147-A177-3AD203B41FA5}">
                      <a16:colId xmlns:a16="http://schemas.microsoft.com/office/drawing/2014/main" val="702634150"/>
                    </a:ext>
                  </a:extLst>
                </a:gridCol>
                <a:gridCol w="871151">
                  <a:extLst>
                    <a:ext uri="{9D8B030D-6E8A-4147-A177-3AD203B41FA5}">
                      <a16:colId xmlns:a16="http://schemas.microsoft.com/office/drawing/2014/main" val="1049471291"/>
                    </a:ext>
                  </a:extLst>
                </a:gridCol>
                <a:gridCol w="970006">
                  <a:extLst>
                    <a:ext uri="{9D8B030D-6E8A-4147-A177-3AD203B41FA5}">
                      <a16:colId xmlns:a16="http://schemas.microsoft.com/office/drawing/2014/main" val="3933410167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2752168892"/>
                    </a:ext>
                  </a:extLst>
                </a:gridCol>
                <a:gridCol w="1064830">
                  <a:extLst>
                    <a:ext uri="{9D8B030D-6E8A-4147-A177-3AD203B41FA5}">
                      <a16:colId xmlns:a16="http://schemas.microsoft.com/office/drawing/2014/main" val="1978550322"/>
                    </a:ext>
                  </a:extLst>
                </a:gridCol>
                <a:gridCol w="1256422">
                  <a:extLst>
                    <a:ext uri="{9D8B030D-6E8A-4147-A177-3AD203B41FA5}">
                      <a16:colId xmlns:a16="http://schemas.microsoft.com/office/drawing/2014/main" val="3843558292"/>
                    </a:ext>
                  </a:extLst>
                </a:gridCol>
                <a:gridCol w="1129044">
                  <a:extLst>
                    <a:ext uri="{9D8B030D-6E8A-4147-A177-3AD203B41FA5}">
                      <a16:colId xmlns:a16="http://schemas.microsoft.com/office/drawing/2014/main" val="4197363272"/>
                    </a:ext>
                  </a:extLst>
                </a:gridCol>
              </a:tblGrid>
              <a:tr h="908787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Topology</a:t>
                      </a:r>
                      <a:endParaRPr lang="sv-SE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sv-S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sv-S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sv-S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sv-S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sv-S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sv-S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sv-S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sv-SE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62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Semiconductor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Voltage/ Current Rating</a:t>
                      </a:r>
                      <a:endParaRPr lang="sv-SE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257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Topology Voltage and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Current Rating</a:t>
                      </a:r>
                      <a:endParaRPr lang="sv-SE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965090"/>
                  </a:ext>
                </a:extLst>
              </a:tr>
              <a:tr h="40693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Switching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Losses per frequency (W/</a:t>
                      </a:r>
                      <a:r>
                        <a:rPr lang="en-US" b="1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hz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sv-SE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06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Conduction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Losses (W)</a:t>
                      </a:r>
                      <a:endParaRPr lang="sv-SE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799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sv-SE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06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sv-SE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783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411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2548</TotalTime>
  <Words>124</Words>
  <Application>Microsoft Office PowerPoint</Application>
  <PresentationFormat>Widescreen</PresentationFormat>
  <Paragraphs>62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Office Theme</vt:lpstr>
      <vt:lpstr>Effect of dv/dt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 of dv/dt</dc:title>
  <dc:creator>Enes Ayaz</dc:creator>
  <cp:lastModifiedBy>Enes Ayaz</cp:lastModifiedBy>
  <cp:revision>4</cp:revision>
  <dcterms:created xsi:type="dcterms:W3CDTF">2023-10-10T13:07:20Z</dcterms:created>
  <dcterms:modified xsi:type="dcterms:W3CDTF">2023-10-12T07:35:26Z</dcterms:modified>
</cp:coreProperties>
</file>