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16889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30412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92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48302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25529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03054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16382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5086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12338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18846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43427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27E57A-EE86-48A3-9A6B-EE581B7360D2}" type="datetimeFigureOut">
              <a:rPr lang="sv-SE" smtClean="0"/>
              <a:t>2024-08-07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A1FFEE-A707-4F0A-9E1F-8C12FCC2815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0786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0937" y="2135911"/>
            <a:ext cx="4393247" cy="310790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899" y="2135911"/>
            <a:ext cx="4937501" cy="349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110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557" y="747106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7108" y="1396538"/>
            <a:ext cx="2207029" cy="16552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81" y="747106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7363" y="1396538"/>
            <a:ext cx="2364971" cy="177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67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66" y="1961804"/>
            <a:ext cx="5301122" cy="375016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65" y="1870121"/>
            <a:ext cx="5430723" cy="3841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47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90" y="747106"/>
            <a:ext cx="5334000" cy="4000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2586" y="1115984"/>
            <a:ext cx="2739044" cy="20542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575" y="747106"/>
            <a:ext cx="5334000" cy="4000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4869" y="1115984"/>
            <a:ext cx="2921924" cy="219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0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737" y="324231"/>
            <a:ext cx="10990263" cy="568412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Harmonic Losses by measurements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780753" y="1330793"/>
                <a:ext cx="4325022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5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5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r>
                      <a:rPr lang="sv-SE" sz="25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  <m:sub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𝑠𝑡𝑎𝑡𝑜𝑟</m:t>
                        </m:r>
                      </m:sub>
                    </m:sSub>
                    <m:r>
                      <a:rPr lang="sv-SE" sz="25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  <m:sub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sv-SE" sz="25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𝑟𝑜𝑡𝑜𝑟</m:t>
                        </m:r>
                      </m:sub>
                    </m:sSub>
                  </m:oMath>
                </a14:m>
                <a:r>
                  <a:rPr lang="en-US" sz="2500" dirty="0" smtClean="0">
                    <a:latin typeface="+mj-lt"/>
                    <a:cs typeface="Times New Roman" panose="02020603050405020304" pitchFamily="18" charset="0"/>
                  </a:rPr>
                  <a:t> </a:t>
                </a:r>
                <a:endParaRPr lang="en-US" sz="2500" dirty="0">
                  <a:latin typeface="+mj-l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753" y="1330793"/>
                <a:ext cx="4325022" cy="477054"/>
              </a:xfrm>
              <a:prstGeom prst="rect">
                <a:avLst/>
              </a:prstGeom>
              <a:blipFill>
                <a:blip r:embed="rId2"/>
                <a:stretch>
                  <a:fillRect l="-423" b="-253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H="1">
            <a:off x="4048125" y="1876425"/>
            <a:ext cx="1085850" cy="7143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5552" y="1716676"/>
            <a:ext cx="2990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smtClean="0"/>
              <a:t>n= </a:t>
            </a:r>
            <a:r>
              <a:rPr lang="sv-SE" dirty="0" err="1" smtClean="0"/>
              <a:t>harmonic</a:t>
            </a:r>
            <a:r>
              <a:rPr lang="sv-SE" dirty="0" smtClean="0"/>
              <a:t> </a:t>
            </a:r>
            <a:r>
              <a:rPr lang="sv-SE" dirty="0" err="1" smtClean="0"/>
              <a:t>number</a:t>
            </a:r>
            <a:endParaRPr lang="sv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1618242" y="2659378"/>
                <a:ext cx="4325022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500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  </m:t>
                      </m:r>
                      <m:sSub>
                        <m:sSubPr>
                          <m:ctrlP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sub>
                      </m:sSub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 </m:t>
                      </m:r>
                    </m:oMath>
                  </m:oMathPara>
                </a14:m>
                <a:endParaRPr lang="en-US" sz="2500" dirty="0">
                  <a:latin typeface="+mj-lt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8242" y="2659378"/>
                <a:ext cx="4325022" cy="477054"/>
              </a:xfrm>
              <a:prstGeom prst="rect">
                <a:avLst/>
              </a:prstGeom>
              <a:blipFill>
                <a:blip r:embed="rId3"/>
                <a:stretch>
                  <a:fillRect b="-1645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/>
          <p:cNvCxnSpPr/>
          <p:nvPr/>
        </p:nvCxnSpPr>
        <p:spPr>
          <a:xfrm>
            <a:off x="6678809" y="1846507"/>
            <a:ext cx="531616" cy="7442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5461449" y="2605655"/>
                <a:ext cx="4325022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500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  </m:t>
                      </m:r>
                      <m:sSub>
                        <m:sSubPr>
                          <m:ctrlP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sv-SE" sz="25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sub>
                      </m:sSub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sv-SE" sz="25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±1) </m:t>
                      </m:r>
                    </m:oMath>
                  </m:oMathPara>
                </a14:m>
                <a:endParaRPr lang="en-US" sz="2500" dirty="0">
                  <a:latin typeface="+mj-lt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449" y="2605655"/>
                <a:ext cx="4325022" cy="477054"/>
              </a:xfrm>
              <a:prstGeom prst="rect">
                <a:avLst/>
              </a:prstGeom>
              <a:blipFill>
                <a:blip r:embed="rId4"/>
                <a:stretch>
                  <a:fillRect b="-1645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/>
              <p:cNvSpPr/>
              <p:nvPr/>
            </p:nvSpPr>
            <p:spPr>
              <a:xfrm>
                <a:off x="-83801" y="4717881"/>
                <a:ext cx="3350202" cy="895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sv-SE" sz="24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sv-SE" sz="2400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sv-SE" sz="2400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sv-SE" sz="24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sv-SE" sz="2400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sv-SE" sz="2400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sv-SE" sz="2400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sv-SE" sz="2400" b="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400" b="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3801" y="4717881"/>
                <a:ext cx="3350202" cy="895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2184" y="4099649"/>
            <a:ext cx="3476625" cy="17240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6831" y="3520859"/>
            <a:ext cx="3993298" cy="2994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36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3479</TotalTime>
  <Words>97</Words>
  <Application>Microsoft Office PowerPoint</Application>
  <PresentationFormat>Widescreen</PresentationFormat>
  <Paragraphs>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Harmonic Losses by measurements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8</cp:revision>
  <dcterms:created xsi:type="dcterms:W3CDTF">2024-07-31T14:58:17Z</dcterms:created>
  <dcterms:modified xsi:type="dcterms:W3CDTF">2024-08-08T06:54:39Z</dcterms:modified>
</cp:coreProperties>
</file>