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7E57A-EE86-48A3-9A6B-EE581B7360D2}" type="datetimeFigureOut">
              <a:rPr lang="sv-SE" smtClean="0"/>
              <a:t>2024-07-31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FFEE-A707-4F0A-9E1F-8C12FCC2815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16889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7E57A-EE86-48A3-9A6B-EE581B7360D2}" type="datetimeFigureOut">
              <a:rPr lang="sv-SE" smtClean="0"/>
              <a:t>2024-07-31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FFEE-A707-4F0A-9E1F-8C12FCC2815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30412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7E57A-EE86-48A3-9A6B-EE581B7360D2}" type="datetimeFigureOut">
              <a:rPr lang="sv-SE" smtClean="0"/>
              <a:t>2024-07-31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FFEE-A707-4F0A-9E1F-8C12FCC2815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27392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7E57A-EE86-48A3-9A6B-EE581B7360D2}" type="datetimeFigureOut">
              <a:rPr lang="sv-SE" smtClean="0"/>
              <a:t>2024-07-31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FFEE-A707-4F0A-9E1F-8C12FCC2815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4830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7E57A-EE86-48A3-9A6B-EE581B7360D2}" type="datetimeFigureOut">
              <a:rPr lang="sv-SE" smtClean="0"/>
              <a:t>2024-07-31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FFEE-A707-4F0A-9E1F-8C12FCC2815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25529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7E57A-EE86-48A3-9A6B-EE581B7360D2}" type="datetimeFigureOut">
              <a:rPr lang="sv-SE" smtClean="0"/>
              <a:t>2024-07-31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FFEE-A707-4F0A-9E1F-8C12FCC2815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03054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7E57A-EE86-48A3-9A6B-EE581B7360D2}" type="datetimeFigureOut">
              <a:rPr lang="sv-SE" smtClean="0"/>
              <a:t>2024-07-31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FFEE-A707-4F0A-9E1F-8C12FCC2815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16382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7E57A-EE86-48A3-9A6B-EE581B7360D2}" type="datetimeFigureOut">
              <a:rPr lang="sv-SE" smtClean="0"/>
              <a:t>2024-07-31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FFEE-A707-4F0A-9E1F-8C12FCC2815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50866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7E57A-EE86-48A3-9A6B-EE581B7360D2}" type="datetimeFigureOut">
              <a:rPr lang="sv-SE" smtClean="0"/>
              <a:t>2024-07-31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FFEE-A707-4F0A-9E1F-8C12FCC2815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2338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7E57A-EE86-48A3-9A6B-EE581B7360D2}" type="datetimeFigureOut">
              <a:rPr lang="sv-SE" smtClean="0"/>
              <a:t>2024-07-31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FFEE-A707-4F0A-9E1F-8C12FCC2815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18846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7E57A-EE86-48A3-9A6B-EE581B7360D2}" type="datetimeFigureOut">
              <a:rPr lang="sv-SE" smtClean="0"/>
              <a:t>2024-07-31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FFEE-A707-4F0A-9E1F-8C12FCC2815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43427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7E57A-EE86-48A3-9A6B-EE581B7360D2}" type="datetimeFigureOut">
              <a:rPr lang="sv-SE" smtClean="0"/>
              <a:t>2024-07-31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1FFEE-A707-4F0A-9E1F-8C12FCC2815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2078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937" y="2135911"/>
            <a:ext cx="4393247" cy="31079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99" y="2135911"/>
            <a:ext cx="4937501" cy="349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110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57" y="747106"/>
            <a:ext cx="5334000" cy="400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108" y="1396538"/>
            <a:ext cx="2207029" cy="16552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1581" y="747106"/>
            <a:ext cx="5334000" cy="4000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7363" y="1396538"/>
            <a:ext cx="2364971" cy="177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67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647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2519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4</cp:revision>
  <dcterms:created xsi:type="dcterms:W3CDTF">2024-07-31T14:58:17Z</dcterms:created>
  <dcterms:modified xsi:type="dcterms:W3CDTF">2024-08-02T08:57:37Z</dcterms:modified>
</cp:coreProperties>
</file>