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56" r:id="rId2"/>
    <p:sldId id="291" r:id="rId3"/>
    <p:sldId id="292" r:id="rId4"/>
  </p:sldIdLst>
  <p:sldSz cx="12192000" cy="6858000"/>
  <p:notesSz cx="6858000" cy="9144000"/>
  <p:defaultTextStyle>
    <a:defPPr>
      <a:defRPr lang="sv-S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07924251-0D1C-482F-9C00-375F743874E9}">
          <p14:sldIdLst>
            <p14:sldId id="256"/>
            <p14:sldId id="291"/>
            <p14:sldId id="29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207" autoAdjust="0"/>
    <p:restoredTop sz="94660"/>
  </p:normalViewPr>
  <p:slideViewPr>
    <p:cSldViewPr snapToGrid="0">
      <p:cViewPr varScale="1">
        <p:scale>
          <a:sx n="150" d="100"/>
          <a:sy n="150" d="100"/>
        </p:scale>
        <p:origin x="456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sv-S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4F1A71A-9BFD-4E2F-8CB1-3FF418E5A8DE}" type="datetimeFigureOut">
              <a:rPr lang="sv-SE" smtClean="0"/>
              <a:t>2023-05-30</a:t>
            </a:fld>
            <a:endParaRPr lang="sv-S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sv-S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sv-S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AE4D78-AB85-481E-A603-2784DADE5AA2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8823720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sv-S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EF6EBA-2446-4F83-BF27-4368AC2AD5AA}" type="datetimeFigureOut">
              <a:rPr lang="sv-SE" smtClean="0"/>
              <a:t>2023-05-30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A7EED-293F-4A4F-99E5-D9A6EDED4F5B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5093579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EF6EBA-2446-4F83-BF27-4368AC2AD5AA}" type="datetimeFigureOut">
              <a:rPr lang="sv-SE" smtClean="0"/>
              <a:t>2023-05-30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A7EED-293F-4A4F-99E5-D9A6EDED4F5B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7514072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EF6EBA-2446-4F83-BF27-4368AC2AD5AA}" type="datetimeFigureOut">
              <a:rPr lang="sv-SE" smtClean="0"/>
              <a:t>2023-05-30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A7EED-293F-4A4F-99E5-D9A6EDED4F5B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7419898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EF6EBA-2446-4F83-BF27-4368AC2AD5AA}" type="datetimeFigureOut">
              <a:rPr lang="sv-SE" smtClean="0"/>
              <a:t>2023-05-30</a:t>
            </a:fld>
            <a:endParaRPr lang="sv-S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A7EED-293F-4A4F-99E5-D9A6EDED4F5B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1627417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EF6EBA-2446-4F83-BF27-4368AC2AD5AA}" type="datetimeFigureOut">
              <a:rPr lang="sv-SE" smtClean="0"/>
              <a:t>2023-05-30</a:t>
            </a:fld>
            <a:endParaRPr lang="sv-S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A7EED-293F-4A4F-99E5-D9A6EDED4F5B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1881783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EF6EBA-2446-4F83-BF27-4368AC2AD5AA}" type="datetimeFigureOut">
              <a:rPr lang="sv-SE" smtClean="0"/>
              <a:t>2023-05-30</a:t>
            </a:fld>
            <a:endParaRPr lang="sv-S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A7EED-293F-4A4F-99E5-D9A6EDED4F5B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4031030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EF6EBA-2446-4F83-BF27-4368AC2AD5AA}" type="datetimeFigureOut">
              <a:rPr lang="sv-SE" smtClean="0"/>
              <a:t>2023-05-30</a:t>
            </a:fld>
            <a:endParaRPr lang="sv-S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A7EED-293F-4A4F-99E5-D9A6EDED4F5B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7404047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EF6EBA-2446-4F83-BF27-4368AC2AD5AA}" type="datetimeFigureOut">
              <a:rPr lang="sv-SE" smtClean="0"/>
              <a:t>2023-05-30</a:t>
            </a:fld>
            <a:endParaRPr lang="sv-S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A7EED-293F-4A4F-99E5-D9A6EDED4F5B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5679843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sv-SE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EF6EBA-2446-4F83-BF27-4368AC2AD5AA}" type="datetimeFigureOut">
              <a:rPr lang="sv-SE" smtClean="0"/>
              <a:t>2023-05-30</a:t>
            </a:fld>
            <a:endParaRPr lang="sv-S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A7EED-293F-4A4F-99E5-D9A6EDED4F5B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1925396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EF6EBA-2446-4F83-BF27-4368AC2AD5AA}" type="datetimeFigureOut">
              <a:rPr lang="sv-SE" smtClean="0"/>
              <a:t>2023-05-30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A7EED-293F-4A4F-99E5-D9A6EDED4F5B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7445714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EF6EBA-2446-4F83-BF27-4368AC2AD5AA}" type="datetimeFigureOut">
              <a:rPr lang="sv-SE" smtClean="0"/>
              <a:t>2023-05-30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A7EED-293F-4A4F-99E5-D9A6EDED4F5B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5242451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EF6EBA-2446-4F83-BF27-4368AC2AD5AA}" type="datetimeFigureOut">
              <a:rPr lang="sv-SE" smtClean="0"/>
              <a:t>2023-05-30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FA7EED-293F-4A4F-99E5-D9A6EDED4F5B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5965188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sv-S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62000" y="771525"/>
            <a:ext cx="10991850" cy="3124200"/>
          </a:xfrm>
        </p:spPr>
        <p:txBody>
          <a:bodyPr>
            <a:normAutofit/>
          </a:bodyPr>
          <a:lstStyle/>
          <a:p>
            <a:r>
              <a:rPr lang="en-US" dirty="0" smtClean="0">
                <a:solidFill>
                  <a:srgbClr val="C00000"/>
                </a:solidFill>
              </a:rPr>
              <a:t/>
            </a:r>
            <a:br>
              <a:rPr lang="en-US" dirty="0" smtClean="0">
                <a:solidFill>
                  <a:srgbClr val="C00000"/>
                </a:solidFill>
              </a:rPr>
            </a:br>
            <a:r>
              <a:rPr lang="en-US" dirty="0" smtClean="0">
                <a:solidFill>
                  <a:srgbClr val="C00000"/>
                </a:solidFill>
              </a:rPr>
              <a:t>SEGMENTED MOTOR DRIVES</a:t>
            </a:r>
            <a:br>
              <a:rPr lang="en-US" dirty="0" smtClean="0">
                <a:solidFill>
                  <a:srgbClr val="C00000"/>
                </a:solidFill>
              </a:rPr>
            </a:br>
            <a:endParaRPr lang="sv-SE" dirty="0">
              <a:solidFill>
                <a:srgbClr val="C00000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81150" y="5087938"/>
            <a:ext cx="9144000" cy="1655762"/>
          </a:xfrm>
        </p:spPr>
        <p:txBody>
          <a:bodyPr/>
          <a:lstStyle/>
          <a:p>
            <a:r>
              <a:rPr lang="en-US" dirty="0" smtClean="0">
                <a:solidFill>
                  <a:srgbClr val="002060"/>
                </a:solidFill>
              </a:rPr>
              <a:t>Enes Ayaz</a:t>
            </a:r>
          </a:p>
        </p:txBody>
      </p:sp>
    </p:spTree>
    <p:extLst>
      <p:ext uri="{BB962C8B-B14F-4D97-AF65-F5344CB8AC3E}">
        <p14:creationId xmlns:p14="http://schemas.microsoft.com/office/powerpoint/2010/main" val="12678263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Dual Three-Phase Voltage Source Inverters</a:t>
            </a:r>
            <a:endParaRPr lang="sv-SE" b="1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4474045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C00000"/>
                </a:solidFill>
              </a:rPr>
              <a:t>References</a:t>
            </a:r>
            <a:endParaRPr lang="sv-SE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[1</a:t>
            </a:r>
            <a:r>
              <a:rPr lang="en-US" dirty="0"/>
              <a:t>] Common-Mode Voltage Mitigation of Dual Three-Phase Voltage Source Inverters in a Motor Drive Application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8777258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13372</TotalTime>
  <Words>30</Words>
  <Application>Microsoft Office PowerPoint</Application>
  <PresentationFormat>Widescreen</PresentationFormat>
  <Paragraphs>5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 SEGMENTED MOTOR DRIVES </vt:lpstr>
      <vt:lpstr>Dual Three-Phase Voltage Source Inverters</vt:lpstr>
      <vt:lpstr>References</vt:lpstr>
    </vt:vector>
  </TitlesOfParts>
  <Company>KTH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Enes Ayaz</dc:creator>
  <cp:lastModifiedBy>Enes Ayaz</cp:lastModifiedBy>
  <cp:revision>92</cp:revision>
  <dcterms:created xsi:type="dcterms:W3CDTF">2023-05-19T13:17:21Z</dcterms:created>
  <dcterms:modified xsi:type="dcterms:W3CDTF">2023-05-30T15:41:55Z</dcterms:modified>
</cp:coreProperties>
</file>