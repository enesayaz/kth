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47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455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524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049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951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74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850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677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707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077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260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2B27E-7F57-4E1B-92E4-BF405CC45DFC}" type="datetimeFigureOut">
              <a:rPr lang="sv-SE" smtClean="0"/>
              <a:t>2024-01-18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420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4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8" y="426721"/>
            <a:ext cx="9894087" cy="528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29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0540" y="350520"/>
            <a:ext cx="2735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Voltage</a:t>
            </a:r>
            <a:r>
              <a:rPr lang="sv-SE" dirty="0" smtClean="0"/>
              <a:t> rating: 2kV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Current</a:t>
            </a:r>
            <a:r>
              <a:rPr lang="sv-SE" dirty="0" smtClean="0"/>
              <a:t> rating: 400A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24" y="1726223"/>
            <a:ext cx="4854103" cy="33642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20959" y="5208563"/>
                <a:ext cx="2735580" cy="97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=1200 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=150 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sv-SE" b="0" dirty="0" smtClean="0"/>
              </a:p>
              <a:p>
                <a:endParaRPr lang="sv-SE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959" y="5208563"/>
                <a:ext cx="2735580" cy="9756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722" y="1859573"/>
            <a:ext cx="4727421" cy="309753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</p:cNvCxnSpPr>
          <p:nvPr/>
        </p:nvCxnSpPr>
        <p:spPr>
          <a:xfrm>
            <a:off x="5071127" y="3408338"/>
            <a:ext cx="14838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39707" y="2922027"/>
            <a:ext cx="141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Interpolation</a:t>
            </a:r>
            <a:endParaRPr lang="sv-SE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914" y="151098"/>
            <a:ext cx="2444231" cy="147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3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stCxn id="11" idx="3"/>
          </p:cNvCxnSpPr>
          <p:nvPr/>
        </p:nvCxnSpPr>
        <p:spPr>
          <a:xfrm>
            <a:off x="4782694" y="1605915"/>
            <a:ext cx="1191798" cy="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8" y="99060"/>
            <a:ext cx="4455986" cy="30137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28" y="99060"/>
            <a:ext cx="4618300" cy="28651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017" y="3221136"/>
            <a:ext cx="4171244" cy="29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8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561389"/>
            <a:ext cx="3916680" cy="2644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97" y="561388"/>
            <a:ext cx="3834821" cy="26447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92056"/>
            <a:ext cx="8732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 smtClean="0">
                <a:latin typeface="Calibri" panose="020F0502020204030204" pitchFamily="34" charset="0"/>
              </a:rPr>
              <a:t>Switching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dirty="0" err="1" smtClean="0">
                <a:latin typeface="Calibri" panose="020F0502020204030204" pitchFamily="34" charset="0"/>
              </a:rPr>
              <a:t>frequency</a:t>
            </a:r>
            <a:r>
              <a:rPr lang="sv-SE" dirty="0" smtClean="0">
                <a:latin typeface="Calibri" panose="020F0502020204030204" pitchFamily="34" charset="0"/>
              </a:rPr>
              <a:t> = </a:t>
            </a:r>
            <a:r>
              <a:rPr lang="sv-SE" b="1" dirty="0" smtClean="0">
                <a:latin typeface="Calibri" panose="020F0502020204030204" pitchFamily="34" charset="0"/>
              </a:rPr>
              <a:t>5kHz</a:t>
            </a:r>
            <a:r>
              <a:rPr lang="sv-SE" dirty="0" smtClean="0">
                <a:latin typeface="Calibri" panose="020F0502020204030204" pitchFamily="34" charset="0"/>
              </a:rPr>
              <a:t>, </a:t>
            </a:r>
            <a:r>
              <a:rPr lang="sv-SE" dirty="0" err="1" smtClean="0">
                <a:latin typeface="Calibri" panose="020F0502020204030204" pitchFamily="34" charset="0"/>
              </a:rPr>
              <a:t>ma</a:t>
            </a:r>
            <a:r>
              <a:rPr lang="sv-SE" dirty="0" smtClean="0">
                <a:latin typeface="Calibri" panose="020F0502020204030204" pitchFamily="34" charset="0"/>
              </a:rPr>
              <a:t>=1.15, </a:t>
            </a:r>
            <a:r>
              <a:rPr lang="sv-SE" dirty="0" err="1" smtClean="0">
                <a:latin typeface="Calibri" panose="020F0502020204030204" pitchFamily="34" charset="0"/>
              </a:rPr>
              <a:t>pf</a:t>
            </a:r>
            <a:r>
              <a:rPr lang="sv-SE" dirty="0" smtClean="0">
                <a:latin typeface="Calibri" panose="020F0502020204030204" pitchFamily="34" charset="0"/>
              </a:rPr>
              <a:t>=0.9 2-level 3 </a:t>
            </a:r>
            <a:r>
              <a:rPr lang="sv-SE" dirty="0" err="1" smtClean="0">
                <a:latin typeface="Calibri" panose="020F0502020204030204" pitchFamily="34" charset="0"/>
              </a:rPr>
              <a:t>phase</a:t>
            </a:r>
            <a:r>
              <a:rPr lang="sv-SE" dirty="0" smtClean="0">
                <a:latin typeface="Calibri" panose="020F0502020204030204" pitchFamily="34" charset="0"/>
              </a:rPr>
              <a:t>, P=300kW</a:t>
            </a:r>
            <a:endParaRPr lang="sv-SE" dirty="0"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695" y="561388"/>
            <a:ext cx="4418194" cy="29222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81708" y="3850260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 1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25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1590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99.47 %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708" y="3850260"/>
                <a:ext cx="2175510" cy="1223989"/>
              </a:xfrm>
              <a:prstGeom prst="rect">
                <a:avLst/>
              </a:prstGeom>
              <a:blipFill>
                <a:blip r:embed="rId5"/>
                <a:stretch>
                  <a:fillRect l="-2528" t="-2500" b="-75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35379" y="3870958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1366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99.55 %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79" y="3870958"/>
                <a:ext cx="2175510" cy="1223989"/>
              </a:xfrm>
              <a:prstGeom prst="rect">
                <a:avLst/>
              </a:prstGeom>
              <a:blipFill>
                <a:blip r:embed="rId6"/>
                <a:stretch>
                  <a:fillRect l="-224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028037" y="3852990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 150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1770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99.41 %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037" y="3852990"/>
                <a:ext cx="2175510" cy="1223989"/>
              </a:xfrm>
              <a:prstGeom prst="rect">
                <a:avLst/>
              </a:prstGeom>
              <a:blipFill>
                <a:blip r:embed="rId7"/>
                <a:stretch>
                  <a:fillRect l="-252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7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24" y="1837591"/>
            <a:ext cx="3815305" cy="44653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620" y="321830"/>
            <a:ext cx="2250905" cy="15157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317" y="1837591"/>
            <a:ext cx="3868150" cy="46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8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291" y="342899"/>
            <a:ext cx="9769118" cy="539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8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6059</TotalTime>
  <Words>105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17</cp:revision>
  <dcterms:created xsi:type="dcterms:W3CDTF">2023-10-25T13:14:15Z</dcterms:created>
  <dcterms:modified xsi:type="dcterms:W3CDTF">2024-01-18T10:04:37Z</dcterms:modified>
</cp:coreProperties>
</file>