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2" r:id="rId2"/>
    <p:sldId id="273" r:id="rId3"/>
    <p:sldId id="269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00" autoAdjust="0"/>
  </p:normalViewPr>
  <p:slideViewPr>
    <p:cSldViewPr snapToGrid="0">
      <p:cViewPr varScale="1">
        <p:scale>
          <a:sx n="147" d="100"/>
          <a:sy n="147" d="100"/>
        </p:scale>
        <p:origin x="7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48320-CD47-4052-ADDD-D819C92E4C86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216CD-4008-44B2-8691-C150C71C924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3189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216CD-4008-44B2-8691-C150C71C924D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4918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3126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586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9135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989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326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504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60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522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982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209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687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1E336-1465-4761-8EE1-9A745EC7FE3E}" type="datetimeFigureOut">
              <a:rPr lang="sv-SE" smtClean="0"/>
              <a:t>2024-03-07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49030-8722-4F99-AB7E-48D3D9D3B7A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208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3.emf"/><Relationship Id="rId7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13808" y="414996"/>
            <a:ext cx="3920876" cy="433761"/>
          </a:xfrm>
        </p:spPr>
        <p:txBody>
          <a:bodyPr>
            <a:noAutofit/>
          </a:bodyPr>
          <a:lstStyle/>
          <a:p>
            <a:r>
              <a:rPr lang="sv-SE" sz="2800" dirty="0" smtClean="0"/>
              <a:t>CAB500M17HM3-3ph</a:t>
            </a:r>
            <a:endParaRPr lang="sv-SE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252" y="304822"/>
            <a:ext cx="1802400" cy="613515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2255617" y="3630294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CAS380M17HM3-3ph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782" y="3551902"/>
            <a:ext cx="1661628" cy="66465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76" y="4223950"/>
            <a:ext cx="3441357" cy="258101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522" y="4297138"/>
            <a:ext cx="3336324" cy="25022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4235" y="4437007"/>
            <a:ext cx="3215070" cy="241130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806" y="1004494"/>
            <a:ext cx="3457296" cy="259297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7054" y="1050058"/>
            <a:ext cx="3335792" cy="250184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8752" y="1053423"/>
            <a:ext cx="3270553" cy="245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3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>
          <a:xfrm>
            <a:off x="2382046" y="224289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CAS380M17HM3-3ph</a:t>
            </a:r>
            <a:endParaRPr lang="sv-SE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559" y="191629"/>
            <a:ext cx="1661628" cy="66465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11" y="832021"/>
            <a:ext cx="3441357" cy="258101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5057" y="905209"/>
            <a:ext cx="3336324" cy="25022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770" y="1045078"/>
            <a:ext cx="3215070" cy="2411303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2102989" y="3511342"/>
            <a:ext cx="3444633" cy="616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dirty="0" smtClean="0"/>
              <a:t>CAS380M17HM3-6ph</a:t>
            </a:r>
            <a:endParaRPr lang="sv-SE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559" y="3463294"/>
            <a:ext cx="1661628" cy="6646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4945" y="4338257"/>
            <a:ext cx="3219376" cy="24145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3464" y="4291149"/>
            <a:ext cx="3127917" cy="23459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048" y="4244958"/>
            <a:ext cx="3217741" cy="241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0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450" y="157694"/>
            <a:ext cx="5918200" cy="785383"/>
          </a:xfrm>
        </p:spPr>
        <p:txBody>
          <a:bodyPr/>
          <a:lstStyle/>
          <a:p>
            <a:r>
              <a:rPr lang="en-US" dirty="0" smtClean="0"/>
              <a:t>Effect of dv/</a:t>
            </a:r>
            <a:r>
              <a:rPr lang="en-US" dirty="0" err="1" smtClean="0"/>
              <a:t>dt</a:t>
            </a:r>
            <a:endParaRPr lang="sv-S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8" y="943077"/>
            <a:ext cx="3144141" cy="2167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026719"/>
                  </p:ext>
                </p:extLst>
              </p:nvPr>
            </p:nvGraphicFramePr>
            <p:xfrm>
              <a:off x="752228" y="3278831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087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Gate Resistance (Ext)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</m:oMath>
                          </a14:m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 ratio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026719"/>
                  </p:ext>
                </p:extLst>
              </p:nvPr>
            </p:nvGraphicFramePr>
            <p:xfrm>
              <a:off x="752228" y="3278831"/>
              <a:ext cx="10445752" cy="31755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7293">
                      <a:extLst>
                        <a:ext uri="{9D8B030D-6E8A-4147-A177-3AD203B41FA5}">
                          <a16:colId xmlns:a16="http://schemas.microsoft.com/office/drawing/2014/main" val="765254450"/>
                        </a:ext>
                      </a:extLst>
                    </a:gridCol>
                    <a:gridCol w="1407858">
                      <a:extLst>
                        <a:ext uri="{9D8B030D-6E8A-4147-A177-3AD203B41FA5}">
                          <a16:colId xmlns:a16="http://schemas.microsoft.com/office/drawing/2014/main" val="1853295923"/>
                        </a:ext>
                      </a:extLst>
                    </a:gridCol>
                    <a:gridCol w="790648">
                      <a:extLst>
                        <a:ext uri="{9D8B030D-6E8A-4147-A177-3AD203B41FA5}">
                          <a16:colId xmlns:a16="http://schemas.microsoft.com/office/drawing/2014/main" val="1049471291"/>
                        </a:ext>
                      </a:extLst>
                    </a:gridCol>
                    <a:gridCol w="1279452">
                      <a:extLst>
                        <a:ext uri="{9D8B030D-6E8A-4147-A177-3AD203B41FA5}">
                          <a16:colId xmlns:a16="http://schemas.microsoft.com/office/drawing/2014/main" val="3933410167"/>
                        </a:ext>
                      </a:extLst>
                    </a:gridCol>
                    <a:gridCol w="1238250">
                      <a:extLst>
                        <a:ext uri="{9D8B030D-6E8A-4147-A177-3AD203B41FA5}">
                          <a16:colId xmlns:a16="http://schemas.microsoft.com/office/drawing/2014/main" val="2752168892"/>
                        </a:ext>
                      </a:extLst>
                    </a:gridCol>
                    <a:gridCol w="1416050">
                      <a:extLst>
                        <a:ext uri="{9D8B030D-6E8A-4147-A177-3AD203B41FA5}">
                          <a16:colId xmlns:a16="http://schemas.microsoft.com/office/drawing/2014/main" val="1978550322"/>
                        </a:ext>
                      </a:extLst>
                    </a:gridCol>
                    <a:gridCol w="1377950">
                      <a:extLst>
                        <a:ext uri="{9D8B030D-6E8A-4147-A177-3AD203B41FA5}">
                          <a16:colId xmlns:a16="http://schemas.microsoft.com/office/drawing/2014/main" val="3843558292"/>
                        </a:ext>
                      </a:extLst>
                    </a:gridCol>
                    <a:gridCol w="1238251">
                      <a:extLst>
                        <a:ext uri="{9D8B030D-6E8A-4147-A177-3AD203B41FA5}">
                          <a16:colId xmlns:a16="http://schemas.microsoft.com/office/drawing/2014/main" val="419736327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58" t="-3333" r="-515412" b="-25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current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Eon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Eoff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mJ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(on)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 </a:t>
                          </a:r>
                        </a:p>
                        <a:p>
                          <a:pPr algn="l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(A/ns)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dv/</a:t>
                          </a:r>
                          <a:r>
                            <a:rPr lang="en-US" dirty="0" err="1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dt</a:t>
                          </a: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(off)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(V/ns)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662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5257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sv-SE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8965090"/>
                      </a:ext>
                    </a:extLst>
                  </a:tr>
                  <a:tr h="4069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006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1.75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27.5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799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Changes ratio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X3.5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x0.60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X0.66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X0.58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0679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Change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x2.15</a:t>
                          </a:r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sv-SE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97830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426" y="965621"/>
            <a:ext cx="3047206" cy="21674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3297" y="943077"/>
            <a:ext cx="3108703" cy="225786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8897" y="954349"/>
            <a:ext cx="3068964" cy="216749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43399" y="217434"/>
            <a:ext cx="70708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https://eu.mouser.com/datasheet/2/90/CAB006A12GM3-2886938.pdf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0304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4576</TotalTime>
  <Words>102</Words>
  <Application>Microsoft Office PowerPoint</Application>
  <PresentationFormat>Widescreen</PresentationFormat>
  <Paragraphs>61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Times New Roman</vt:lpstr>
      <vt:lpstr>Office Theme</vt:lpstr>
      <vt:lpstr>CAB500M17HM3-3ph</vt:lpstr>
      <vt:lpstr>PowerPoint Presentation</vt:lpstr>
      <vt:lpstr>Effect of dv/dt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63</cp:revision>
  <dcterms:created xsi:type="dcterms:W3CDTF">2023-10-04T08:35:24Z</dcterms:created>
  <dcterms:modified xsi:type="dcterms:W3CDTF">2024-03-07T09:50:16Z</dcterms:modified>
</cp:coreProperties>
</file>