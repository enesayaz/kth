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6047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04550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15248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20495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1951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32745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850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36776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047071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70771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412603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A2B27E-7F57-4E1B-92E4-BF405CC45DFC}" type="datetimeFigureOut">
              <a:rPr lang="sv-SE" smtClean="0"/>
              <a:t>2023-10-25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52AE3-5D80-475C-9B63-172CA77D93E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04203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4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48" y="426721"/>
            <a:ext cx="9894087" cy="528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129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10540" y="350520"/>
            <a:ext cx="2735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Voltage</a:t>
            </a:r>
            <a:r>
              <a:rPr lang="sv-SE" dirty="0" smtClean="0"/>
              <a:t> rating: 2kV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dirty="0" err="1" smtClean="0"/>
              <a:t>Current</a:t>
            </a:r>
            <a:r>
              <a:rPr lang="sv-SE" dirty="0" smtClean="0"/>
              <a:t> rating: 400A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24" y="1726223"/>
            <a:ext cx="4854103" cy="33642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1220959" y="5208563"/>
                <a:ext cx="2735580" cy="97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𝑡𝑒𝑠𝑡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=1200 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sv-SE" b="0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sv-SE" b="0" i="1" smtClean="0">
                          <a:latin typeface="Cambria Math" panose="02040503050406030204" pitchFamily="18" charset="0"/>
                        </a:rPr>
                        <m:t>50 </m:t>
                      </m:r>
                      <m:sSup>
                        <m:sSupPr>
                          <m:ctrlPr>
                            <a:rPr lang="sv-S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sv-SE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sv-SE" b="0" dirty="0" smtClean="0"/>
              </a:p>
              <a:p>
                <a:endParaRPr lang="sv-SE" dirty="0" smtClean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959" y="5208563"/>
                <a:ext cx="2735580" cy="9756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6436" y="1859573"/>
            <a:ext cx="4727421" cy="3097530"/>
          </a:xfrm>
          <a:prstGeom prst="rect">
            <a:avLst/>
          </a:prstGeom>
        </p:spPr>
      </p:pic>
      <p:cxnSp>
        <p:nvCxnSpPr>
          <p:cNvPr id="10" name="Straight Arrow Connector 9"/>
          <p:cNvCxnSpPr>
            <a:stCxn id="6" idx="3"/>
          </p:cNvCxnSpPr>
          <p:nvPr/>
        </p:nvCxnSpPr>
        <p:spPr>
          <a:xfrm>
            <a:off x="5071127" y="3408338"/>
            <a:ext cx="14838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39707" y="2922027"/>
            <a:ext cx="1415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smtClean="0"/>
              <a:t>Interpolation</a:t>
            </a:r>
            <a:endParaRPr lang="sv-SE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5914" y="151098"/>
            <a:ext cx="2444231" cy="147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30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>
            <a:stCxn id="11" idx="3"/>
          </p:cNvCxnSpPr>
          <p:nvPr/>
        </p:nvCxnSpPr>
        <p:spPr>
          <a:xfrm>
            <a:off x="4782694" y="1605915"/>
            <a:ext cx="1191798" cy="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08" y="99060"/>
            <a:ext cx="4455986" cy="30137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528" y="99060"/>
            <a:ext cx="4618300" cy="286512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6017" y="3221136"/>
            <a:ext cx="4171244" cy="2905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85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1" y="561389"/>
            <a:ext cx="3916680" cy="26447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997" y="561388"/>
            <a:ext cx="3834821" cy="26447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000" y="192056"/>
            <a:ext cx="87325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err="1" smtClean="0">
                <a:latin typeface="Calibri" panose="020F0502020204030204" pitchFamily="34" charset="0"/>
              </a:rPr>
              <a:t>Switching</a:t>
            </a:r>
            <a:r>
              <a:rPr lang="sv-SE" dirty="0" smtClean="0">
                <a:latin typeface="Calibri" panose="020F0502020204030204" pitchFamily="34" charset="0"/>
              </a:rPr>
              <a:t> </a:t>
            </a:r>
            <a:r>
              <a:rPr lang="sv-SE" dirty="0" err="1" smtClean="0">
                <a:latin typeface="Calibri" panose="020F0502020204030204" pitchFamily="34" charset="0"/>
              </a:rPr>
              <a:t>frequency</a:t>
            </a:r>
            <a:r>
              <a:rPr lang="sv-SE" dirty="0" smtClean="0">
                <a:latin typeface="Calibri" panose="020F0502020204030204" pitchFamily="34" charset="0"/>
              </a:rPr>
              <a:t> = </a:t>
            </a:r>
            <a:r>
              <a:rPr lang="sv-SE" b="1" dirty="0" smtClean="0">
                <a:latin typeface="Calibri" panose="020F0502020204030204" pitchFamily="34" charset="0"/>
              </a:rPr>
              <a:t>5kHz</a:t>
            </a:r>
            <a:r>
              <a:rPr lang="sv-SE" dirty="0" smtClean="0">
                <a:latin typeface="Calibri" panose="020F0502020204030204" pitchFamily="34" charset="0"/>
              </a:rPr>
              <a:t>, </a:t>
            </a:r>
            <a:r>
              <a:rPr lang="sv-SE" dirty="0" err="1" smtClean="0">
                <a:latin typeface="Calibri" panose="020F0502020204030204" pitchFamily="34" charset="0"/>
              </a:rPr>
              <a:t>ma</a:t>
            </a:r>
            <a:r>
              <a:rPr lang="sv-SE" dirty="0" smtClean="0">
                <a:latin typeface="Calibri" panose="020F0502020204030204" pitchFamily="34" charset="0"/>
              </a:rPr>
              <a:t>=1.15, </a:t>
            </a:r>
            <a:r>
              <a:rPr lang="sv-SE" dirty="0" err="1" smtClean="0">
                <a:latin typeface="Calibri" panose="020F0502020204030204" pitchFamily="34" charset="0"/>
              </a:rPr>
              <a:t>pf</a:t>
            </a:r>
            <a:r>
              <a:rPr lang="sv-SE" dirty="0" smtClean="0">
                <a:latin typeface="Calibri" panose="020F0502020204030204" pitchFamily="34" charset="0"/>
              </a:rPr>
              <a:t>=0.9 2-level 3 </a:t>
            </a:r>
            <a:r>
              <a:rPr lang="sv-SE" dirty="0" err="1" smtClean="0">
                <a:latin typeface="Calibri" panose="020F0502020204030204" pitchFamily="34" charset="0"/>
              </a:rPr>
              <a:t>phase</a:t>
            </a:r>
            <a:r>
              <a:rPr lang="sv-SE" dirty="0" smtClean="0">
                <a:latin typeface="Calibri" panose="020F0502020204030204" pitchFamily="34" charset="0"/>
              </a:rPr>
              <a:t>, P=300kW</a:t>
            </a:r>
            <a:endParaRPr lang="sv-SE" dirty="0">
              <a:latin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695" y="561388"/>
            <a:ext cx="4418194" cy="292227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081708" y="3850260"/>
                <a:ext cx="2175510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= 1</m:t>
                    </m:r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25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dirty="0" smtClean="0"/>
              </a:p>
              <a:p>
                <a:endParaRPr lang="sv-SE" dirty="0"/>
              </a:p>
              <a:p>
                <a:r>
                  <a:rPr lang="sv-SE" dirty="0" smtClean="0"/>
                  <a:t>Loss= 1590 W</a:t>
                </a:r>
              </a:p>
              <a:p>
                <a:r>
                  <a:rPr lang="sv-SE" dirty="0" err="1" smtClean="0"/>
                  <a:t>Efficiency</a:t>
                </a:r>
                <a:r>
                  <a:rPr lang="sv-SE" dirty="0" smtClean="0"/>
                  <a:t>= 99.47 %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708" y="3850260"/>
                <a:ext cx="2175510" cy="1223989"/>
              </a:xfrm>
              <a:prstGeom prst="rect">
                <a:avLst/>
              </a:prstGeom>
              <a:blipFill>
                <a:blip r:embed="rId5"/>
                <a:stretch>
                  <a:fillRect l="-2528" t="-2500" b="-750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135379" y="3870958"/>
                <a:ext cx="2175510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=7</m:t>
                    </m:r>
                    <m:r>
                      <a:rPr lang="sv-SE" b="0" i="1" dirty="0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sv-SE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dirty="0" smtClean="0"/>
              </a:p>
              <a:p>
                <a:endParaRPr lang="sv-SE" dirty="0"/>
              </a:p>
              <a:p>
                <a:r>
                  <a:rPr lang="sv-SE" dirty="0" smtClean="0"/>
                  <a:t>Loss= 1366 W</a:t>
                </a:r>
              </a:p>
              <a:p>
                <a:r>
                  <a:rPr lang="sv-SE" dirty="0" err="1" smtClean="0"/>
                  <a:t>Efficiency</a:t>
                </a:r>
                <a:r>
                  <a:rPr lang="sv-SE" dirty="0" smtClean="0"/>
                  <a:t>= 99.55 %</a:t>
                </a: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379" y="3870958"/>
                <a:ext cx="2175510" cy="1223989"/>
              </a:xfrm>
              <a:prstGeom prst="rect">
                <a:avLst/>
              </a:prstGeom>
              <a:blipFill>
                <a:blip r:embed="rId6"/>
                <a:stretch>
                  <a:fillRect l="-2241" t="-1990" b="-696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9028037" y="3852990"/>
                <a:ext cx="2175510" cy="1223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dirty="0" smtClean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sv-SE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sv-SE" i="1" dirty="0" smtClean="0">
                        <a:latin typeface="Cambria Math" panose="02040503050406030204" pitchFamily="18" charset="0"/>
                      </a:rPr>
                      <m:t>= 150 </m:t>
                    </m:r>
                    <m:sSup>
                      <m:sSupPr>
                        <m:ctrlPr>
                          <a:rPr lang="sv-S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sv-S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p>
                    </m:sSup>
                  </m:oMath>
                </a14:m>
                <a:endParaRPr lang="sv-SE" dirty="0" smtClean="0"/>
              </a:p>
              <a:p>
                <a:endParaRPr lang="sv-SE" dirty="0"/>
              </a:p>
              <a:p>
                <a:r>
                  <a:rPr lang="sv-SE" dirty="0" smtClean="0"/>
                  <a:t>Loss= 1770 W</a:t>
                </a:r>
              </a:p>
              <a:p>
                <a:r>
                  <a:rPr lang="sv-SE" dirty="0" err="1" smtClean="0"/>
                  <a:t>Efficiency</a:t>
                </a:r>
                <a:r>
                  <a:rPr lang="sv-SE" dirty="0" smtClean="0"/>
                  <a:t>= 99.41 %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8037" y="3852990"/>
                <a:ext cx="2175510" cy="1223989"/>
              </a:xfrm>
              <a:prstGeom prst="rect">
                <a:avLst/>
              </a:prstGeom>
              <a:blipFill>
                <a:blip r:embed="rId7"/>
                <a:stretch>
                  <a:fillRect l="-2521" t="-1990" b="-6965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7370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524" y="1837591"/>
            <a:ext cx="3815305" cy="44653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620" y="321830"/>
            <a:ext cx="2250905" cy="151576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7317" y="1837591"/>
            <a:ext cx="3868150" cy="466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88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291" y="342899"/>
            <a:ext cx="9769118" cy="539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85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2890</TotalTime>
  <Words>105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14</cp:revision>
  <dcterms:created xsi:type="dcterms:W3CDTF">2023-10-25T13:14:15Z</dcterms:created>
  <dcterms:modified xsi:type="dcterms:W3CDTF">2023-10-27T13:24:47Z</dcterms:modified>
</cp:coreProperties>
</file>