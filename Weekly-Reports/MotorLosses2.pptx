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A8D-257C-4056-A561-715894A11BC4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2EFA-1EB3-414C-B766-6F6FA8823FF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07752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A8D-257C-4056-A561-715894A11BC4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2EFA-1EB3-414C-B766-6F6FA8823FF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88088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A8D-257C-4056-A561-715894A11BC4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2EFA-1EB3-414C-B766-6F6FA8823FF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71619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A8D-257C-4056-A561-715894A11BC4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2EFA-1EB3-414C-B766-6F6FA8823FF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434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A8D-257C-4056-A561-715894A11BC4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2EFA-1EB3-414C-B766-6F6FA8823FF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61428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A8D-257C-4056-A561-715894A11BC4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2EFA-1EB3-414C-B766-6F6FA8823FF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1528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A8D-257C-4056-A561-715894A11BC4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2EFA-1EB3-414C-B766-6F6FA8823FF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783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A8D-257C-4056-A561-715894A11BC4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2EFA-1EB3-414C-B766-6F6FA8823FF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07789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A8D-257C-4056-A561-715894A11BC4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2EFA-1EB3-414C-B766-6F6FA8823FF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21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A8D-257C-4056-A561-715894A11BC4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2EFA-1EB3-414C-B766-6F6FA8823FF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53157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A8D-257C-4056-A561-715894A11BC4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2EFA-1EB3-414C-B766-6F6FA8823FF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8524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E8A8D-257C-4056-A561-715894A11BC4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02EFA-1EB3-414C-B766-6F6FA8823FF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4874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080888"/>
              </p:ext>
            </p:extLst>
          </p:nvPr>
        </p:nvGraphicFramePr>
        <p:xfrm>
          <a:off x="1593334" y="1529033"/>
          <a:ext cx="8127999" cy="3337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474033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4896668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97455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Frequency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Analitik</a:t>
                      </a:r>
                      <a:r>
                        <a:rPr lang="en-US" baseline="0" dirty="0" smtClean="0"/>
                        <a:t> 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Experimental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043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300 Hz (</a:t>
                      </a:r>
                      <a:r>
                        <a:rPr lang="en-US" dirty="0" err="1" smtClean="0"/>
                        <a:t>fo</a:t>
                      </a:r>
                      <a:r>
                        <a:rPr lang="en-US" dirty="0" smtClean="0"/>
                        <a:t>)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-156.2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-156.2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74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8800</a:t>
                      </a:r>
                      <a:r>
                        <a:rPr lang="en-US" baseline="0" dirty="0" smtClean="0"/>
                        <a:t> Hz (fsw-4fo)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-79.50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92.9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064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9400 Hz </a:t>
                      </a:r>
                      <a:r>
                        <a:rPr lang="en-US" baseline="0" dirty="0" smtClean="0"/>
                        <a:t>(fsw-2fo)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-32.8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-40.7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91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trike="sngStrike" dirty="0" smtClean="0"/>
                        <a:t>9700 Hz </a:t>
                      </a:r>
                      <a:r>
                        <a:rPr lang="en-US" strike="sngStrike" baseline="0" dirty="0" smtClean="0"/>
                        <a:t>(</a:t>
                      </a:r>
                      <a:r>
                        <a:rPr lang="en-US" strike="sngStrike" baseline="0" dirty="0" err="1" smtClean="0"/>
                        <a:t>fsw-fo</a:t>
                      </a:r>
                      <a:r>
                        <a:rPr lang="en-US" strike="sngStrike" baseline="0" dirty="0" smtClean="0"/>
                        <a:t>)</a:t>
                      </a:r>
                      <a:endParaRPr lang="sv-SE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 dirty="0" smtClean="0"/>
                        <a:t>-20.1</a:t>
                      </a:r>
                      <a:endParaRPr lang="sv-SE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366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trike="sngStrike" dirty="0" smtClean="0"/>
                        <a:t>10300</a:t>
                      </a:r>
                      <a:r>
                        <a:rPr lang="en-US" strike="sngStrike" baseline="0" dirty="0" smtClean="0"/>
                        <a:t> </a:t>
                      </a:r>
                      <a:r>
                        <a:rPr lang="en-US" strike="sngStrike" dirty="0" smtClean="0"/>
                        <a:t>Hz </a:t>
                      </a:r>
                      <a:r>
                        <a:rPr lang="en-US" strike="sngStrike" baseline="0" dirty="0" smtClean="0"/>
                        <a:t>(</a:t>
                      </a:r>
                      <a:r>
                        <a:rPr lang="en-US" strike="sngStrike" baseline="0" dirty="0" err="1" smtClean="0"/>
                        <a:t>fsw+fo</a:t>
                      </a:r>
                      <a:r>
                        <a:rPr lang="en-US" strike="sngStrike" baseline="0" dirty="0" smtClean="0"/>
                        <a:t>)</a:t>
                      </a:r>
                      <a:endParaRPr lang="sv-SE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 dirty="0" smtClean="0"/>
                        <a:t>-153.6</a:t>
                      </a:r>
                      <a:endParaRPr lang="sv-SE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31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10600 Hz </a:t>
                      </a:r>
                      <a:r>
                        <a:rPr lang="en-US" baseline="0" dirty="0" smtClean="0"/>
                        <a:t>(fsw+2fo)</a:t>
                      </a:r>
                      <a:endParaRPr lang="sv-SE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62.4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55.5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62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11200</a:t>
                      </a:r>
                      <a:r>
                        <a:rPr lang="en-US" baseline="0" dirty="0" smtClean="0"/>
                        <a:t> Hz (fsw+4fo)</a:t>
                      </a:r>
                      <a:endParaRPr lang="sv-SE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110.9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-77.2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508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Fsw</a:t>
                      </a:r>
                      <a:r>
                        <a:rPr lang="en-US" dirty="0" smtClean="0"/>
                        <a:t> </a:t>
                      </a:r>
                      <a:endParaRPr lang="sv-SE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15</a:t>
                      </a:r>
                      <a:endParaRPr lang="sv-SE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14.8</a:t>
                      </a:r>
                      <a:r>
                        <a:rPr lang="en-US" baseline="0" dirty="0" smtClean="0"/>
                        <a:t> – 15.7 == 15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1551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08621" y="735227"/>
            <a:ext cx="615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phases of the voltage spectrum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26023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2978</TotalTime>
  <Words>71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5</cp:revision>
  <dcterms:created xsi:type="dcterms:W3CDTF">2024-04-15T12:21:46Z</dcterms:created>
  <dcterms:modified xsi:type="dcterms:W3CDTF">2024-04-18T07:26:38Z</dcterms:modified>
</cp:coreProperties>
</file>