
<file path=[Content_Types].xml><?xml version="1.0" encoding="utf-8"?>
<Types xmlns="http://schemas.openxmlformats.org/package/2006/content-types">
  <Default Extension="png" ContentType="image/png"/>
  <Default Extension="svg" ContentType="image/svg+xml"/>
  <Default Extension="emf" ContentType="image/x-emf"/>
  <Default Extension="rels" ContentType="application/vnd.openxmlformats-package.relationships+xml"/>
  <Default Extension="xml" ContentType="application/xml"/>
  <Default Extension="fntdata" ContentType="application/x-fontdata"/>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1"/>
  </p:sldMasterIdLst>
  <p:notesMasterIdLst>
    <p:notesMasterId r:id="rId14"/>
  </p:notesMasterIdLst>
  <p:sldIdLst>
    <p:sldId id="256" r:id="rId2"/>
    <p:sldId id="265" r:id="rId3"/>
    <p:sldId id="261" r:id="rId4"/>
    <p:sldId id="268" r:id="rId5"/>
    <p:sldId id="269" r:id="rId6"/>
    <p:sldId id="270" r:id="rId7"/>
    <p:sldId id="271" r:id="rId8"/>
    <p:sldId id="272" r:id="rId9"/>
    <p:sldId id="273" r:id="rId10"/>
    <p:sldId id="274" r:id="rId11"/>
    <p:sldId id="275" r:id="rId12"/>
    <p:sldId id="276" r:id="rId13"/>
  </p:sldIdLst>
  <p:sldSz cx="12192000" cy="6858000"/>
  <p:notesSz cx="6858000" cy="9144000"/>
  <p:embeddedFontLst>
    <p:embeddedFont>
      <p:font typeface="Calibri" panose="020F0502020204030204" pitchFamily="34" charset="0"/>
      <p:regular r:id="rId15"/>
      <p:bold r:id="rId16"/>
      <p:italic r:id="rId17"/>
      <p:boldItalic r:id="rId18"/>
    </p:embeddedFont>
    <p:embeddedFont>
      <p:font typeface="Figtree" panose="020B0604020202020204" charset="0"/>
      <p:regular r:id="rId19"/>
      <p:bold r:id="rId20"/>
      <p:italic r:id="rId21"/>
      <p:boldItalic r:id="rId22"/>
    </p:embeddedFont>
    <p:embeddedFont>
      <p:font typeface="Cambria Math" panose="02040503050406030204" pitchFamily="18" charset="0"/>
      <p:regular r:id="rId23"/>
    </p:embeddedFont>
  </p:embeddedFontLst>
  <p:defaultTextStyle>
    <a:defPPr>
      <a:defRPr lang="sv-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74" autoAdjust="0"/>
    <p:restoredTop sz="96327"/>
  </p:normalViewPr>
  <p:slideViewPr>
    <p:cSldViewPr snapToGrid="0">
      <p:cViewPr varScale="1">
        <p:scale>
          <a:sx n="111" d="100"/>
          <a:sy n="111" d="100"/>
        </p:scale>
        <p:origin x="504" y="11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4.fntdata"/><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font" Target="fonts/font7.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3.fntdata"/><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font" Target="fonts/font2.fntdata"/><Relationship Id="rId20" Type="http://schemas.openxmlformats.org/officeDocument/2006/relationships/font" Target="fonts/font6.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font" Target="fonts/font1.fntdata"/><Relationship Id="rId23" Type="http://schemas.openxmlformats.org/officeDocument/2006/relationships/font" Target="fonts/font9.fntdata"/><Relationship Id="rId10" Type="http://schemas.openxmlformats.org/officeDocument/2006/relationships/slide" Target="slides/slide9.xml"/><Relationship Id="rId19" Type="http://schemas.openxmlformats.org/officeDocument/2006/relationships/font" Target="fonts/font5.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 Id="rId22" Type="http://schemas.openxmlformats.org/officeDocument/2006/relationships/font" Target="fonts/font8.fntdata"/><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tshållare för sidhuvud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sv-SE"/>
          </a:p>
        </p:txBody>
      </p:sp>
      <p:sp>
        <p:nvSpPr>
          <p:cNvPr id="3" name="Platshållare fö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1BACA97-DCC5-D741-8303-D68B06D997A0}" type="datetimeFigureOut">
              <a:rPr lang="sv-SE" smtClean="0"/>
              <a:t>2024-11-29</a:t>
            </a:fld>
            <a:endParaRPr lang="sv-SE"/>
          </a:p>
        </p:txBody>
      </p:sp>
      <p:sp>
        <p:nvSpPr>
          <p:cNvPr id="4" name="Platshållare för bildobjekt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sv-SE"/>
          </a:p>
        </p:txBody>
      </p:sp>
      <p:sp>
        <p:nvSpPr>
          <p:cNvPr id="5" name="Platshållare för anteckninga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sv-SE"/>
              <a:t>Klicka här för att ändra format på bakgrundstexten</a:t>
            </a:r>
          </a:p>
          <a:p>
            <a:pPr lvl="1"/>
            <a:r>
              <a:rPr lang="sv-SE"/>
              <a:t>Nivå två</a:t>
            </a:r>
          </a:p>
          <a:p>
            <a:pPr lvl="2"/>
            <a:r>
              <a:rPr lang="sv-SE"/>
              <a:t>Nivå tre</a:t>
            </a:r>
          </a:p>
          <a:p>
            <a:pPr lvl="3"/>
            <a:r>
              <a:rPr lang="sv-SE"/>
              <a:t>Nivå fyra</a:t>
            </a:r>
          </a:p>
          <a:p>
            <a:pPr lvl="4"/>
            <a:r>
              <a:rPr lang="sv-SE"/>
              <a:t>Nivå fem</a:t>
            </a:r>
          </a:p>
        </p:txBody>
      </p:sp>
      <p:sp>
        <p:nvSpPr>
          <p:cNvPr id="6" name="Platshållare för sidfo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sv-SE"/>
          </a:p>
        </p:txBody>
      </p:sp>
      <p:sp>
        <p:nvSpPr>
          <p:cNvPr id="7" name="Platshållare för bild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9702129-24FE-4746-9897-C7E55345F5DD}" type="slidenum">
              <a:rPr lang="sv-SE" smtClean="0"/>
              <a:t>‹#›</a:t>
            </a:fld>
            <a:endParaRPr lang="sv-SE"/>
          </a:p>
        </p:txBody>
      </p:sp>
    </p:spTree>
    <p:extLst>
      <p:ext uri="{BB962C8B-B14F-4D97-AF65-F5344CB8AC3E}">
        <p14:creationId xmlns:p14="http://schemas.microsoft.com/office/powerpoint/2010/main" val="40617009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4.svg"/><Relationship Id="rId7" Type="http://schemas.openxmlformats.org/officeDocument/2006/relationships/image" Target="../media/image8.svg"/><Relationship Id="rId2" Type="http://schemas.openxmlformats.org/officeDocument/2006/relationships/image" Target="../media/image2.png"/><Relationship Id="rId1" Type="http://schemas.openxmlformats.org/officeDocument/2006/relationships/slideMaster" Target="../slideMasters/slideMaster1.xml"/><Relationship Id="rId6" Type="http://schemas.openxmlformats.org/officeDocument/2006/relationships/image" Target="../media/image4.png"/><Relationship Id="rId5" Type="http://schemas.openxmlformats.org/officeDocument/2006/relationships/image" Target="../media/image6.svg"/><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10.svg"/><Relationship Id="rId7" Type="http://schemas.openxmlformats.org/officeDocument/2006/relationships/image" Target="../media/image8.svg"/><Relationship Id="rId2" Type="http://schemas.openxmlformats.org/officeDocument/2006/relationships/image" Target="../media/image5.png"/><Relationship Id="rId1" Type="http://schemas.openxmlformats.org/officeDocument/2006/relationships/slideMaster" Target="../slideMasters/slideMaster1.xml"/><Relationship Id="rId6" Type="http://schemas.openxmlformats.org/officeDocument/2006/relationships/image" Target="../media/image4.png"/><Relationship Id="rId5" Type="http://schemas.openxmlformats.org/officeDocument/2006/relationships/image" Target="../media/image12.svg"/><Relationship Id="rId4"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7.jpg"/><Relationship Id="rId1" Type="http://schemas.openxmlformats.org/officeDocument/2006/relationships/slideMaster" Target="../slideMasters/slideMaster1.xml"/><Relationship Id="rId4" Type="http://schemas.openxmlformats.org/officeDocument/2006/relationships/image" Target="../media/image8.svg"/></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5.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15.svg"/><Relationship Id="rId4" Type="http://schemas.openxmlformats.org/officeDocument/2006/relationships/image" Target="../media/image8.png"/></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image" Target="../media/image9.png"/><Relationship Id="rId1" Type="http://schemas.openxmlformats.org/officeDocument/2006/relationships/slideMaster" Target="../slideMasters/slideMaster1.xml"/><Relationship Id="rId5" Type="http://schemas.openxmlformats.org/officeDocument/2006/relationships/image" Target="../media/image8.svg"/><Relationship Id="rId4" Type="http://schemas.openxmlformats.org/officeDocument/2006/relationships/image" Target="../media/image4.png"/></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8.svg"/><Relationship Id="rId7" Type="http://schemas.openxmlformats.org/officeDocument/2006/relationships/image" Target="../media/image6.svg"/><Relationship Id="rId2" Type="http://schemas.openxmlformats.org/officeDocument/2006/relationships/image" Target="../media/image4.png"/><Relationship Id="rId1" Type="http://schemas.openxmlformats.org/officeDocument/2006/relationships/slideMaster" Target="../slideMasters/slideMaster1.xml"/><Relationship Id="rId6" Type="http://schemas.openxmlformats.org/officeDocument/2006/relationships/image" Target="../media/image3.png"/><Relationship Id="rId5" Type="http://schemas.openxmlformats.org/officeDocument/2006/relationships/image" Target="../media/image4.svg"/><Relationship Id="rId4" Type="http://schemas.openxmlformats.org/officeDocument/2006/relationships/image" Target="../media/image2.png"/></Relationships>
</file>

<file path=ppt/slideLayouts/_rels/slideLayout44.xml.rels><?xml version="1.0" encoding="UTF-8" standalone="yes"?>
<Relationships xmlns="http://schemas.openxmlformats.org/package/2006/relationships"><Relationship Id="rId3" Type="http://schemas.openxmlformats.org/officeDocument/2006/relationships/image" Target="../media/image8.svg"/><Relationship Id="rId7" Type="http://schemas.openxmlformats.org/officeDocument/2006/relationships/image" Target="../media/image12.svg"/><Relationship Id="rId2" Type="http://schemas.openxmlformats.org/officeDocument/2006/relationships/image" Target="../media/image4.png"/><Relationship Id="rId1" Type="http://schemas.openxmlformats.org/officeDocument/2006/relationships/slideMaster" Target="../slideMasters/slideMaster1.xml"/><Relationship Id="rId6" Type="http://schemas.openxmlformats.org/officeDocument/2006/relationships/image" Target="../media/image6.png"/><Relationship Id="rId5" Type="http://schemas.openxmlformats.org/officeDocument/2006/relationships/image" Target="../media/image10.svg"/><Relationship Id="rId4" Type="http://schemas.openxmlformats.org/officeDocument/2006/relationships/image" Target="../media/image5.png"/></Relationships>
</file>

<file path=ppt/slideLayouts/_rels/slideLayout45.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14.png"/><Relationship Id="rId7" Type="http://schemas.openxmlformats.org/officeDocument/2006/relationships/image" Target="../media/image18.png"/><Relationship Id="rId2" Type="http://schemas.openxmlformats.org/officeDocument/2006/relationships/image" Target="../media/image13.png"/><Relationship Id="rId1" Type="http://schemas.openxmlformats.org/officeDocument/2006/relationships/slideMaster" Target="../slideMasters/slideMaster1.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 Id="rId9" Type="http://schemas.openxmlformats.org/officeDocument/2006/relationships/image" Target="../media/image20.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KTH blue">
    <p:bg>
      <p:bgPr>
        <a:solidFill>
          <a:schemeClr val="accent1"/>
        </a:solidFill>
        <a:effectLst/>
      </p:bgPr>
    </p:bg>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6D38D80F-8198-3D50-0CAB-FB287588B37C}"/>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rcRect r="73936" b="32409"/>
          <a:stretch/>
        </p:blipFill>
        <p:spPr>
          <a:xfrm>
            <a:off x="-1" y="1"/>
            <a:ext cx="3177767" cy="4635374"/>
          </a:xfrm>
          <a:prstGeom prst="rect">
            <a:avLst/>
          </a:prstGeom>
        </p:spPr>
      </p:pic>
      <p:pic>
        <p:nvPicPr>
          <p:cNvPr id="8" name="Bild 7">
            <a:extLst>
              <a:ext uri="{FF2B5EF4-FFF2-40B4-BE49-F238E27FC236}">
                <a16:creationId xmlns:a16="http://schemas.microsoft.com/office/drawing/2014/main" id="{70792B10-D270-C2C6-5B88-13B9E3D50A01}"/>
              </a:ext>
            </a:extLst>
          </p:cNvPr>
          <p:cNvPicPr>
            <a:picLocks noChangeAspect="1"/>
          </p:cNvPicPr>
          <p:nvPr userDrawn="1"/>
        </p:nvPicPr>
        <p:blipFill rotWithShape="1">
          <a:blip r:embed="rId4" cstate="print">
            <a:extLst>
              <a:ext uri="{28A0092B-C50C-407E-A947-70E740481C1C}">
                <a14:useLocalDpi xmlns:a14="http://schemas.microsoft.com/office/drawing/2010/main"/>
              </a:ext>
              <a:ext uri="{96DAC541-7B7A-43D3-8B79-37D633B846F1}">
                <asvg:svgBlip xmlns:asvg="http://schemas.microsoft.com/office/drawing/2016/SVG/main" xmlns="" r:embed="rId5"/>
              </a:ext>
            </a:extLst>
          </a:blip>
          <a:srcRect t="72740" r="75198" b="-1"/>
          <a:stretch/>
        </p:blipFill>
        <p:spPr>
          <a:xfrm flipH="1">
            <a:off x="9166550" y="4988459"/>
            <a:ext cx="3023858" cy="1869540"/>
          </a:xfrm>
          <a:prstGeom prst="rect">
            <a:avLst/>
          </a:prstGeom>
        </p:spPr>
      </p:pic>
      <p:pic>
        <p:nvPicPr>
          <p:cNvPr id="9" name="Logotype">
            <a:extLst>
              <a:ext uri="{FF2B5EF4-FFF2-40B4-BE49-F238E27FC236}">
                <a16:creationId xmlns:a16="http://schemas.microsoft.com/office/drawing/2014/main" id="{5CB0B686-93A0-FA00-859F-3930A6FB741E}"/>
              </a:ext>
            </a:extLst>
          </p:cNvPr>
          <p:cNvPicPr>
            <a:picLocks noChangeAspect="1"/>
          </p:cNvPicPr>
          <p:nvPr userDrawn="1"/>
        </p:nvPicPr>
        <p:blipFill>
          <a:blip r:embed="rId6" cstate="print">
            <a:extLst>
              <a:ext uri="{28A0092B-C50C-407E-A947-70E740481C1C}">
                <a14:useLocalDpi xmlns:a14="http://schemas.microsoft.com/office/drawing/2010/main"/>
              </a:ext>
              <a:ext uri="{96DAC541-7B7A-43D3-8B79-37D633B846F1}">
                <asvg:svgBlip xmlns:asvg="http://schemas.microsoft.com/office/drawing/2016/SVG/main" xmlns="" r:embed="rId7"/>
              </a:ext>
            </a:extLst>
          </a:blip>
          <a:stretch>
            <a:fillRect/>
          </a:stretch>
        </p:blipFill>
        <p:spPr>
          <a:xfrm>
            <a:off x="5213011" y="998292"/>
            <a:ext cx="1764387" cy="1974432"/>
          </a:xfrm>
          <a:prstGeom prst="rect">
            <a:avLst/>
          </a:prstGeom>
        </p:spPr>
      </p:pic>
      <p:sp>
        <p:nvSpPr>
          <p:cNvPr id="2" name="Rubrik 1">
            <a:extLst>
              <a:ext uri="{FF2B5EF4-FFF2-40B4-BE49-F238E27FC236}">
                <a16:creationId xmlns:a16="http://schemas.microsoft.com/office/drawing/2014/main" id="{191A984F-EC06-FCDC-F274-D5275A60CDCA}"/>
              </a:ext>
            </a:extLst>
          </p:cNvPr>
          <p:cNvSpPr>
            <a:spLocks noGrp="1"/>
          </p:cNvSpPr>
          <p:nvPr>
            <p:ph type="ctrTitle" hasCustomPrompt="1"/>
          </p:nvPr>
        </p:nvSpPr>
        <p:spPr>
          <a:xfrm>
            <a:off x="1695853" y="3571875"/>
            <a:ext cx="8798701" cy="1654175"/>
          </a:xfrm>
        </p:spPr>
        <p:txBody>
          <a:bodyPr anchor="ctr">
            <a:noAutofit/>
          </a:bodyPr>
          <a:lstStyle>
            <a:lvl1pPr algn="ctr">
              <a:defRPr sz="4800">
                <a:solidFill>
                  <a:schemeClr val="bg1"/>
                </a:solidFill>
              </a:defRPr>
            </a:lvl1pPr>
          </a:lstStyle>
          <a:p>
            <a:r>
              <a:rPr lang="sv-SE" dirty="0"/>
              <a:t>Presentation </a:t>
            </a:r>
            <a:r>
              <a:rPr lang="sv-SE" dirty="0" err="1"/>
              <a:t>title</a:t>
            </a:r>
            <a:endParaRPr lang="sv-SE" dirty="0"/>
          </a:p>
        </p:txBody>
      </p:sp>
      <p:sp>
        <p:nvSpPr>
          <p:cNvPr id="3" name="Underrubrik 2">
            <a:extLst>
              <a:ext uri="{FF2B5EF4-FFF2-40B4-BE49-F238E27FC236}">
                <a16:creationId xmlns:a16="http://schemas.microsoft.com/office/drawing/2014/main" id="{7A3458D8-0B11-6CF5-7CF4-C5CA80850FBF}"/>
              </a:ext>
            </a:extLst>
          </p:cNvPr>
          <p:cNvSpPr>
            <a:spLocks noGrp="1"/>
          </p:cNvSpPr>
          <p:nvPr>
            <p:ph type="subTitle" idx="1" hasCustomPrompt="1"/>
          </p:nvPr>
        </p:nvSpPr>
        <p:spPr>
          <a:xfrm>
            <a:off x="2132013" y="5776913"/>
            <a:ext cx="7926387" cy="461962"/>
          </a:xfrm>
        </p:spPr>
        <p:txBody>
          <a:bodyPr>
            <a:normAutofit/>
          </a:bodyPr>
          <a:lstStyle>
            <a:lvl1pPr marL="0" indent="0" algn="ctr">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sv-SE" dirty="0" err="1"/>
              <a:t>Subtitle</a:t>
            </a:r>
            <a:r>
              <a:rPr lang="sv-SE" dirty="0"/>
              <a:t> </a:t>
            </a:r>
            <a:r>
              <a:rPr lang="sv-SE" dirty="0" err="1"/>
              <a:t>here</a:t>
            </a:r>
            <a:endParaRPr lang="sv-SE" dirty="0"/>
          </a:p>
        </p:txBody>
      </p:sp>
      <p:sp>
        <p:nvSpPr>
          <p:cNvPr id="4" name="Platshållare för datum 3">
            <a:extLst>
              <a:ext uri="{FF2B5EF4-FFF2-40B4-BE49-F238E27FC236}">
                <a16:creationId xmlns:a16="http://schemas.microsoft.com/office/drawing/2014/main" id="{43D49F56-9255-DA2A-05B7-92B1B041F711}"/>
              </a:ext>
            </a:extLst>
          </p:cNvPr>
          <p:cNvSpPr>
            <a:spLocks noGrp="1"/>
          </p:cNvSpPr>
          <p:nvPr>
            <p:ph type="dt" sz="half" idx="10"/>
          </p:nvPr>
        </p:nvSpPr>
        <p:spPr/>
        <p:txBody>
          <a:bodyPr/>
          <a:lstStyle>
            <a:lvl1pPr>
              <a:defRPr>
                <a:solidFill>
                  <a:schemeClr val="bg1"/>
                </a:solidFill>
              </a:defRPr>
            </a:lvl1pPr>
          </a:lstStyle>
          <a:p>
            <a:fld id="{369C0258-E083-684F-B81E-2491FB4EFBD1}" type="datetime1">
              <a:rPr lang="sv-SE" smtClean="0"/>
              <a:t>2024-11-29</a:t>
            </a:fld>
            <a:endParaRPr lang="sv-SE"/>
          </a:p>
        </p:txBody>
      </p:sp>
      <p:sp>
        <p:nvSpPr>
          <p:cNvPr id="5" name="Platshållare för sidfot 4">
            <a:extLst>
              <a:ext uri="{FF2B5EF4-FFF2-40B4-BE49-F238E27FC236}">
                <a16:creationId xmlns:a16="http://schemas.microsoft.com/office/drawing/2014/main" id="{5B69D7AE-6EEB-EE3E-0310-ED9C355673CA}"/>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sp>
        <p:nvSpPr>
          <p:cNvPr id="6" name="Platshållare för bildnummer 5">
            <a:extLst>
              <a:ext uri="{FF2B5EF4-FFF2-40B4-BE49-F238E27FC236}">
                <a16:creationId xmlns:a16="http://schemas.microsoft.com/office/drawing/2014/main" id="{A79EDCB6-5D2D-0312-1EF1-C34529D8AD8D}"/>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Tree>
    <p:extLst>
      <p:ext uri="{BB962C8B-B14F-4D97-AF65-F5344CB8AC3E}">
        <p14:creationId xmlns:p14="http://schemas.microsoft.com/office/powerpoint/2010/main" val="247854014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title" preserve="1">
  <p:cSld name="Title, navy blue">
    <p:bg>
      <p:bgPr>
        <a:solidFill>
          <a:schemeClr val="accent3"/>
        </a:solidFill>
        <a:effectLst/>
      </p:bgPr>
    </p:bg>
    <p:spTree>
      <p:nvGrpSpPr>
        <p:cNvPr id="1" name=""/>
        <p:cNvGrpSpPr/>
        <p:nvPr/>
      </p:nvGrpSpPr>
      <p:grpSpPr>
        <a:xfrm>
          <a:off x="0" y="0"/>
          <a:ext cx="0" cy="0"/>
          <a:chOff x="0" y="0"/>
          <a:chExt cx="0" cy="0"/>
        </a:xfrm>
      </p:grpSpPr>
      <p:pic>
        <p:nvPicPr>
          <p:cNvPr id="8" name="Bild 7">
            <a:extLst>
              <a:ext uri="{FF2B5EF4-FFF2-40B4-BE49-F238E27FC236}">
                <a16:creationId xmlns:a16="http://schemas.microsoft.com/office/drawing/2014/main" id="{063A90AC-AA0F-4983-942B-962F71B301C4}"/>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rcRect r="73936" b="32409"/>
          <a:stretch/>
        </p:blipFill>
        <p:spPr>
          <a:xfrm>
            <a:off x="-1" y="1"/>
            <a:ext cx="3177767" cy="4635374"/>
          </a:xfrm>
          <a:prstGeom prst="rect">
            <a:avLst/>
          </a:prstGeom>
        </p:spPr>
      </p:pic>
      <p:pic>
        <p:nvPicPr>
          <p:cNvPr id="10" name="Bild 9">
            <a:extLst>
              <a:ext uri="{FF2B5EF4-FFF2-40B4-BE49-F238E27FC236}">
                <a16:creationId xmlns:a16="http://schemas.microsoft.com/office/drawing/2014/main" id="{73BDFF50-BF25-9A02-09D1-C21E45C0BA8F}"/>
              </a:ext>
            </a:extLst>
          </p:cNvPr>
          <p:cNvPicPr>
            <a:picLocks noChangeAspect="1"/>
          </p:cNvPicPr>
          <p:nvPr userDrawn="1"/>
        </p:nvPicPr>
        <p:blipFill rotWithShape="1">
          <a:blip r:embed="rId4" cstate="print">
            <a:extLst>
              <a:ext uri="{28A0092B-C50C-407E-A947-70E740481C1C}">
                <a14:useLocalDpi xmlns:a14="http://schemas.microsoft.com/office/drawing/2010/main"/>
              </a:ext>
              <a:ext uri="{96DAC541-7B7A-43D3-8B79-37D633B846F1}">
                <asvg:svgBlip xmlns:asvg="http://schemas.microsoft.com/office/drawing/2016/SVG/main" xmlns="" r:embed="rId5"/>
              </a:ext>
            </a:extLst>
          </a:blip>
          <a:srcRect t="72740" r="75198" b="-1"/>
          <a:stretch/>
        </p:blipFill>
        <p:spPr>
          <a:xfrm flipH="1">
            <a:off x="9166550" y="4988459"/>
            <a:ext cx="3023858" cy="1869540"/>
          </a:xfrm>
          <a:prstGeom prst="rect">
            <a:avLst/>
          </a:prstGeom>
        </p:spPr>
      </p:pic>
      <p:pic>
        <p:nvPicPr>
          <p:cNvPr id="9" name="Logotype">
            <a:extLst>
              <a:ext uri="{FF2B5EF4-FFF2-40B4-BE49-F238E27FC236}">
                <a16:creationId xmlns:a16="http://schemas.microsoft.com/office/drawing/2014/main" id="{5CB0B686-93A0-FA00-859F-3930A6FB741E}"/>
              </a:ext>
            </a:extLst>
          </p:cNvPr>
          <p:cNvPicPr>
            <a:picLocks noChangeAspect="1"/>
          </p:cNvPicPr>
          <p:nvPr userDrawn="1"/>
        </p:nvPicPr>
        <p:blipFill>
          <a:blip r:embed="rId6" cstate="print">
            <a:extLst>
              <a:ext uri="{28A0092B-C50C-407E-A947-70E740481C1C}">
                <a14:useLocalDpi xmlns:a14="http://schemas.microsoft.com/office/drawing/2010/main"/>
              </a:ext>
              <a:ext uri="{96DAC541-7B7A-43D3-8B79-37D633B846F1}">
                <asvg:svgBlip xmlns:asvg="http://schemas.microsoft.com/office/drawing/2016/SVG/main" xmlns="" r:embed="rId7"/>
              </a:ext>
            </a:extLst>
          </a:blip>
          <a:stretch>
            <a:fillRect/>
          </a:stretch>
        </p:blipFill>
        <p:spPr>
          <a:xfrm>
            <a:off x="5213011" y="998292"/>
            <a:ext cx="1764387" cy="1974432"/>
          </a:xfrm>
          <a:prstGeom prst="rect">
            <a:avLst/>
          </a:prstGeom>
        </p:spPr>
      </p:pic>
      <p:sp>
        <p:nvSpPr>
          <p:cNvPr id="2" name="Rubrik 1">
            <a:extLst>
              <a:ext uri="{FF2B5EF4-FFF2-40B4-BE49-F238E27FC236}">
                <a16:creationId xmlns:a16="http://schemas.microsoft.com/office/drawing/2014/main" id="{191A984F-EC06-FCDC-F274-D5275A60CDCA}"/>
              </a:ext>
            </a:extLst>
          </p:cNvPr>
          <p:cNvSpPr>
            <a:spLocks noGrp="1"/>
          </p:cNvSpPr>
          <p:nvPr>
            <p:ph type="ctrTitle" hasCustomPrompt="1"/>
          </p:nvPr>
        </p:nvSpPr>
        <p:spPr>
          <a:xfrm>
            <a:off x="1695853" y="3571875"/>
            <a:ext cx="8798701" cy="1654175"/>
          </a:xfrm>
        </p:spPr>
        <p:txBody>
          <a:bodyPr anchor="ctr">
            <a:noAutofit/>
          </a:bodyPr>
          <a:lstStyle>
            <a:lvl1pPr algn="ctr">
              <a:defRPr sz="4800">
                <a:solidFill>
                  <a:schemeClr val="bg1"/>
                </a:solidFill>
              </a:defRPr>
            </a:lvl1pPr>
          </a:lstStyle>
          <a:p>
            <a:r>
              <a:rPr lang="sv-SE" dirty="0"/>
              <a:t>Presentation </a:t>
            </a:r>
            <a:r>
              <a:rPr lang="sv-SE" dirty="0" err="1"/>
              <a:t>title</a:t>
            </a:r>
            <a:endParaRPr lang="sv-SE" dirty="0"/>
          </a:p>
        </p:txBody>
      </p:sp>
      <p:sp>
        <p:nvSpPr>
          <p:cNvPr id="3" name="Underrubrik 2">
            <a:extLst>
              <a:ext uri="{FF2B5EF4-FFF2-40B4-BE49-F238E27FC236}">
                <a16:creationId xmlns:a16="http://schemas.microsoft.com/office/drawing/2014/main" id="{7A3458D8-0B11-6CF5-7CF4-C5CA80850FBF}"/>
              </a:ext>
            </a:extLst>
          </p:cNvPr>
          <p:cNvSpPr>
            <a:spLocks noGrp="1"/>
          </p:cNvSpPr>
          <p:nvPr>
            <p:ph type="subTitle" idx="1" hasCustomPrompt="1"/>
          </p:nvPr>
        </p:nvSpPr>
        <p:spPr>
          <a:xfrm>
            <a:off x="2132013" y="5776913"/>
            <a:ext cx="7926387" cy="461962"/>
          </a:xfrm>
        </p:spPr>
        <p:txBody>
          <a:bodyPr>
            <a:normAutofit/>
          </a:bodyPr>
          <a:lstStyle>
            <a:lvl1pPr marL="0" indent="0" algn="ctr">
              <a:buNone/>
              <a:defRPr sz="2000">
                <a:solidFill>
                  <a:schemeClr val="accent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sv-SE" dirty="0" err="1"/>
              <a:t>Subtitle</a:t>
            </a:r>
            <a:r>
              <a:rPr lang="sv-SE" dirty="0"/>
              <a:t> </a:t>
            </a:r>
            <a:r>
              <a:rPr lang="sv-SE" dirty="0" err="1"/>
              <a:t>here</a:t>
            </a:r>
            <a:endParaRPr lang="sv-SE" dirty="0"/>
          </a:p>
        </p:txBody>
      </p:sp>
      <p:sp>
        <p:nvSpPr>
          <p:cNvPr id="4" name="Platshållare för datum 3">
            <a:extLst>
              <a:ext uri="{FF2B5EF4-FFF2-40B4-BE49-F238E27FC236}">
                <a16:creationId xmlns:a16="http://schemas.microsoft.com/office/drawing/2014/main" id="{43D49F56-9255-DA2A-05B7-92B1B041F711}"/>
              </a:ext>
            </a:extLst>
          </p:cNvPr>
          <p:cNvSpPr>
            <a:spLocks noGrp="1"/>
          </p:cNvSpPr>
          <p:nvPr>
            <p:ph type="dt" sz="half" idx="10"/>
          </p:nvPr>
        </p:nvSpPr>
        <p:spPr/>
        <p:txBody>
          <a:bodyPr/>
          <a:lstStyle>
            <a:lvl1pPr>
              <a:defRPr>
                <a:solidFill>
                  <a:schemeClr val="bg1"/>
                </a:solidFill>
              </a:defRPr>
            </a:lvl1pPr>
          </a:lstStyle>
          <a:p>
            <a:fld id="{D7F93862-881E-DF46-AD81-FDB1501BAD48}" type="datetime1">
              <a:rPr lang="sv-SE" smtClean="0"/>
              <a:t>2024-11-29</a:t>
            </a:fld>
            <a:endParaRPr lang="sv-SE"/>
          </a:p>
        </p:txBody>
      </p:sp>
      <p:sp>
        <p:nvSpPr>
          <p:cNvPr id="5" name="Platshållare för sidfot 4">
            <a:extLst>
              <a:ext uri="{FF2B5EF4-FFF2-40B4-BE49-F238E27FC236}">
                <a16:creationId xmlns:a16="http://schemas.microsoft.com/office/drawing/2014/main" id="{5B69D7AE-6EEB-EE3E-0310-ED9C355673CA}"/>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sp>
        <p:nvSpPr>
          <p:cNvPr id="6" name="Platshållare för bildnummer 5">
            <a:extLst>
              <a:ext uri="{FF2B5EF4-FFF2-40B4-BE49-F238E27FC236}">
                <a16:creationId xmlns:a16="http://schemas.microsoft.com/office/drawing/2014/main" id="{A79EDCB6-5D2D-0312-1EF1-C34529D8AD8D}"/>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Tree>
    <p:extLst>
      <p:ext uri="{BB962C8B-B14F-4D97-AF65-F5344CB8AC3E}">
        <p14:creationId xmlns:p14="http://schemas.microsoft.com/office/powerpoint/2010/main" val="9665845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title" preserve="1">
  <p:cSld name="Title, imag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Rektangel 6">
            <a:extLst>
              <a:ext uri="{FF2B5EF4-FFF2-40B4-BE49-F238E27FC236}">
                <a16:creationId xmlns:a16="http://schemas.microsoft.com/office/drawing/2014/main" id="{E4E20116-AB17-4A1A-F8AD-05FA68213302}"/>
              </a:ext>
            </a:extLst>
          </p:cNvPr>
          <p:cNvSpPr/>
          <p:nvPr userDrawn="1"/>
        </p:nvSpPr>
        <p:spPr>
          <a:xfrm>
            <a:off x="0" y="0"/>
            <a:ext cx="12192000" cy="6858000"/>
          </a:xfrm>
          <a:prstGeom prst="rect">
            <a:avLst/>
          </a:prstGeom>
          <a:solidFill>
            <a:schemeClr val="tx1">
              <a:alpha val="3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9" name="Logotype">
            <a:extLst>
              <a:ext uri="{FF2B5EF4-FFF2-40B4-BE49-F238E27FC236}">
                <a16:creationId xmlns:a16="http://schemas.microsoft.com/office/drawing/2014/main" id="{5CB0B686-93A0-FA00-859F-3930A6FB741E}"/>
              </a:ext>
            </a:extLst>
          </p:cNvPr>
          <p:cNvPicPr>
            <a:picLocks noChangeAspect="1"/>
          </p:cNvPicPr>
          <p:nvPr userDrawn="1"/>
        </p:nvPicPr>
        <p:blipFill>
          <a:blip r:embed="rId3" cstate="print">
            <a:extLst>
              <a:ext uri="{28A0092B-C50C-407E-A947-70E740481C1C}">
                <a14:useLocalDpi xmlns:a14="http://schemas.microsoft.com/office/drawing/2010/main"/>
              </a:ext>
              <a:ext uri="{96DAC541-7B7A-43D3-8B79-37D633B846F1}">
                <asvg:svgBlip xmlns:asvg="http://schemas.microsoft.com/office/drawing/2016/SVG/main" xmlns="" r:embed="rId4"/>
              </a:ext>
            </a:extLst>
          </a:blip>
          <a:stretch>
            <a:fillRect/>
          </a:stretch>
        </p:blipFill>
        <p:spPr>
          <a:xfrm>
            <a:off x="5213011" y="998292"/>
            <a:ext cx="1764387" cy="1974432"/>
          </a:xfrm>
          <a:prstGeom prst="rect">
            <a:avLst/>
          </a:prstGeom>
        </p:spPr>
      </p:pic>
      <p:sp>
        <p:nvSpPr>
          <p:cNvPr id="2" name="Rubrik 1">
            <a:extLst>
              <a:ext uri="{FF2B5EF4-FFF2-40B4-BE49-F238E27FC236}">
                <a16:creationId xmlns:a16="http://schemas.microsoft.com/office/drawing/2014/main" id="{191A984F-EC06-FCDC-F274-D5275A60CDCA}"/>
              </a:ext>
            </a:extLst>
          </p:cNvPr>
          <p:cNvSpPr>
            <a:spLocks noGrp="1"/>
          </p:cNvSpPr>
          <p:nvPr>
            <p:ph type="ctrTitle" hasCustomPrompt="1"/>
          </p:nvPr>
        </p:nvSpPr>
        <p:spPr>
          <a:xfrm>
            <a:off x="1695853" y="3571875"/>
            <a:ext cx="8798701" cy="1654175"/>
          </a:xfrm>
        </p:spPr>
        <p:txBody>
          <a:bodyPr anchor="ctr">
            <a:noAutofit/>
          </a:bodyPr>
          <a:lstStyle>
            <a:lvl1pPr algn="ctr">
              <a:defRPr sz="4800">
                <a:solidFill>
                  <a:schemeClr val="bg1"/>
                </a:solidFill>
              </a:defRPr>
            </a:lvl1pPr>
          </a:lstStyle>
          <a:p>
            <a:r>
              <a:rPr lang="sv-SE" dirty="0"/>
              <a:t>Presentation </a:t>
            </a:r>
            <a:r>
              <a:rPr lang="sv-SE" dirty="0" err="1"/>
              <a:t>title</a:t>
            </a:r>
            <a:endParaRPr lang="sv-SE" dirty="0"/>
          </a:p>
        </p:txBody>
      </p:sp>
      <p:sp>
        <p:nvSpPr>
          <p:cNvPr id="3" name="Underrubrik 2">
            <a:extLst>
              <a:ext uri="{FF2B5EF4-FFF2-40B4-BE49-F238E27FC236}">
                <a16:creationId xmlns:a16="http://schemas.microsoft.com/office/drawing/2014/main" id="{7A3458D8-0B11-6CF5-7CF4-C5CA80850FBF}"/>
              </a:ext>
            </a:extLst>
          </p:cNvPr>
          <p:cNvSpPr>
            <a:spLocks noGrp="1"/>
          </p:cNvSpPr>
          <p:nvPr>
            <p:ph type="subTitle" idx="1" hasCustomPrompt="1"/>
          </p:nvPr>
        </p:nvSpPr>
        <p:spPr>
          <a:xfrm>
            <a:off x="2132013" y="5776913"/>
            <a:ext cx="7926387" cy="461962"/>
          </a:xfrm>
        </p:spPr>
        <p:txBody>
          <a:bodyPr>
            <a:normAutofit/>
          </a:bodyPr>
          <a:lstStyle>
            <a:lvl1pPr marL="0" indent="0" algn="ctr">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sv-SE" dirty="0" err="1"/>
              <a:t>Subtitle</a:t>
            </a:r>
            <a:r>
              <a:rPr lang="sv-SE" dirty="0"/>
              <a:t> </a:t>
            </a:r>
            <a:r>
              <a:rPr lang="sv-SE" dirty="0" err="1"/>
              <a:t>here</a:t>
            </a:r>
            <a:endParaRPr lang="sv-SE" dirty="0"/>
          </a:p>
        </p:txBody>
      </p:sp>
      <p:sp>
        <p:nvSpPr>
          <p:cNvPr id="4" name="Platshållare för datum 3">
            <a:extLst>
              <a:ext uri="{FF2B5EF4-FFF2-40B4-BE49-F238E27FC236}">
                <a16:creationId xmlns:a16="http://schemas.microsoft.com/office/drawing/2014/main" id="{43D49F56-9255-DA2A-05B7-92B1B041F711}"/>
              </a:ext>
            </a:extLst>
          </p:cNvPr>
          <p:cNvSpPr>
            <a:spLocks noGrp="1"/>
          </p:cNvSpPr>
          <p:nvPr>
            <p:ph type="dt" sz="half" idx="10"/>
          </p:nvPr>
        </p:nvSpPr>
        <p:spPr/>
        <p:txBody>
          <a:bodyPr/>
          <a:lstStyle>
            <a:lvl1pPr>
              <a:defRPr>
                <a:solidFill>
                  <a:schemeClr val="bg1"/>
                </a:solidFill>
              </a:defRPr>
            </a:lvl1pPr>
          </a:lstStyle>
          <a:p>
            <a:fld id="{A1A0D637-CC39-0F47-97F1-76AAE59A5700}" type="datetime1">
              <a:rPr lang="sv-SE" smtClean="0"/>
              <a:t>2024-11-29</a:t>
            </a:fld>
            <a:endParaRPr lang="sv-SE"/>
          </a:p>
        </p:txBody>
      </p:sp>
      <p:sp>
        <p:nvSpPr>
          <p:cNvPr id="5" name="Platshållare för sidfot 4">
            <a:extLst>
              <a:ext uri="{FF2B5EF4-FFF2-40B4-BE49-F238E27FC236}">
                <a16:creationId xmlns:a16="http://schemas.microsoft.com/office/drawing/2014/main" id="{5B69D7AE-6EEB-EE3E-0310-ED9C355673CA}"/>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sp>
        <p:nvSpPr>
          <p:cNvPr id="6" name="Platshållare för bildnummer 5">
            <a:extLst>
              <a:ext uri="{FF2B5EF4-FFF2-40B4-BE49-F238E27FC236}">
                <a16:creationId xmlns:a16="http://schemas.microsoft.com/office/drawing/2014/main" id="{A79EDCB6-5D2D-0312-1EF1-C34529D8AD8D}"/>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
        <p:nvSpPr>
          <p:cNvPr id="8" name="Rektangel 7">
            <a:extLst>
              <a:ext uri="{FF2B5EF4-FFF2-40B4-BE49-F238E27FC236}">
                <a16:creationId xmlns:a16="http://schemas.microsoft.com/office/drawing/2014/main" id="{599C849E-1E62-7E27-4099-2DEB2C85E99A}"/>
              </a:ext>
            </a:extLst>
          </p:cNvPr>
          <p:cNvSpPr/>
          <p:nvPr userDrawn="1"/>
        </p:nvSpPr>
        <p:spPr>
          <a:xfrm>
            <a:off x="12496799" y="0"/>
            <a:ext cx="2209799" cy="24051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wrap="square" lIns="180000" tIns="180000" rIns="180000" bIns="180000" rtlCol="0" anchor="t">
            <a:spAutoFit/>
          </a:bodyPr>
          <a:lstStyle/>
          <a:p>
            <a:pPr algn="l">
              <a:spcAft>
                <a:spcPts val="800"/>
              </a:spcAft>
            </a:pPr>
            <a:r>
              <a:rPr lang="en-US" sz="1100" noProof="0" dirty="0">
                <a:latin typeface="+mj-lt"/>
              </a:rPr>
              <a:t>Change background image</a:t>
            </a:r>
          </a:p>
          <a:p>
            <a:pPr marL="162900" indent="-162900" algn="l">
              <a:spcAft>
                <a:spcPts val="600"/>
              </a:spcAft>
              <a:buFont typeface="+mj-lt"/>
              <a:buAutoNum type="arabicPeriod"/>
            </a:pPr>
            <a:r>
              <a:rPr lang="en-US" sz="1000" noProof="0" dirty="0"/>
              <a:t>Select Design &gt; Format Background.</a:t>
            </a:r>
          </a:p>
          <a:p>
            <a:pPr marL="162900" indent="-162900" algn="l">
              <a:spcAft>
                <a:spcPts val="600"/>
              </a:spcAft>
              <a:buFont typeface="+mj-lt"/>
              <a:buAutoNum type="arabicPeriod"/>
            </a:pPr>
            <a:r>
              <a:rPr lang="en-US" sz="1000" noProof="0" dirty="0"/>
              <a:t>In the Format Background pane, select Picture or texture fill.</a:t>
            </a:r>
          </a:p>
          <a:p>
            <a:pPr marL="162900" indent="-162900" algn="l">
              <a:spcAft>
                <a:spcPts val="600"/>
              </a:spcAft>
              <a:buFont typeface="+mj-lt"/>
              <a:buAutoNum type="arabicPeriod"/>
            </a:pPr>
            <a:r>
              <a:rPr lang="en-US" sz="1000" noProof="0" dirty="0"/>
              <a:t>Select File.</a:t>
            </a:r>
          </a:p>
          <a:p>
            <a:pPr marL="162900" indent="-162900" algn="l">
              <a:spcAft>
                <a:spcPts val="600"/>
              </a:spcAft>
              <a:buFont typeface="+mj-lt"/>
              <a:buAutoNum type="arabicPeriod"/>
            </a:pPr>
            <a:r>
              <a:rPr lang="en-US" sz="1000" noProof="0" dirty="0"/>
              <a:t>In the Insert Picture dialog box, choose the picture you want to use and then select Insert.</a:t>
            </a:r>
          </a:p>
        </p:txBody>
      </p:sp>
    </p:spTree>
    <p:extLst>
      <p:ext uri="{BB962C8B-B14F-4D97-AF65-F5344CB8AC3E}">
        <p14:creationId xmlns:p14="http://schemas.microsoft.com/office/powerpoint/2010/main" val="19399523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Title/chapter, light blue">
    <p:bg>
      <p:bgPr>
        <a:solidFill>
          <a:schemeClr val="accent4"/>
        </a:solidFill>
        <a:effectLst/>
      </p:bgPr>
    </p:bg>
    <p:spTree>
      <p:nvGrpSpPr>
        <p:cNvPr id="1" name=""/>
        <p:cNvGrpSpPr/>
        <p:nvPr/>
      </p:nvGrpSpPr>
      <p:grpSpPr>
        <a:xfrm>
          <a:off x="0" y="0"/>
          <a:ext cx="0" cy="0"/>
          <a:chOff x="0" y="0"/>
          <a:chExt cx="0" cy="0"/>
        </a:xfrm>
      </p:grpSpPr>
      <p:pic>
        <p:nvPicPr>
          <p:cNvPr id="13" name="Bild 12">
            <a:extLst>
              <a:ext uri="{FF2B5EF4-FFF2-40B4-BE49-F238E27FC236}">
                <a16:creationId xmlns:a16="http://schemas.microsoft.com/office/drawing/2014/main" id="{90C470E2-DC28-87C0-F617-C04E8F72383B}"/>
              </a:ext>
            </a:extLst>
          </p:cNvPr>
          <p:cNvPicPr>
            <a:picLocks noChangeAspect="1"/>
          </p:cNvPicPr>
          <p:nvPr userDrawn="1"/>
        </p:nvPicPr>
        <p:blipFill>
          <a:blip r:embed="rId2">
            <a:extLst>
              <a:ext uri="{96DAC541-7B7A-43D3-8B79-37D633B846F1}">
                <asvg:svgBlip xmlns:asvg="http://schemas.microsoft.com/office/drawing/2016/SVG/main" xmlns="" r:embed="rId3"/>
              </a:ext>
            </a:extLst>
          </a:blip>
          <a:stretch>
            <a:fillRect/>
          </a:stretch>
        </p:blipFill>
        <p:spPr>
          <a:xfrm>
            <a:off x="0" y="0"/>
            <a:ext cx="12192000" cy="6858000"/>
          </a:xfrm>
          <a:prstGeom prst="rect">
            <a:avLst/>
          </a:prstGeom>
        </p:spPr>
      </p:pic>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7218363" cy="2852737"/>
          </a:xfrm>
        </p:spPr>
        <p:txBody>
          <a:bodyPr anchor="b"/>
          <a:lstStyle>
            <a:lvl1pPr>
              <a:defRPr sz="6000"/>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7218363" cy="863600"/>
          </a:xfrm>
        </p:spPr>
        <p:txBody>
          <a:bodyPr/>
          <a:lstStyle>
            <a:lvl1pPr marL="0" indent="0">
              <a:buNone/>
              <a:defRPr sz="2400">
                <a:solidFill>
                  <a:schemeClr val="accent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FC84D86F-77A2-B649-9DAB-4D28280CD96F}" type="datetime1">
              <a:rPr lang="sv-SE" smtClean="0"/>
              <a:t>2024-11-29</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330835917"/>
      </p:ext>
    </p:extLst>
  </p:cSld>
  <p:clrMapOvr>
    <a:masterClrMapping/>
  </p:clrMapOvr>
  <p:timing>
    <p:tnLst>
      <p:par>
        <p:cTn id="1" dur="indefinite" restart="never" nodeType="tmRoot"/>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chapter, image, light blue">
    <p:bg>
      <p:bgPr>
        <a:solidFill>
          <a:schemeClr val="accent4"/>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5314951" cy="2852737"/>
          </a:xfrm>
        </p:spPr>
        <p:txBody>
          <a:bodyPr anchor="b"/>
          <a:lstStyle>
            <a:lvl1pPr>
              <a:defRPr sz="5400"/>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5314951" cy="863600"/>
          </a:xfrm>
        </p:spPr>
        <p:txBody>
          <a:bodyPr/>
          <a:lstStyle>
            <a:lvl1pPr marL="0" indent="0">
              <a:buNone/>
              <a:defRPr sz="2000">
                <a:solidFill>
                  <a:schemeClr val="accent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8" name="Platshållare för bild 2">
            <a:extLst>
              <a:ext uri="{FF2B5EF4-FFF2-40B4-BE49-F238E27FC236}">
                <a16:creationId xmlns:a16="http://schemas.microsoft.com/office/drawing/2014/main" id="{34F955E2-AB95-AB55-6363-04426A618FC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275DBF22-A5DA-3B43-92C3-F6BCD51A4216}" type="datetime1">
              <a:rPr lang="sv-SE" smtClean="0"/>
              <a:t>2024-11-29</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19509876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secHead" preserve="1">
  <p:cSld name="Title/chapter, sand">
    <p:bg>
      <p:bgPr>
        <a:solidFill>
          <a:schemeClr val="bg2"/>
        </a:solidFill>
        <a:effectLst/>
      </p:bgPr>
    </p:bg>
    <p:spTree>
      <p:nvGrpSpPr>
        <p:cNvPr id="1" name=""/>
        <p:cNvGrpSpPr/>
        <p:nvPr/>
      </p:nvGrpSpPr>
      <p:grpSpPr>
        <a:xfrm>
          <a:off x="0" y="0"/>
          <a:ext cx="0" cy="0"/>
          <a:chOff x="0" y="0"/>
          <a:chExt cx="0" cy="0"/>
        </a:xfrm>
      </p:grpSpPr>
      <p:pic>
        <p:nvPicPr>
          <p:cNvPr id="8" name="Bild 7">
            <a:extLst>
              <a:ext uri="{FF2B5EF4-FFF2-40B4-BE49-F238E27FC236}">
                <a16:creationId xmlns:a16="http://schemas.microsoft.com/office/drawing/2014/main" id="{3B3563A2-9CD9-4FFB-4072-1AE98552F239}"/>
              </a:ext>
            </a:extLst>
          </p:cNvPr>
          <p:cNvPicPr>
            <a:picLocks noChangeAspect="1"/>
          </p:cNvPicPr>
          <p:nvPr userDrawn="1"/>
        </p:nvPicPr>
        <p:blipFill>
          <a:blip r:embed="rId2">
            <a:extLst>
              <a:ext uri="{96DAC541-7B7A-43D3-8B79-37D633B846F1}">
                <asvg:svgBlip xmlns:asvg="http://schemas.microsoft.com/office/drawing/2016/SVG/main" xmlns="" r:embed="rId3"/>
              </a:ext>
            </a:extLst>
          </a:blip>
          <a:stretch>
            <a:fillRect/>
          </a:stretch>
        </p:blipFill>
        <p:spPr>
          <a:xfrm>
            <a:off x="0" y="0"/>
            <a:ext cx="12192000" cy="6858000"/>
          </a:xfrm>
          <a:prstGeom prst="rect">
            <a:avLst/>
          </a:prstGeom>
        </p:spPr>
      </p:pic>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7218363" cy="2852737"/>
          </a:xfrm>
        </p:spPr>
        <p:txBody>
          <a:bodyPr anchor="b"/>
          <a:lstStyle>
            <a:lvl1pPr>
              <a:defRPr sz="6000"/>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7218363" cy="863600"/>
          </a:xfrm>
        </p:spPr>
        <p:txBody>
          <a:bodyPr/>
          <a:lstStyle>
            <a:lvl1pPr marL="0" indent="0">
              <a:buNone/>
              <a:defRPr sz="2400">
                <a:solidFill>
                  <a:schemeClr val="accent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230F5ACA-7455-4642-BFE0-35A3360E2D3F}" type="datetime1">
              <a:rPr lang="sv-SE" smtClean="0"/>
              <a:t>2024-11-29</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3689938952"/>
      </p:ext>
    </p:extLst>
  </p:cSld>
  <p:clrMapOvr>
    <a:masterClrMapping/>
  </p:clrMapOvr>
  <p:timing>
    <p:tnLst>
      <p:par>
        <p:cTn id="1" dur="indefinite" restart="never" nodeType="tmRoot"/>
      </p:par>
    </p:tn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chapter, image, sand">
    <p:bg>
      <p:bgPr>
        <a:solidFill>
          <a:schemeClr val="bg2"/>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5314951" cy="2852737"/>
          </a:xfrm>
        </p:spPr>
        <p:txBody>
          <a:bodyPr anchor="b"/>
          <a:lstStyle>
            <a:lvl1pPr>
              <a:defRPr sz="5400"/>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5314951" cy="863600"/>
          </a:xfrm>
        </p:spPr>
        <p:txBody>
          <a:bodyPr/>
          <a:lstStyle>
            <a:lvl1pPr marL="0" indent="0">
              <a:buNone/>
              <a:defRPr sz="2000">
                <a:solidFill>
                  <a:schemeClr val="accent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8" name="Platshållare för bild 2">
            <a:extLst>
              <a:ext uri="{FF2B5EF4-FFF2-40B4-BE49-F238E27FC236}">
                <a16:creationId xmlns:a16="http://schemas.microsoft.com/office/drawing/2014/main" id="{34F955E2-AB95-AB55-6363-04426A618FC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6" name="Platshållare för bildnummer 2">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237029E1-9B44-DE43-98B9-EBAFD8B9E3F1}" type="datetime1">
              <a:rPr lang="sv-SE" smtClean="0"/>
              <a:t>2024-11-29</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Tree>
    <p:extLst>
      <p:ext uri="{BB962C8B-B14F-4D97-AF65-F5344CB8AC3E}">
        <p14:creationId xmlns:p14="http://schemas.microsoft.com/office/powerpoint/2010/main" val="373490314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secHead" preserve="1">
  <p:cSld name="Title/chapter, KTH blue">
    <p:bg>
      <p:bgPr>
        <a:solidFill>
          <a:schemeClr val="accent1"/>
        </a:solidFill>
        <a:effectLst/>
      </p:bgPr>
    </p:bg>
    <p:spTree>
      <p:nvGrpSpPr>
        <p:cNvPr id="1" name=""/>
        <p:cNvGrpSpPr/>
        <p:nvPr/>
      </p:nvGrpSpPr>
      <p:grpSpPr>
        <a:xfrm>
          <a:off x="0" y="0"/>
          <a:ext cx="0" cy="0"/>
          <a:chOff x="0" y="0"/>
          <a:chExt cx="0" cy="0"/>
        </a:xfrm>
      </p:grpSpPr>
      <p:pic>
        <p:nvPicPr>
          <p:cNvPr id="9" name="Bild 8">
            <a:extLst>
              <a:ext uri="{FF2B5EF4-FFF2-40B4-BE49-F238E27FC236}">
                <a16:creationId xmlns:a16="http://schemas.microsoft.com/office/drawing/2014/main" id="{BD7C2495-EEC2-B0B4-E314-5E0AAC7DA05C}"/>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pic>
        <p:nvPicPr>
          <p:cNvPr id="8" name="Bild 7">
            <a:extLst>
              <a:ext uri="{FF2B5EF4-FFF2-40B4-BE49-F238E27FC236}">
                <a16:creationId xmlns:a16="http://schemas.microsoft.com/office/drawing/2014/main" id="{2A6CC77B-C027-6CAF-7D4C-2E3A15A51698}"/>
              </a:ext>
            </a:extLst>
          </p:cNvPr>
          <p:cNvPicPr>
            <a:picLocks noChangeAspect="1"/>
          </p:cNvPicPr>
          <p:nvPr userDrawn="1"/>
        </p:nvPicPr>
        <p:blipFill>
          <a:blip r:embed="rId4">
            <a:extLst>
              <a:ext uri="{96DAC541-7B7A-43D3-8B79-37D633B846F1}">
                <asvg:svgBlip xmlns:asvg="http://schemas.microsoft.com/office/drawing/2016/SVG/main" xmlns="" r:embed="rId5"/>
              </a:ext>
            </a:extLst>
          </a:blip>
          <a:stretch>
            <a:fillRect/>
          </a:stretch>
        </p:blipFill>
        <p:spPr>
          <a:xfrm>
            <a:off x="0" y="0"/>
            <a:ext cx="12192000" cy="6858000"/>
          </a:xfrm>
          <a:prstGeom prst="rect">
            <a:avLst/>
          </a:prstGeom>
        </p:spPr>
      </p:pic>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7218363" cy="2852737"/>
          </a:xfrm>
        </p:spPr>
        <p:txBody>
          <a:bodyPr anchor="b"/>
          <a:lstStyle>
            <a:lvl1pPr>
              <a:defRPr sz="6000">
                <a:solidFill>
                  <a:schemeClr val="bg1"/>
                </a:solidFill>
              </a:defRPr>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7218363" cy="863600"/>
          </a:xfrm>
        </p:spPr>
        <p:txBody>
          <a:bodyPr/>
          <a:lstStyle>
            <a:lvl1pPr marL="0" indent="0">
              <a:buNone/>
              <a:defRPr sz="24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lvl1pPr>
              <a:defRPr>
                <a:solidFill>
                  <a:schemeClr val="bg1"/>
                </a:solidFill>
              </a:defRPr>
            </a:lvl1pPr>
          </a:lstStyle>
          <a:p>
            <a:fld id="{EECCBBAF-5C49-D145-9814-61A8103632A9}" type="datetime1">
              <a:rPr lang="sv-SE" smtClean="0"/>
              <a:t>2024-11-29</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Tree>
    <p:extLst>
      <p:ext uri="{BB962C8B-B14F-4D97-AF65-F5344CB8AC3E}">
        <p14:creationId xmlns:p14="http://schemas.microsoft.com/office/powerpoint/2010/main" val="10967796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itle/chapter, image, KTH blue">
    <p:bg>
      <p:bgPr>
        <a:solidFill>
          <a:schemeClr val="accent1"/>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5314951" cy="2852737"/>
          </a:xfrm>
        </p:spPr>
        <p:txBody>
          <a:bodyPr anchor="b"/>
          <a:lstStyle>
            <a:lvl1pPr>
              <a:defRPr sz="5400">
                <a:solidFill>
                  <a:schemeClr val="bg1"/>
                </a:solidFill>
              </a:defRPr>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5314951" cy="863600"/>
          </a:xfrm>
        </p:spPr>
        <p:txBody>
          <a:bodyPr/>
          <a:lstStyle>
            <a:lvl1pPr marL="0" indent="0">
              <a:buNone/>
              <a:defRPr sz="20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8" name="Platshållare för bild 2">
            <a:extLst>
              <a:ext uri="{FF2B5EF4-FFF2-40B4-BE49-F238E27FC236}">
                <a16:creationId xmlns:a16="http://schemas.microsoft.com/office/drawing/2014/main" id="{34F955E2-AB95-AB55-6363-04426A618FC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solidFill>
                  <a:schemeClr val="bg1"/>
                </a:solidFill>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6" name="Platshållare för bildnummer 2">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lvl1pPr>
              <a:defRPr>
                <a:solidFill>
                  <a:schemeClr val="bg1"/>
                </a:solidFill>
              </a:defRPr>
            </a:lvl1pPr>
          </a:lstStyle>
          <a:p>
            <a:fld id="{823D8581-A4D9-BE4A-AEA5-9282CF05EB42}" type="datetime1">
              <a:rPr lang="sv-SE" smtClean="0"/>
              <a:t>2024-11-29</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pic>
        <p:nvPicPr>
          <p:cNvPr id="9" name="Bild 8">
            <a:extLst>
              <a:ext uri="{FF2B5EF4-FFF2-40B4-BE49-F238E27FC236}">
                <a16:creationId xmlns:a16="http://schemas.microsoft.com/office/drawing/2014/main" id="{B9CCB106-B724-D4FC-9180-F2081684D467}"/>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spTree>
    <p:extLst>
      <p:ext uri="{BB962C8B-B14F-4D97-AF65-F5344CB8AC3E}">
        <p14:creationId xmlns:p14="http://schemas.microsoft.com/office/powerpoint/2010/main" val="30707105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secHead" preserve="1">
  <p:cSld name="Title/chapter, navy blue">
    <p:bg>
      <p:bgPr>
        <a:solidFill>
          <a:schemeClr val="accent3"/>
        </a:solidFill>
        <a:effectLst/>
      </p:bgPr>
    </p:bg>
    <p:spTree>
      <p:nvGrpSpPr>
        <p:cNvPr id="1" name=""/>
        <p:cNvGrpSpPr/>
        <p:nvPr/>
      </p:nvGrpSpPr>
      <p:grpSpPr>
        <a:xfrm>
          <a:off x="0" y="0"/>
          <a:ext cx="0" cy="0"/>
          <a:chOff x="0" y="0"/>
          <a:chExt cx="0" cy="0"/>
        </a:xfrm>
      </p:grpSpPr>
      <p:pic>
        <p:nvPicPr>
          <p:cNvPr id="8" name="Bild 7">
            <a:extLst>
              <a:ext uri="{FF2B5EF4-FFF2-40B4-BE49-F238E27FC236}">
                <a16:creationId xmlns:a16="http://schemas.microsoft.com/office/drawing/2014/main" id="{E5884329-1698-379E-55B0-296699708BB2}"/>
              </a:ext>
            </a:extLst>
          </p:cNvPr>
          <p:cNvPicPr>
            <a:picLocks noChangeAspect="1"/>
          </p:cNvPicPr>
          <p:nvPr userDrawn="1"/>
        </p:nvPicPr>
        <p:blipFill>
          <a:blip r:embed="rId2">
            <a:extLst>
              <a:ext uri="{96DAC541-7B7A-43D3-8B79-37D633B846F1}">
                <asvg:svgBlip xmlns:asvg="http://schemas.microsoft.com/office/drawing/2016/SVG/main" xmlns="" r:embed="rId3"/>
              </a:ext>
            </a:extLst>
          </a:blip>
          <a:stretch>
            <a:fillRect/>
          </a:stretch>
        </p:blipFill>
        <p:spPr>
          <a:xfrm>
            <a:off x="0" y="0"/>
            <a:ext cx="12192000" cy="6858000"/>
          </a:xfrm>
          <a:prstGeom prst="rect">
            <a:avLst/>
          </a:prstGeom>
        </p:spPr>
      </p:pic>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7218363" cy="2852737"/>
          </a:xfrm>
        </p:spPr>
        <p:txBody>
          <a:bodyPr anchor="b"/>
          <a:lstStyle>
            <a:lvl1pPr>
              <a:defRPr sz="6000">
                <a:solidFill>
                  <a:schemeClr val="bg1"/>
                </a:solidFill>
              </a:defRPr>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7218363" cy="863600"/>
          </a:xfrm>
        </p:spPr>
        <p:txBody>
          <a:bodyPr/>
          <a:lstStyle>
            <a:lvl1pPr marL="0" indent="0">
              <a:buNone/>
              <a:defRPr sz="2400">
                <a:solidFill>
                  <a:schemeClr val="accent2"/>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08C894E9-0885-714C-A367-BDC2DC59BB91}" type="datetime1">
              <a:rPr lang="sv-SE" smtClean="0"/>
              <a:t>2024-11-29</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pic>
        <p:nvPicPr>
          <p:cNvPr id="9" name="Bild 8">
            <a:extLst>
              <a:ext uri="{FF2B5EF4-FFF2-40B4-BE49-F238E27FC236}">
                <a16:creationId xmlns:a16="http://schemas.microsoft.com/office/drawing/2014/main" id="{E3DA9A33-1CAA-3164-6E44-47421CD08E03}"/>
              </a:ext>
            </a:extLst>
          </p:cNvPr>
          <p:cNvPicPr>
            <a:picLocks noChangeAspect="1"/>
          </p:cNvPicPr>
          <p:nvPr userDrawn="1"/>
        </p:nvPicPr>
        <p:blipFill>
          <a:blip r:embed="rId4" cstate="print">
            <a:extLst>
              <a:ext uri="{28A0092B-C50C-407E-A947-70E740481C1C}">
                <a14:useLocalDpi xmlns:a14="http://schemas.microsoft.com/office/drawing/2010/main"/>
              </a:ext>
              <a:ext uri="{96DAC541-7B7A-43D3-8B79-37D633B846F1}">
                <asvg:svgBlip xmlns:asvg="http://schemas.microsoft.com/office/drawing/2016/SVG/main" xmlns="" r:embed="rId5"/>
              </a:ext>
            </a:extLst>
          </a:blip>
          <a:stretch>
            <a:fillRect/>
          </a:stretch>
        </p:blipFill>
        <p:spPr>
          <a:xfrm>
            <a:off x="182681" y="164553"/>
            <a:ext cx="648592" cy="725806"/>
          </a:xfrm>
          <a:prstGeom prst="rect">
            <a:avLst/>
          </a:prstGeom>
        </p:spPr>
      </p:pic>
    </p:spTree>
    <p:extLst>
      <p:ext uri="{BB962C8B-B14F-4D97-AF65-F5344CB8AC3E}">
        <p14:creationId xmlns:p14="http://schemas.microsoft.com/office/powerpoint/2010/main" val="265062996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Title/chapter, image, navy blue">
    <p:bg>
      <p:bgPr>
        <a:solidFill>
          <a:schemeClr val="accent3"/>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5314951" cy="2852737"/>
          </a:xfrm>
        </p:spPr>
        <p:txBody>
          <a:bodyPr anchor="b"/>
          <a:lstStyle>
            <a:lvl1pPr>
              <a:defRPr sz="5400">
                <a:solidFill>
                  <a:schemeClr val="bg1"/>
                </a:solidFill>
              </a:defRPr>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5314951" cy="863600"/>
          </a:xfrm>
        </p:spPr>
        <p:txBody>
          <a:bodyPr/>
          <a:lstStyle>
            <a:lvl1pPr marL="0" indent="0">
              <a:buNone/>
              <a:defRPr sz="2000">
                <a:solidFill>
                  <a:schemeClr val="accent2"/>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8" name="Platshållare för bild 2">
            <a:extLst>
              <a:ext uri="{FF2B5EF4-FFF2-40B4-BE49-F238E27FC236}">
                <a16:creationId xmlns:a16="http://schemas.microsoft.com/office/drawing/2014/main" id="{34F955E2-AB95-AB55-6363-04426A618FC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solidFill>
                  <a:schemeClr val="bg1"/>
                </a:solidFill>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6" name="Platshållare för bildnummer 2">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E926FF3D-704F-D246-9E92-4739AF4BF32C}" type="datetime1">
              <a:rPr lang="sv-SE" smtClean="0"/>
              <a:t>2024-11-29</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pic>
        <p:nvPicPr>
          <p:cNvPr id="9" name="Bild 8">
            <a:extLst>
              <a:ext uri="{FF2B5EF4-FFF2-40B4-BE49-F238E27FC236}">
                <a16:creationId xmlns:a16="http://schemas.microsoft.com/office/drawing/2014/main" id="{EACB4A23-3C87-4C5A-07DC-8116B46C6C7A}"/>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spTree>
    <p:extLst>
      <p:ext uri="{BB962C8B-B14F-4D97-AF65-F5344CB8AC3E}">
        <p14:creationId xmlns:p14="http://schemas.microsoft.com/office/powerpoint/2010/main" val="259299408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reserve="1">
  <p:cSld name="Headline and content">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smtClean="0"/>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31CF0965-93C0-9548-8879-5851BCBC049F}" type="datetime1">
              <a:rPr lang="sv-SE" smtClean="0"/>
              <a:t>2024-11-29</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178780645"/>
      </p:ext>
    </p:extLst>
  </p:cSld>
  <p:clrMapOvr>
    <a:masterClrMapping/>
  </p:clrMapOvr>
  <p:timing>
    <p:tnLst>
      <p:par>
        <p:cTn id="1" dur="indefinite" restart="never" nodeType="tmRoot"/>
      </p:par>
    </p:tnLst>
  </p:timing>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Headline and content, blue lines">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DF729698-E3F7-5571-57F4-6705C007B1EC}"/>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rcRect r="70668" b="27986"/>
          <a:stretch/>
        </p:blipFill>
        <p:spPr>
          <a:xfrm rot="10800000">
            <a:off x="8615880" y="1919288"/>
            <a:ext cx="3576120" cy="4938712"/>
          </a:xfrm>
          <a:prstGeom prst="rect">
            <a:avLst/>
          </a:prstGeom>
        </p:spPr>
      </p:pic>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smtClean="0"/>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a:xfrm>
            <a:off x="600075" y="1795850"/>
            <a:ext cx="8805181" cy="4530302"/>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E2AD36EE-D7EC-624A-BB6C-F8DADCB0E6B6}" type="datetime1">
              <a:rPr lang="sv-SE" smtClean="0"/>
              <a:t>2024-11-29</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4027229708"/>
      </p:ext>
    </p:extLst>
  </p:cSld>
  <p:clrMapOvr>
    <a:masterClrMapping/>
  </p:clrMapOvr>
  <p:timing>
    <p:tnLst>
      <p:par>
        <p:cTn id="1" dur="indefinite" restart="never" nodeType="tmRoot"/>
      </p:par>
    </p:tnLst>
  </p:timing>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Headline and content, sand lines">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DF729698-E3F7-5571-57F4-6705C007B1EC}"/>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rcRect r="70668" b="27986"/>
          <a:stretch/>
        </p:blipFill>
        <p:spPr>
          <a:xfrm rot="10800000">
            <a:off x="8615880" y="1919288"/>
            <a:ext cx="3576120" cy="4938712"/>
          </a:xfrm>
          <a:prstGeom prst="rect">
            <a:avLst/>
          </a:prstGeom>
        </p:spPr>
      </p:pic>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smtClean="0"/>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CEEB1428-F34F-9743-B7C9-0212F6B23615}" type="datetime1">
              <a:rPr lang="sv-SE" smtClean="0"/>
              <a:t>2024-11-29</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91083095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Headline and content, light blue ">
    <p:bg>
      <p:bgPr>
        <a:solidFill>
          <a:schemeClr val="accent4"/>
        </a:solidFill>
        <a:effectLst/>
      </p:bgPr>
    </p:bg>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DF729698-E3F7-5571-57F4-6705C007B1EC}"/>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rcRect r="70668" b="27986"/>
          <a:stretch/>
        </p:blipFill>
        <p:spPr>
          <a:xfrm rot="10800000">
            <a:off x="8615880" y="1919288"/>
            <a:ext cx="3576120" cy="4938712"/>
          </a:xfrm>
          <a:prstGeom prst="rect">
            <a:avLst/>
          </a:prstGeom>
        </p:spPr>
      </p:pic>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smtClean="0"/>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a:xfrm>
            <a:off x="600076" y="1795850"/>
            <a:ext cx="8805182" cy="4530302"/>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117AD585-73D1-4C4C-9D7C-030D27625895}" type="datetime1">
              <a:rPr lang="sv-SE" smtClean="0"/>
              <a:t>2024-11-29</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526984783"/>
      </p:ext>
    </p:extLst>
  </p:cSld>
  <p:clrMapOvr>
    <a:masterClrMapping/>
  </p:clrMapOvr>
  <p:timing>
    <p:tnLst>
      <p:par>
        <p:cTn id="1" dur="indefinite" restart="never" nodeType="tmRoot"/>
      </p:par>
    </p:tnLst>
  </p:timing>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Headline and content, sand">
    <p:bg>
      <p:bgPr>
        <a:solidFill>
          <a:schemeClr val="bg2"/>
        </a:solidFill>
        <a:effectLst/>
      </p:bgPr>
    </p:bg>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DF729698-E3F7-5571-57F4-6705C007B1EC}"/>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rcRect r="70668" b="27986"/>
          <a:stretch/>
        </p:blipFill>
        <p:spPr>
          <a:xfrm rot="10800000">
            <a:off x="8615880" y="1919288"/>
            <a:ext cx="3576120" cy="4938712"/>
          </a:xfrm>
          <a:prstGeom prst="rect">
            <a:avLst/>
          </a:prstGeom>
        </p:spPr>
      </p:pic>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smtClean="0"/>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a:xfrm>
            <a:off x="600076" y="1795850"/>
            <a:ext cx="8750754" cy="4530302"/>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07E8514D-D455-9E46-BC18-4265F6A85EC5}" type="datetime1">
              <a:rPr lang="sv-SE" smtClean="0"/>
              <a:t>2024-11-29</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3850852257"/>
      </p:ext>
    </p:extLst>
  </p:cSld>
  <p:clrMapOvr>
    <a:masterClrMapping/>
  </p:clrMapOvr>
  <p:timing>
    <p:tnLst>
      <p:par>
        <p:cTn id="1" dur="indefinite" restart="never" nodeType="tmRoot"/>
      </p:par>
    </p:tnLst>
  </p:timing>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wo part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14959C9-2F76-B9B0-59E8-58FE65006E5D}"/>
              </a:ext>
            </a:extLst>
          </p:cNvPr>
          <p:cNvSpPr>
            <a:spLocks noGrp="1"/>
          </p:cNvSpPr>
          <p:nvPr>
            <p:ph type="title"/>
          </p:nvPr>
        </p:nvSpPr>
        <p:spPr/>
        <p:txBody>
          <a:bodyPr/>
          <a:lstStyle/>
          <a:p>
            <a:r>
              <a:rPr lang="en-US" smtClean="0"/>
              <a:t>Click to edit Master title style</a:t>
            </a:r>
            <a:endParaRPr lang="sv-SE" dirty="0"/>
          </a:p>
        </p:txBody>
      </p:sp>
      <p:sp>
        <p:nvSpPr>
          <p:cNvPr id="3" name="Platshållare för innehåll 2">
            <a:extLst>
              <a:ext uri="{FF2B5EF4-FFF2-40B4-BE49-F238E27FC236}">
                <a16:creationId xmlns:a16="http://schemas.microsoft.com/office/drawing/2014/main" id="{902AE670-4D80-39DE-5AAA-236D68C5E4FE}"/>
              </a:ext>
            </a:extLst>
          </p:cNvPr>
          <p:cNvSpPr>
            <a:spLocks noGrp="1"/>
          </p:cNvSpPr>
          <p:nvPr>
            <p:ph sz="half" idx="1"/>
          </p:nvPr>
        </p:nvSpPr>
        <p:spPr>
          <a:xfrm>
            <a:off x="600075" y="1795850"/>
            <a:ext cx="5314950" cy="4531923"/>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4" name="Platshållare för innehåll 3">
            <a:extLst>
              <a:ext uri="{FF2B5EF4-FFF2-40B4-BE49-F238E27FC236}">
                <a16:creationId xmlns:a16="http://schemas.microsoft.com/office/drawing/2014/main" id="{540C6723-9D57-3BE7-0314-142789CF9371}"/>
              </a:ext>
            </a:extLst>
          </p:cNvPr>
          <p:cNvSpPr>
            <a:spLocks noGrp="1"/>
          </p:cNvSpPr>
          <p:nvPr>
            <p:ph sz="half" idx="2"/>
          </p:nvPr>
        </p:nvSpPr>
        <p:spPr>
          <a:xfrm>
            <a:off x="6275388" y="1795851"/>
            <a:ext cx="5314950" cy="4531924"/>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5" name="Platshållare för datum 4">
            <a:extLst>
              <a:ext uri="{FF2B5EF4-FFF2-40B4-BE49-F238E27FC236}">
                <a16:creationId xmlns:a16="http://schemas.microsoft.com/office/drawing/2014/main" id="{E2533F65-F144-E57C-127B-9A8D7ABE671A}"/>
              </a:ext>
            </a:extLst>
          </p:cNvPr>
          <p:cNvSpPr>
            <a:spLocks noGrp="1"/>
          </p:cNvSpPr>
          <p:nvPr>
            <p:ph type="dt" sz="half" idx="10"/>
          </p:nvPr>
        </p:nvSpPr>
        <p:spPr/>
        <p:txBody>
          <a:bodyPr/>
          <a:lstStyle/>
          <a:p>
            <a:fld id="{A67A58AE-A0B6-FF4E-B30B-64917FEAC316}" type="datetime1">
              <a:rPr lang="sv-SE" smtClean="0"/>
              <a:t>2024-11-29</a:t>
            </a:fld>
            <a:endParaRPr lang="sv-SE"/>
          </a:p>
        </p:txBody>
      </p:sp>
      <p:sp>
        <p:nvSpPr>
          <p:cNvPr id="6" name="Platshållare för sidfot 5">
            <a:extLst>
              <a:ext uri="{FF2B5EF4-FFF2-40B4-BE49-F238E27FC236}">
                <a16:creationId xmlns:a16="http://schemas.microsoft.com/office/drawing/2014/main" id="{F6C0DB15-F374-5A00-4880-4AA76C675F94}"/>
              </a:ext>
            </a:extLst>
          </p:cNvPr>
          <p:cNvSpPr>
            <a:spLocks noGrp="1"/>
          </p:cNvSpPr>
          <p:nvPr>
            <p:ph type="ftr" sz="quarter" idx="11"/>
          </p:nvPr>
        </p:nvSpPr>
        <p:spPr/>
        <p:txBody>
          <a:bodyPr/>
          <a:lstStyle/>
          <a:p>
            <a:r>
              <a:rPr lang="sv-SE"/>
              <a:t>Presentation footer</a:t>
            </a:r>
          </a:p>
        </p:txBody>
      </p:sp>
      <p:sp>
        <p:nvSpPr>
          <p:cNvPr id="7" name="Platshållare för bildnummer 6">
            <a:extLst>
              <a:ext uri="{FF2B5EF4-FFF2-40B4-BE49-F238E27FC236}">
                <a16:creationId xmlns:a16="http://schemas.microsoft.com/office/drawing/2014/main" id="{12539EF3-2889-FC04-31FC-8AF48EAFC002}"/>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54870510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wo parts, subheader">
    <p:spTree>
      <p:nvGrpSpPr>
        <p:cNvPr id="1" name=""/>
        <p:cNvGrpSpPr/>
        <p:nvPr/>
      </p:nvGrpSpPr>
      <p:grpSpPr>
        <a:xfrm>
          <a:off x="0" y="0"/>
          <a:ext cx="0" cy="0"/>
          <a:chOff x="0" y="0"/>
          <a:chExt cx="0" cy="0"/>
        </a:xfrm>
      </p:grpSpPr>
      <p:sp>
        <p:nvSpPr>
          <p:cNvPr id="10" name="Rubrik 9">
            <a:extLst>
              <a:ext uri="{FF2B5EF4-FFF2-40B4-BE49-F238E27FC236}">
                <a16:creationId xmlns:a16="http://schemas.microsoft.com/office/drawing/2014/main" id="{C63C1EB8-E569-DA98-4D95-5FC12FB4C459}"/>
              </a:ext>
            </a:extLst>
          </p:cNvPr>
          <p:cNvSpPr>
            <a:spLocks noGrp="1"/>
          </p:cNvSpPr>
          <p:nvPr>
            <p:ph type="title"/>
          </p:nvPr>
        </p:nvSpPr>
        <p:spPr/>
        <p:txBody>
          <a:body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8DE1978A-D59D-BEB3-3574-B37CA68E4323}"/>
              </a:ext>
            </a:extLst>
          </p:cNvPr>
          <p:cNvSpPr>
            <a:spLocks noGrp="1"/>
          </p:cNvSpPr>
          <p:nvPr>
            <p:ph type="body" idx="1"/>
          </p:nvPr>
        </p:nvSpPr>
        <p:spPr>
          <a:xfrm>
            <a:off x="600075" y="1797111"/>
            <a:ext cx="5314950" cy="319971"/>
          </a:xfrm>
        </p:spPr>
        <p:txBody>
          <a:bodyPr anchor="b">
            <a:noAutofit/>
          </a:bodyPr>
          <a:lstStyle>
            <a:lvl1pPr marL="0" indent="0">
              <a:buNone/>
              <a:defRPr sz="1800" b="1">
                <a:solidFill>
                  <a:schemeClr val="accent1"/>
                </a:solidFill>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4" name="Platshållare för innehåll 3">
            <a:extLst>
              <a:ext uri="{FF2B5EF4-FFF2-40B4-BE49-F238E27FC236}">
                <a16:creationId xmlns:a16="http://schemas.microsoft.com/office/drawing/2014/main" id="{3FDE66B4-4491-C676-4004-9327D92F0111}"/>
              </a:ext>
            </a:extLst>
          </p:cNvPr>
          <p:cNvSpPr>
            <a:spLocks noGrp="1"/>
          </p:cNvSpPr>
          <p:nvPr>
            <p:ph sz="half" idx="2"/>
          </p:nvPr>
        </p:nvSpPr>
        <p:spPr>
          <a:xfrm>
            <a:off x="600075" y="2179165"/>
            <a:ext cx="5314950" cy="4148611"/>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5" name="Platshållare för text 4">
            <a:extLst>
              <a:ext uri="{FF2B5EF4-FFF2-40B4-BE49-F238E27FC236}">
                <a16:creationId xmlns:a16="http://schemas.microsoft.com/office/drawing/2014/main" id="{F55884CC-21E7-90D7-61AB-0459599D097A}"/>
              </a:ext>
            </a:extLst>
          </p:cNvPr>
          <p:cNvSpPr>
            <a:spLocks noGrp="1"/>
          </p:cNvSpPr>
          <p:nvPr>
            <p:ph type="body" sz="quarter" idx="3"/>
          </p:nvPr>
        </p:nvSpPr>
        <p:spPr>
          <a:xfrm>
            <a:off x="6275388" y="1797111"/>
            <a:ext cx="5314950" cy="319971"/>
          </a:xfrm>
        </p:spPr>
        <p:txBody>
          <a:bodyPr anchor="b">
            <a:noAutofit/>
          </a:bodyPr>
          <a:lstStyle>
            <a:lvl1pPr marL="0" indent="0">
              <a:buNone/>
              <a:defRPr sz="1800" b="1">
                <a:solidFill>
                  <a:schemeClr val="accent1"/>
                </a:solidFill>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6" name="Platshållare för innehåll 5">
            <a:extLst>
              <a:ext uri="{FF2B5EF4-FFF2-40B4-BE49-F238E27FC236}">
                <a16:creationId xmlns:a16="http://schemas.microsoft.com/office/drawing/2014/main" id="{C9A9E6FC-CBB8-1BD8-F388-D4BAEC7E1F13}"/>
              </a:ext>
            </a:extLst>
          </p:cNvPr>
          <p:cNvSpPr>
            <a:spLocks noGrp="1"/>
          </p:cNvSpPr>
          <p:nvPr>
            <p:ph sz="quarter" idx="4"/>
          </p:nvPr>
        </p:nvSpPr>
        <p:spPr>
          <a:xfrm>
            <a:off x="6275388" y="2179163"/>
            <a:ext cx="5314950" cy="4148611"/>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7" name="Platshållare för datum 6">
            <a:extLst>
              <a:ext uri="{FF2B5EF4-FFF2-40B4-BE49-F238E27FC236}">
                <a16:creationId xmlns:a16="http://schemas.microsoft.com/office/drawing/2014/main" id="{CAFDD56A-1297-3792-8143-D555882FE2CA}"/>
              </a:ext>
            </a:extLst>
          </p:cNvPr>
          <p:cNvSpPr>
            <a:spLocks noGrp="1"/>
          </p:cNvSpPr>
          <p:nvPr>
            <p:ph type="dt" sz="half" idx="10"/>
          </p:nvPr>
        </p:nvSpPr>
        <p:spPr/>
        <p:txBody>
          <a:bodyPr/>
          <a:lstStyle/>
          <a:p>
            <a:fld id="{3626A2DA-BD88-784C-A132-57FFB928491A}" type="datetime1">
              <a:rPr lang="sv-SE" smtClean="0"/>
              <a:t>2024-11-29</a:t>
            </a:fld>
            <a:endParaRPr lang="sv-SE"/>
          </a:p>
        </p:txBody>
      </p:sp>
      <p:sp>
        <p:nvSpPr>
          <p:cNvPr id="8" name="Platshållare för sidfot 7">
            <a:extLst>
              <a:ext uri="{FF2B5EF4-FFF2-40B4-BE49-F238E27FC236}">
                <a16:creationId xmlns:a16="http://schemas.microsoft.com/office/drawing/2014/main" id="{A57BD6EF-A167-CE86-7A77-2162641605FD}"/>
              </a:ext>
            </a:extLst>
          </p:cNvPr>
          <p:cNvSpPr>
            <a:spLocks noGrp="1"/>
          </p:cNvSpPr>
          <p:nvPr>
            <p:ph type="ftr" sz="quarter" idx="11"/>
          </p:nvPr>
        </p:nvSpPr>
        <p:spPr/>
        <p:txBody>
          <a:bodyPr/>
          <a:lstStyle/>
          <a:p>
            <a:r>
              <a:rPr lang="sv-SE"/>
              <a:t>Presentation footer</a:t>
            </a:r>
          </a:p>
        </p:txBody>
      </p:sp>
      <p:sp>
        <p:nvSpPr>
          <p:cNvPr id="9" name="Platshållare för bildnummer 8">
            <a:extLst>
              <a:ext uri="{FF2B5EF4-FFF2-40B4-BE49-F238E27FC236}">
                <a16:creationId xmlns:a16="http://schemas.microsoft.com/office/drawing/2014/main" id="{CDB4B22B-EE55-F7F6-4734-928F7B66EC5D}"/>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71976190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ext and image">
    <p:spTree>
      <p:nvGrpSpPr>
        <p:cNvPr id="1" name=""/>
        <p:cNvGrpSpPr/>
        <p:nvPr/>
      </p:nvGrpSpPr>
      <p:grpSpPr>
        <a:xfrm>
          <a:off x="0" y="0"/>
          <a:ext cx="0" cy="0"/>
          <a:chOff x="0" y="0"/>
          <a:chExt cx="0" cy="0"/>
        </a:xfrm>
      </p:grpSpPr>
      <p:sp>
        <p:nvSpPr>
          <p:cNvPr id="7" name="Rubrik 6">
            <a:extLst>
              <a:ext uri="{FF2B5EF4-FFF2-40B4-BE49-F238E27FC236}">
                <a16:creationId xmlns:a16="http://schemas.microsoft.com/office/drawing/2014/main" id="{9B9D78B8-14EA-7C8B-0F6E-5FC0A61A7676}"/>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6" name="Platshållare för innehåll 2">
            <a:extLst>
              <a:ext uri="{FF2B5EF4-FFF2-40B4-BE49-F238E27FC236}">
                <a16:creationId xmlns:a16="http://schemas.microsoft.com/office/drawing/2014/main" id="{C8E71948-DDFC-93D6-07D4-FA5E9923A9C4}"/>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Platshållare för bild 2">
            <a:extLst>
              <a:ext uri="{FF2B5EF4-FFF2-40B4-BE49-F238E27FC236}">
                <a16:creationId xmlns:a16="http://schemas.microsoft.com/office/drawing/2014/main" id="{A51C4AA9-7CC2-70C9-89B3-A18AC9ECAA3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AC15C714-122B-4048-9D2D-1F5A3BEA504A}" type="datetime1">
              <a:rPr lang="sv-SE" smtClean="0"/>
              <a:t>2024-11-29</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362268588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Comparison, light blue">
    <p:bg>
      <p:bgPr>
        <a:solidFill>
          <a:schemeClr val="accent4"/>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3CE53B21-3BB0-7776-1C8F-14570934732F}"/>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sp>
        <p:nvSpPr>
          <p:cNvPr id="10" name="Rubrik 1">
            <a:extLst>
              <a:ext uri="{FF2B5EF4-FFF2-40B4-BE49-F238E27FC236}">
                <a16:creationId xmlns:a16="http://schemas.microsoft.com/office/drawing/2014/main" id="{70BAD773-C5A8-1DD6-DAEF-296346C1E1B4}"/>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8" name="Platshållare för innehåll 1">
            <a:extLst>
              <a:ext uri="{FF2B5EF4-FFF2-40B4-BE49-F238E27FC236}">
                <a16:creationId xmlns:a16="http://schemas.microsoft.com/office/drawing/2014/main" id="{9E21FC13-6345-3248-A947-DE8A8903EE8D}"/>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11" name="Rubrik 2">
            <a:extLst>
              <a:ext uri="{FF2B5EF4-FFF2-40B4-BE49-F238E27FC236}">
                <a16:creationId xmlns:a16="http://schemas.microsoft.com/office/drawing/2014/main" id="{45E054D9-4635-C7AD-5248-012C9290BBA9}"/>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9" name="Platshållare för innehåll 2">
            <a:extLst>
              <a:ext uri="{FF2B5EF4-FFF2-40B4-BE49-F238E27FC236}">
                <a16:creationId xmlns:a16="http://schemas.microsoft.com/office/drawing/2014/main" id="{08973148-6FE0-2E5B-CDAC-B5A8EFA5DCAF}"/>
              </a:ext>
            </a:extLst>
          </p:cNvPr>
          <p:cNvSpPr>
            <a:spLocks noGrp="1"/>
          </p:cNvSpPr>
          <p:nvPr>
            <p:ph sz="half" idx="13"/>
          </p:nvPr>
        </p:nvSpPr>
        <p:spPr>
          <a:xfrm>
            <a:off x="6661947" y="2281473"/>
            <a:ext cx="4928391"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EE5E874D-60F8-8B45-B36B-3029A6FA7FCB}" type="datetime1">
              <a:rPr lang="sv-SE" smtClean="0"/>
              <a:t>2024-11-29</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3179425116"/>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mparison, sand">
    <p:bg>
      <p:bgPr>
        <a:solidFill>
          <a:schemeClr val="bg2"/>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D98A3471-E78E-5A25-CDCD-A70A1BA88DD1}"/>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A2A70668-AB85-7E63-22C0-B9431D72BC07}"/>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1" name="Platshållare för innehåll 1">
            <a:extLst>
              <a:ext uri="{FF2B5EF4-FFF2-40B4-BE49-F238E27FC236}">
                <a16:creationId xmlns:a16="http://schemas.microsoft.com/office/drawing/2014/main" id="{65773533-9418-9BC8-07BE-DE1982D8EE15}"/>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592051F6-14B7-8364-56E9-FC036767257B}"/>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BF2B79C1-A27F-5DA9-D1F0-FC96C9A68BC7}"/>
              </a:ext>
            </a:extLst>
          </p:cNvPr>
          <p:cNvSpPr>
            <a:spLocks noGrp="1"/>
          </p:cNvSpPr>
          <p:nvPr>
            <p:ph sz="half" idx="13"/>
          </p:nvPr>
        </p:nvSpPr>
        <p:spPr>
          <a:xfrm>
            <a:off x="6661947" y="2281473"/>
            <a:ext cx="4928391"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7FE3A002-8AA0-194E-81B1-1ADE5B52840E}" type="datetime1">
              <a:rPr lang="sv-SE" smtClean="0"/>
              <a:t>2024-11-29</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61694829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omparison, KTH blue">
    <p:bg>
      <p:bgPr>
        <a:solidFill>
          <a:schemeClr val="accent1"/>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83C6AD54-EED3-3960-39F1-6C44C49ED29A}"/>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3B85E6DD-F8DF-4BBD-E46A-52EC6D703C63}"/>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3" name="Platshållare för innehåll 1">
            <a:extLst>
              <a:ext uri="{FF2B5EF4-FFF2-40B4-BE49-F238E27FC236}">
                <a16:creationId xmlns:a16="http://schemas.microsoft.com/office/drawing/2014/main" id="{DD1CE06C-E8A4-9360-B155-3B7D11D411EA}"/>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CC32D746-BC2A-D4E0-4FDE-8026A3339744}"/>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bg1"/>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0B6CAC2E-851A-9B60-91F5-AEEA25AB753E}"/>
              </a:ext>
            </a:extLst>
          </p:cNvPr>
          <p:cNvSpPr>
            <a:spLocks noGrp="1"/>
          </p:cNvSpPr>
          <p:nvPr>
            <p:ph sz="half" idx="13"/>
          </p:nvPr>
        </p:nvSpPr>
        <p:spPr>
          <a:xfrm>
            <a:off x="6661947" y="2281473"/>
            <a:ext cx="4928391" cy="4046300"/>
          </a:xfrm>
        </p:spPr>
        <p:txBody>
          <a:bodyPr/>
          <a:lstStyle>
            <a:lvl1pPr>
              <a:buClr>
                <a:schemeClr val="accent2"/>
              </a:buClr>
              <a:defRPr>
                <a:solidFill>
                  <a:schemeClr val="bg1"/>
                </a:solidFill>
              </a:defRPr>
            </a:lvl1pPr>
            <a:lvl2pPr>
              <a:buClr>
                <a:schemeClr val="accent2"/>
              </a:buClr>
              <a:defRPr>
                <a:solidFill>
                  <a:schemeClr val="bg1"/>
                </a:solidFill>
              </a:defRPr>
            </a:lvl2pPr>
            <a:lvl3pPr>
              <a:buClr>
                <a:schemeClr val="accent2"/>
              </a:buClr>
              <a:defRPr>
                <a:solidFill>
                  <a:schemeClr val="bg1"/>
                </a:solidFill>
              </a:defRPr>
            </a:lvl3pPr>
            <a:lvl4pPr>
              <a:buClr>
                <a:schemeClr val="accent2"/>
              </a:buClr>
              <a:defRPr>
                <a:solidFill>
                  <a:schemeClr val="bg1"/>
                </a:solidFill>
              </a:defRPr>
            </a:lvl4pPr>
            <a:lvl5pPr>
              <a:buClr>
                <a:schemeClr val="accent2"/>
              </a:buClr>
              <a:defRPr>
                <a:solidFill>
                  <a:schemeClr val="bg1"/>
                </a:solidFill>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B003E109-5503-A446-83DE-4F0349794E27}" type="datetime1">
              <a:rPr lang="sv-SE" smtClean="0"/>
              <a:t>2024-11-29</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237156728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Comparison, navy blue">
    <p:bg>
      <p:bgPr>
        <a:solidFill>
          <a:schemeClr val="tx2"/>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4BFF3707-BCF8-3B40-4A6E-BB485A3058DD}"/>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7E30C4E1-FD13-FB51-43E8-4F36CF652781}"/>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3" name="Platshållare för innehåll 1">
            <a:extLst>
              <a:ext uri="{FF2B5EF4-FFF2-40B4-BE49-F238E27FC236}">
                <a16:creationId xmlns:a16="http://schemas.microsoft.com/office/drawing/2014/main" id="{E649F8F8-B8DB-7C5C-A600-75F519BA5D5A}"/>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D24132AE-47F1-716B-6975-B6DE84BD7143}"/>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bg1"/>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C2860E0A-4616-275E-6EEB-5B0EBBD9F7E3}"/>
              </a:ext>
            </a:extLst>
          </p:cNvPr>
          <p:cNvSpPr>
            <a:spLocks noGrp="1"/>
          </p:cNvSpPr>
          <p:nvPr>
            <p:ph sz="half" idx="13"/>
          </p:nvPr>
        </p:nvSpPr>
        <p:spPr>
          <a:xfrm>
            <a:off x="6661947" y="2281473"/>
            <a:ext cx="4928391" cy="404630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1F9706F9-3770-3C47-9C0E-E405B1F87DBD}" type="datetime1">
              <a:rPr lang="sv-SE" smtClean="0"/>
              <a:t>2024-11-29</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334309726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omparison, green">
    <p:bg>
      <p:bgPr>
        <a:solidFill>
          <a:srgbClr val="C7EBBA"/>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3C498978-27A1-BC36-D1C0-F12E64FC5C0E}"/>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58CDF499-9790-E8A2-3B44-8DDFA267A94F}"/>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1" name="Platshållare för innehåll 1">
            <a:extLst>
              <a:ext uri="{FF2B5EF4-FFF2-40B4-BE49-F238E27FC236}">
                <a16:creationId xmlns:a16="http://schemas.microsoft.com/office/drawing/2014/main" id="{86430320-1A4F-412F-300A-456151767E30}"/>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9B510906-94F4-6B14-FDC7-76CDBAF81A19}"/>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334025BC-079F-EA86-F798-CAD6618E645E}"/>
              </a:ext>
            </a:extLst>
          </p:cNvPr>
          <p:cNvSpPr>
            <a:spLocks noGrp="1"/>
          </p:cNvSpPr>
          <p:nvPr>
            <p:ph sz="half" idx="13"/>
          </p:nvPr>
        </p:nvSpPr>
        <p:spPr>
          <a:xfrm>
            <a:off x="6661947" y="2281473"/>
            <a:ext cx="4928391"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8E503FC7-D8F6-4243-8CCB-9A739180F56A}" type="datetime1">
              <a:rPr lang="sv-SE" smtClean="0"/>
              <a:t>2024-11-29</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121250254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Comparison, teal">
    <p:bg>
      <p:bgPr>
        <a:solidFill>
          <a:srgbClr val="B2E0E0"/>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925A3E22-BA62-7F69-450C-20B52F594B73}"/>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E1E07B9C-02BD-AC56-ABC5-455CEBB24ACF}"/>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1" name="Platshållare för innehåll 1">
            <a:extLst>
              <a:ext uri="{FF2B5EF4-FFF2-40B4-BE49-F238E27FC236}">
                <a16:creationId xmlns:a16="http://schemas.microsoft.com/office/drawing/2014/main" id="{22D67319-CD30-B99B-C636-4905BD0CE9D9}"/>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FE151B58-3B63-330E-7BE5-9A36F8D82000}"/>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1BA7EFEF-D6C1-C9F7-8504-107188FC0566}"/>
              </a:ext>
            </a:extLst>
          </p:cNvPr>
          <p:cNvSpPr>
            <a:spLocks noGrp="1"/>
          </p:cNvSpPr>
          <p:nvPr>
            <p:ph sz="half" idx="13"/>
          </p:nvPr>
        </p:nvSpPr>
        <p:spPr>
          <a:xfrm>
            <a:off x="6661947" y="2281473"/>
            <a:ext cx="4928391"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9719EDF7-C24A-7E4C-9EBB-98C778ECC35A}" type="datetime1">
              <a:rPr lang="sv-SE" smtClean="0"/>
              <a:t>2024-11-29</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390621745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mparison, red">
    <p:bg>
      <p:bgPr>
        <a:solidFill>
          <a:srgbClr val="FFCCC4"/>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0A12FA56-217E-78A9-0201-C28109AB8E93}"/>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214F56B9-DEF6-409D-736C-E96172170452}"/>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1" name="Platshållare för innehåll 1">
            <a:extLst>
              <a:ext uri="{FF2B5EF4-FFF2-40B4-BE49-F238E27FC236}">
                <a16:creationId xmlns:a16="http://schemas.microsoft.com/office/drawing/2014/main" id="{C0ECC4A3-C076-B625-7E77-9DE3F047B9BB}"/>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0A9AF8D0-B58B-0439-D162-96136F7DA0C7}"/>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BC163C54-5959-5606-C36B-9E364C931E73}"/>
              </a:ext>
            </a:extLst>
          </p:cNvPr>
          <p:cNvSpPr>
            <a:spLocks noGrp="1"/>
          </p:cNvSpPr>
          <p:nvPr>
            <p:ph sz="half" idx="13"/>
          </p:nvPr>
        </p:nvSpPr>
        <p:spPr>
          <a:xfrm>
            <a:off x="6661947" y="2281473"/>
            <a:ext cx="4928391"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6DB96772-CADE-B345-804B-3DF93A11AE0A}" type="datetime1">
              <a:rPr lang="sv-SE" smtClean="0"/>
              <a:t>2024-11-29</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417844041"/>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mparison, yellow">
    <p:bg>
      <p:bgPr>
        <a:solidFill>
          <a:srgbClr val="FFF0B0"/>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A5D08FD5-CEDA-760E-6063-D0EA59B0D676}"/>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F9485CCE-1723-48F8-36F7-B271C8911C85}"/>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1" name="Platshållare för innehåll 1">
            <a:extLst>
              <a:ext uri="{FF2B5EF4-FFF2-40B4-BE49-F238E27FC236}">
                <a16:creationId xmlns:a16="http://schemas.microsoft.com/office/drawing/2014/main" id="{020AD7BA-30E7-614D-F529-872AA9BB7A1A}"/>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976FF026-F97C-9444-5B6A-C4AF50690ADD}"/>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93803107-D46C-D12D-AAD7-E84641384E1F}"/>
              </a:ext>
            </a:extLst>
          </p:cNvPr>
          <p:cNvSpPr>
            <a:spLocks noGrp="1"/>
          </p:cNvSpPr>
          <p:nvPr>
            <p:ph sz="half" idx="13"/>
          </p:nvPr>
        </p:nvSpPr>
        <p:spPr>
          <a:xfrm>
            <a:off x="6661947" y="2281473"/>
            <a:ext cx="4928391"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669F8B43-28B6-0949-93DC-6B291391CFD4}" type="datetime1">
              <a:rPr lang="sv-SE" smtClean="0"/>
              <a:t>2024-11-29</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2650259269"/>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Headline and 1 image">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4" y="1919288"/>
            <a:ext cx="10990263"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3450A6BD-1EFB-BD42-9DC0-F0A6BEB4C27D}" type="datetime1">
              <a:rPr lang="sv-SE" smtClean="0"/>
              <a:t>2024-11-29</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456669123"/>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Headline and 2 imag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5314950"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6273800" y="1919288"/>
            <a:ext cx="5314950"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ADBDFCF2-2839-8D4F-B5E5-9B488CE2E4EE}" type="datetime1">
              <a:rPr lang="sv-SE" smtClean="0"/>
              <a:t>2024-11-29</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906981804"/>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Headline and 2 images, text">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5314950"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9" name="Platshållare för text 2">
            <a:extLst>
              <a:ext uri="{FF2B5EF4-FFF2-40B4-BE49-F238E27FC236}">
                <a16:creationId xmlns:a16="http://schemas.microsoft.com/office/drawing/2014/main" id="{BC674729-23CB-CE55-418D-9B4DA58EC148}"/>
              </a:ext>
            </a:extLst>
          </p:cNvPr>
          <p:cNvSpPr>
            <a:spLocks noGrp="1"/>
          </p:cNvSpPr>
          <p:nvPr>
            <p:ph type="body" sz="quarter" idx="16"/>
          </p:nvPr>
        </p:nvSpPr>
        <p:spPr>
          <a:xfrm>
            <a:off x="600075" y="5226050"/>
            <a:ext cx="5314950"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6273800" y="1919288"/>
            <a:ext cx="5314950"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0" name="Platshållare för text 3">
            <a:extLst>
              <a:ext uri="{FF2B5EF4-FFF2-40B4-BE49-F238E27FC236}">
                <a16:creationId xmlns:a16="http://schemas.microsoft.com/office/drawing/2014/main" id="{4E2E81CD-B9BA-4D4B-D687-9453DEF10687}"/>
              </a:ext>
            </a:extLst>
          </p:cNvPr>
          <p:cNvSpPr>
            <a:spLocks noGrp="1"/>
          </p:cNvSpPr>
          <p:nvPr>
            <p:ph type="body" sz="quarter" idx="17"/>
          </p:nvPr>
        </p:nvSpPr>
        <p:spPr>
          <a:xfrm>
            <a:off x="6275388" y="5226050"/>
            <a:ext cx="5314950"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47A9746E-62D8-944D-99B0-D98695592DCF}" type="datetime1">
              <a:rPr lang="sv-SE" smtClean="0"/>
              <a:t>2024-11-29</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469727001"/>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Headline and 3 imag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3424238"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4383881" y="1919288"/>
            <a:ext cx="3424238"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8" name="Platshållare för bild 4">
            <a:extLst>
              <a:ext uri="{FF2B5EF4-FFF2-40B4-BE49-F238E27FC236}">
                <a16:creationId xmlns:a16="http://schemas.microsoft.com/office/drawing/2014/main" id="{D890193F-9CCD-2775-F25C-FAC1CA41A744}"/>
              </a:ext>
            </a:extLst>
          </p:cNvPr>
          <p:cNvSpPr>
            <a:spLocks noGrp="1"/>
          </p:cNvSpPr>
          <p:nvPr>
            <p:ph type="pic" sz="quarter" idx="15" hasCustomPrompt="1"/>
          </p:nvPr>
        </p:nvSpPr>
        <p:spPr>
          <a:xfrm>
            <a:off x="8167687" y="1919288"/>
            <a:ext cx="3424238"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EC42A3C6-0141-7544-8502-44E44E5AD51F}" type="datetime1">
              <a:rPr lang="sv-SE" smtClean="0"/>
              <a:t>2024-11-29</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121971238"/>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Headline and 3 images, text">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3424238"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0" name="Platshållare för text 2">
            <a:extLst>
              <a:ext uri="{FF2B5EF4-FFF2-40B4-BE49-F238E27FC236}">
                <a16:creationId xmlns:a16="http://schemas.microsoft.com/office/drawing/2014/main" id="{E8F9620A-7B37-2787-0C61-0CB4A6519E3C}"/>
              </a:ext>
            </a:extLst>
          </p:cNvPr>
          <p:cNvSpPr>
            <a:spLocks noGrp="1"/>
          </p:cNvSpPr>
          <p:nvPr>
            <p:ph type="body" sz="quarter" idx="16"/>
          </p:nvPr>
        </p:nvSpPr>
        <p:spPr>
          <a:xfrm>
            <a:off x="600075" y="5226050"/>
            <a:ext cx="3424238"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4383881" y="1919288"/>
            <a:ext cx="3424238"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1" name="Platshållare för text 3">
            <a:extLst>
              <a:ext uri="{FF2B5EF4-FFF2-40B4-BE49-F238E27FC236}">
                <a16:creationId xmlns:a16="http://schemas.microsoft.com/office/drawing/2014/main" id="{81E59C72-4325-9697-1B8F-6876044359F2}"/>
              </a:ext>
            </a:extLst>
          </p:cNvPr>
          <p:cNvSpPr>
            <a:spLocks noGrp="1"/>
          </p:cNvSpPr>
          <p:nvPr>
            <p:ph type="body" sz="quarter" idx="17"/>
          </p:nvPr>
        </p:nvSpPr>
        <p:spPr>
          <a:xfrm>
            <a:off x="4383881" y="5226050"/>
            <a:ext cx="3424238"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Platshållare för bild 4">
            <a:extLst>
              <a:ext uri="{FF2B5EF4-FFF2-40B4-BE49-F238E27FC236}">
                <a16:creationId xmlns:a16="http://schemas.microsoft.com/office/drawing/2014/main" id="{D890193F-9CCD-2775-F25C-FAC1CA41A744}"/>
              </a:ext>
            </a:extLst>
          </p:cNvPr>
          <p:cNvSpPr>
            <a:spLocks noGrp="1"/>
          </p:cNvSpPr>
          <p:nvPr>
            <p:ph type="pic" sz="quarter" idx="15" hasCustomPrompt="1"/>
          </p:nvPr>
        </p:nvSpPr>
        <p:spPr>
          <a:xfrm>
            <a:off x="8167687" y="1919288"/>
            <a:ext cx="3424238"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2" name="Platshållare för text 4">
            <a:extLst>
              <a:ext uri="{FF2B5EF4-FFF2-40B4-BE49-F238E27FC236}">
                <a16:creationId xmlns:a16="http://schemas.microsoft.com/office/drawing/2014/main" id="{04B71E10-09CE-4F1F-5969-3DD959F0102C}"/>
              </a:ext>
            </a:extLst>
          </p:cNvPr>
          <p:cNvSpPr>
            <a:spLocks noGrp="1"/>
          </p:cNvSpPr>
          <p:nvPr>
            <p:ph type="body" sz="quarter" idx="18"/>
          </p:nvPr>
        </p:nvSpPr>
        <p:spPr>
          <a:xfrm>
            <a:off x="8167687" y="5226050"/>
            <a:ext cx="3424238"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5A8E03F6-2D99-9C4F-8DF5-D169CFDD1A0C}" type="datetime1">
              <a:rPr lang="sv-SE" smtClean="0"/>
              <a:t>2024-11-29</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702957189"/>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Headline and 4 imag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2450307"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3446727" y="1919288"/>
            <a:ext cx="2450307"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8" name="Platshållare för bild 4">
            <a:extLst>
              <a:ext uri="{FF2B5EF4-FFF2-40B4-BE49-F238E27FC236}">
                <a16:creationId xmlns:a16="http://schemas.microsoft.com/office/drawing/2014/main" id="{D890193F-9CCD-2775-F25C-FAC1CA41A744}"/>
              </a:ext>
            </a:extLst>
          </p:cNvPr>
          <p:cNvSpPr>
            <a:spLocks noGrp="1"/>
          </p:cNvSpPr>
          <p:nvPr>
            <p:ph type="pic" sz="quarter" idx="15" hasCustomPrompt="1"/>
          </p:nvPr>
        </p:nvSpPr>
        <p:spPr>
          <a:xfrm>
            <a:off x="6293379" y="1919288"/>
            <a:ext cx="2450307"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9" name="Platshållare för bild 5">
            <a:extLst>
              <a:ext uri="{FF2B5EF4-FFF2-40B4-BE49-F238E27FC236}">
                <a16:creationId xmlns:a16="http://schemas.microsoft.com/office/drawing/2014/main" id="{E4D25720-B2A9-9FB1-1BDD-4161DED099B2}"/>
              </a:ext>
            </a:extLst>
          </p:cNvPr>
          <p:cNvSpPr>
            <a:spLocks noGrp="1"/>
          </p:cNvSpPr>
          <p:nvPr>
            <p:ph type="pic" sz="quarter" idx="16" hasCustomPrompt="1"/>
          </p:nvPr>
        </p:nvSpPr>
        <p:spPr>
          <a:xfrm>
            <a:off x="9140031" y="1919288"/>
            <a:ext cx="2450307"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8AF63115-71BE-3E46-BB5A-A4600F1506C7}" type="datetime1">
              <a:rPr lang="sv-SE" smtClean="0"/>
              <a:t>2024-11-29</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735712043"/>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Headline and 4 images, text">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2450307"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0" name="Platshållare för text 2">
            <a:extLst>
              <a:ext uri="{FF2B5EF4-FFF2-40B4-BE49-F238E27FC236}">
                <a16:creationId xmlns:a16="http://schemas.microsoft.com/office/drawing/2014/main" id="{D90C2B5D-CFFA-002C-8403-A5BA4FD6C513}"/>
              </a:ext>
            </a:extLst>
          </p:cNvPr>
          <p:cNvSpPr>
            <a:spLocks noGrp="1"/>
          </p:cNvSpPr>
          <p:nvPr>
            <p:ph type="body" sz="quarter" idx="17"/>
          </p:nvPr>
        </p:nvSpPr>
        <p:spPr>
          <a:xfrm>
            <a:off x="600075" y="5226050"/>
            <a:ext cx="2450307"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3446727" y="1919288"/>
            <a:ext cx="2450307"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4" name="Platshållare för text 3">
            <a:extLst>
              <a:ext uri="{FF2B5EF4-FFF2-40B4-BE49-F238E27FC236}">
                <a16:creationId xmlns:a16="http://schemas.microsoft.com/office/drawing/2014/main" id="{F4E32133-1B05-00E9-FC72-16105F20E5D8}"/>
              </a:ext>
            </a:extLst>
          </p:cNvPr>
          <p:cNvSpPr>
            <a:spLocks noGrp="1"/>
          </p:cNvSpPr>
          <p:nvPr>
            <p:ph type="body" sz="quarter" idx="18"/>
          </p:nvPr>
        </p:nvSpPr>
        <p:spPr>
          <a:xfrm>
            <a:off x="3446727" y="5226050"/>
            <a:ext cx="2450307"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Platshållare för bild 4">
            <a:extLst>
              <a:ext uri="{FF2B5EF4-FFF2-40B4-BE49-F238E27FC236}">
                <a16:creationId xmlns:a16="http://schemas.microsoft.com/office/drawing/2014/main" id="{D890193F-9CCD-2775-F25C-FAC1CA41A744}"/>
              </a:ext>
            </a:extLst>
          </p:cNvPr>
          <p:cNvSpPr>
            <a:spLocks noGrp="1"/>
          </p:cNvSpPr>
          <p:nvPr>
            <p:ph type="pic" sz="quarter" idx="15" hasCustomPrompt="1"/>
          </p:nvPr>
        </p:nvSpPr>
        <p:spPr>
          <a:xfrm>
            <a:off x="6293379" y="1919288"/>
            <a:ext cx="2450307"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5" name="Platshållare för text 4">
            <a:extLst>
              <a:ext uri="{FF2B5EF4-FFF2-40B4-BE49-F238E27FC236}">
                <a16:creationId xmlns:a16="http://schemas.microsoft.com/office/drawing/2014/main" id="{9FBEA034-4378-57AD-9BAA-D23952A616CE}"/>
              </a:ext>
            </a:extLst>
          </p:cNvPr>
          <p:cNvSpPr>
            <a:spLocks noGrp="1"/>
          </p:cNvSpPr>
          <p:nvPr>
            <p:ph type="body" sz="quarter" idx="19"/>
          </p:nvPr>
        </p:nvSpPr>
        <p:spPr>
          <a:xfrm>
            <a:off x="6293379" y="5226050"/>
            <a:ext cx="2450307"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9" name="Platshållare för bild 5">
            <a:extLst>
              <a:ext uri="{FF2B5EF4-FFF2-40B4-BE49-F238E27FC236}">
                <a16:creationId xmlns:a16="http://schemas.microsoft.com/office/drawing/2014/main" id="{E4D25720-B2A9-9FB1-1BDD-4161DED099B2}"/>
              </a:ext>
            </a:extLst>
          </p:cNvPr>
          <p:cNvSpPr>
            <a:spLocks noGrp="1"/>
          </p:cNvSpPr>
          <p:nvPr>
            <p:ph type="pic" sz="quarter" idx="16" hasCustomPrompt="1"/>
          </p:nvPr>
        </p:nvSpPr>
        <p:spPr>
          <a:xfrm>
            <a:off x="9140031" y="1919288"/>
            <a:ext cx="2450307"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6" name="Platshållare för text 5">
            <a:extLst>
              <a:ext uri="{FF2B5EF4-FFF2-40B4-BE49-F238E27FC236}">
                <a16:creationId xmlns:a16="http://schemas.microsoft.com/office/drawing/2014/main" id="{06D592E5-8C13-50D1-1CCC-8F6917A28780}"/>
              </a:ext>
            </a:extLst>
          </p:cNvPr>
          <p:cNvSpPr>
            <a:spLocks noGrp="1"/>
          </p:cNvSpPr>
          <p:nvPr>
            <p:ph type="body" sz="quarter" idx="20"/>
          </p:nvPr>
        </p:nvSpPr>
        <p:spPr>
          <a:xfrm>
            <a:off x="9140030" y="5226050"/>
            <a:ext cx="2450307"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309FED66-59CE-6445-BA05-B37954B8CE47}" type="datetime1">
              <a:rPr lang="sv-SE" smtClean="0"/>
              <a:t>2024-11-29</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448386697"/>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Headline only">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smtClean="0"/>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8C332B6B-9A86-944B-B689-8453757791DF}" type="datetime1">
              <a:rPr lang="sv-SE" smtClean="0"/>
              <a:t>2024-11-29</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spTree>
    <p:extLst>
      <p:ext uri="{BB962C8B-B14F-4D97-AF65-F5344CB8AC3E}">
        <p14:creationId xmlns:p14="http://schemas.microsoft.com/office/powerpoint/2010/main" val="4012770710"/>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Headline only, light blue lin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smtClean="0"/>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1957E16A-1246-F744-BDA8-D5896FB385F8}" type="datetime1">
              <a:rPr lang="sv-SE" smtClean="0"/>
              <a:t>2024-11-29</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pic>
        <p:nvPicPr>
          <p:cNvPr id="6" name="Bild 5">
            <a:extLst>
              <a:ext uri="{FF2B5EF4-FFF2-40B4-BE49-F238E27FC236}">
                <a16:creationId xmlns:a16="http://schemas.microsoft.com/office/drawing/2014/main" id="{2CD49F62-B17F-4256-87E8-B48CEC1AECFD}"/>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rcRect r="70668" b="27986"/>
          <a:stretch/>
        </p:blipFill>
        <p:spPr>
          <a:xfrm rot="10800000">
            <a:off x="8615880" y="1919288"/>
            <a:ext cx="3576120" cy="4938712"/>
          </a:xfrm>
          <a:prstGeom prst="rect">
            <a:avLst/>
          </a:prstGeom>
        </p:spPr>
      </p:pic>
    </p:spTree>
    <p:extLst>
      <p:ext uri="{BB962C8B-B14F-4D97-AF65-F5344CB8AC3E}">
        <p14:creationId xmlns:p14="http://schemas.microsoft.com/office/powerpoint/2010/main" val="4285149322"/>
      </p:ext>
    </p:extLst>
  </p:cSld>
  <p:clrMapOvr>
    <a:masterClrMapping/>
  </p:clrMapOvr>
  <p:timing>
    <p:tnLst>
      <p:par>
        <p:cTn id="1" dur="indefinite" restart="never" nodeType="tmRoot"/>
      </p:par>
    </p:tnLst>
  </p:timing>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Headline only, sand lin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smtClean="0"/>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68888E78-A3E8-2E47-A37C-B0DACC4AC38C}" type="datetime1">
              <a:rPr lang="sv-SE" smtClean="0"/>
              <a:t>2024-11-29</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pic>
        <p:nvPicPr>
          <p:cNvPr id="6" name="Bild 5">
            <a:extLst>
              <a:ext uri="{FF2B5EF4-FFF2-40B4-BE49-F238E27FC236}">
                <a16:creationId xmlns:a16="http://schemas.microsoft.com/office/drawing/2014/main" id="{70BC9548-E26C-77A2-1994-5B2D723366A9}"/>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rcRect r="70668" b="27986"/>
          <a:stretch/>
        </p:blipFill>
        <p:spPr>
          <a:xfrm rot="10800000">
            <a:off x="8615880" y="1919288"/>
            <a:ext cx="3576120" cy="4938712"/>
          </a:xfrm>
          <a:prstGeom prst="rect">
            <a:avLst/>
          </a:prstGeom>
        </p:spPr>
      </p:pic>
    </p:spTree>
    <p:extLst>
      <p:ext uri="{BB962C8B-B14F-4D97-AF65-F5344CB8AC3E}">
        <p14:creationId xmlns:p14="http://schemas.microsoft.com/office/powerpoint/2010/main" val="567527219"/>
      </p:ext>
    </p:extLst>
  </p:cSld>
  <p:clrMapOvr>
    <a:masterClrMapping/>
  </p:clrMapOvr>
  <p:timing>
    <p:tnLst>
      <p:par>
        <p:cTn id="1" dur="indefinite" restart="never" nodeType="tmRoot"/>
      </p:par>
    </p:tnLst>
  </p:timing>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Headline only, light blue">
    <p:bg>
      <p:bgPr>
        <a:solidFill>
          <a:schemeClr val="accent4"/>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smtClean="0"/>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AC1801B8-2ABD-E645-B0F3-2F4D3FFFF5AE}" type="datetime1">
              <a:rPr lang="sv-SE" smtClean="0"/>
              <a:t>2024-11-29</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pic>
        <p:nvPicPr>
          <p:cNvPr id="6" name="Bild 5">
            <a:extLst>
              <a:ext uri="{FF2B5EF4-FFF2-40B4-BE49-F238E27FC236}">
                <a16:creationId xmlns:a16="http://schemas.microsoft.com/office/drawing/2014/main" id="{C21FC7DD-9D09-44CA-0597-9DEB74E2004D}"/>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rcRect r="70668" b="27986"/>
          <a:stretch/>
        </p:blipFill>
        <p:spPr>
          <a:xfrm rot="10800000">
            <a:off x="8615880" y="1919288"/>
            <a:ext cx="3576120" cy="4938712"/>
          </a:xfrm>
          <a:prstGeom prst="rect">
            <a:avLst/>
          </a:prstGeom>
        </p:spPr>
      </p:pic>
    </p:spTree>
    <p:extLst>
      <p:ext uri="{BB962C8B-B14F-4D97-AF65-F5344CB8AC3E}">
        <p14:creationId xmlns:p14="http://schemas.microsoft.com/office/powerpoint/2010/main" val="3776879057"/>
      </p:ext>
    </p:extLst>
  </p:cSld>
  <p:clrMapOvr>
    <a:masterClrMapping/>
  </p:clrMapOvr>
  <p:timing>
    <p:tnLst>
      <p:par>
        <p:cTn id="1" dur="indefinite" restart="never" nodeType="tmRoot"/>
      </p:par>
    </p:tnLst>
  </p:timing>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Headline only, sand">
    <p:bg>
      <p:bgPr>
        <a:solidFill>
          <a:schemeClr val="bg2"/>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smtClean="0"/>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164FA935-6078-184F-946C-D8B2130A7BC4}" type="datetime1">
              <a:rPr lang="sv-SE" smtClean="0"/>
              <a:t>2024-11-29</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pic>
        <p:nvPicPr>
          <p:cNvPr id="6" name="Bild 5">
            <a:extLst>
              <a:ext uri="{FF2B5EF4-FFF2-40B4-BE49-F238E27FC236}">
                <a16:creationId xmlns:a16="http://schemas.microsoft.com/office/drawing/2014/main" id="{B0E08DE0-7713-2F89-9CAE-718563F453A7}"/>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rcRect r="70668" b="27986"/>
          <a:stretch/>
        </p:blipFill>
        <p:spPr>
          <a:xfrm rot="10800000">
            <a:off x="8615880" y="1919288"/>
            <a:ext cx="3576120" cy="4938712"/>
          </a:xfrm>
          <a:prstGeom prst="rect">
            <a:avLst/>
          </a:prstGeom>
        </p:spPr>
      </p:pic>
    </p:spTree>
    <p:extLst>
      <p:ext uri="{BB962C8B-B14F-4D97-AF65-F5344CB8AC3E}">
        <p14:creationId xmlns:p14="http://schemas.microsoft.com/office/powerpoint/2010/main" val="2293152745"/>
      </p:ext>
    </p:extLst>
  </p:cSld>
  <p:clrMapOvr>
    <a:masterClrMapping/>
  </p:clrMapOvr>
  <p:timing>
    <p:tnLst>
      <p:par>
        <p:cTn id="1" dur="indefinite" restart="never" nodeType="tmRoot"/>
      </p:par>
    </p:tnLst>
  </p:timing>
</p:sldLayout>
</file>

<file path=ppt/slideLayouts/slideLayout40.xml><?xml version="1.0" encoding="utf-8"?>
<p:sldLayout xmlns:a="http://schemas.openxmlformats.org/drawingml/2006/main" xmlns:r="http://schemas.openxmlformats.org/officeDocument/2006/relationships" xmlns:p="http://schemas.openxmlformats.org/presentationml/2006/main" type="blank" preserve="1">
  <p:cSld name="Empty">
    <p:spTree>
      <p:nvGrpSpPr>
        <p:cNvPr id="1" name=""/>
        <p:cNvGrpSpPr/>
        <p:nvPr/>
      </p:nvGrpSpPr>
      <p:grpSpPr>
        <a:xfrm>
          <a:off x="0" y="0"/>
          <a:ext cx="0" cy="0"/>
          <a:chOff x="0" y="0"/>
          <a:chExt cx="0" cy="0"/>
        </a:xfrm>
      </p:grpSpPr>
      <p:sp>
        <p:nvSpPr>
          <p:cNvPr id="2" name="Platshållare för datum 1">
            <a:extLst>
              <a:ext uri="{FF2B5EF4-FFF2-40B4-BE49-F238E27FC236}">
                <a16:creationId xmlns:a16="http://schemas.microsoft.com/office/drawing/2014/main" id="{CB35DBFB-5CDF-E32D-0562-6D92213809A1}"/>
              </a:ext>
            </a:extLst>
          </p:cNvPr>
          <p:cNvSpPr>
            <a:spLocks noGrp="1"/>
          </p:cNvSpPr>
          <p:nvPr>
            <p:ph type="dt" sz="half" idx="10"/>
          </p:nvPr>
        </p:nvSpPr>
        <p:spPr/>
        <p:txBody>
          <a:bodyPr/>
          <a:lstStyle/>
          <a:p>
            <a:fld id="{878DDE6C-6786-8C48-9317-AF0776715ACF}" type="datetime1">
              <a:rPr lang="sv-SE" smtClean="0"/>
              <a:t>2024-11-29</a:t>
            </a:fld>
            <a:endParaRPr lang="sv-SE"/>
          </a:p>
        </p:txBody>
      </p:sp>
      <p:sp>
        <p:nvSpPr>
          <p:cNvPr id="3" name="Platshållare för sidfot 2">
            <a:extLst>
              <a:ext uri="{FF2B5EF4-FFF2-40B4-BE49-F238E27FC236}">
                <a16:creationId xmlns:a16="http://schemas.microsoft.com/office/drawing/2014/main" id="{9757DD51-31A9-0B97-878B-DC725BEF456D}"/>
              </a:ext>
            </a:extLst>
          </p:cNvPr>
          <p:cNvSpPr>
            <a:spLocks noGrp="1"/>
          </p:cNvSpPr>
          <p:nvPr>
            <p:ph type="ftr" sz="quarter" idx="11"/>
          </p:nvPr>
        </p:nvSpPr>
        <p:spPr/>
        <p:txBody>
          <a:bodyPr/>
          <a:lstStyle/>
          <a:p>
            <a:r>
              <a:rPr lang="sv-SE"/>
              <a:t>Presentation footer</a:t>
            </a:r>
          </a:p>
        </p:txBody>
      </p:sp>
      <p:sp>
        <p:nvSpPr>
          <p:cNvPr id="4" name="Platshållare för bildnummer 3">
            <a:extLst>
              <a:ext uri="{FF2B5EF4-FFF2-40B4-BE49-F238E27FC236}">
                <a16:creationId xmlns:a16="http://schemas.microsoft.com/office/drawing/2014/main" id="{49810C51-F518-224E-FB91-8421FD7D6879}"/>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4134940099"/>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obj" preserve="1">
  <p:cSld name="Headline and content, top">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a:xfrm>
            <a:off x="1006764" y="326841"/>
            <a:ext cx="10583574" cy="591127"/>
          </a:xfrm>
        </p:spPr>
        <p:txBody>
          <a:bodyPr anchor="ctr"/>
          <a:lstStyle>
            <a:lvl1pPr>
              <a:defRPr sz="3200"/>
            </a:lvl1pPr>
          </a:lstStyle>
          <a:p>
            <a:r>
              <a:rPr lang="en-US" smtClean="0"/>
              <a:t>Click to edit Master title style</a:t>
            </a:r>
            <a:endParaRPr lang="sv-SE" dirty="0"/>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a:xfrm>
            <a:off x="600075" y="1366838"/>
            <a:ext cx="10990263" cy="4959313"/>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31CF0965-93C0-9548-8879-5851BCBC049F}" type="datetime1">
              <a:rPr lang="sv-SE" smtClean="0"/>
              <a:t>2024-11-29</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60580866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Headline only, top">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a:xfrm>
            <a:off x="1006764" y="326841"/>
            <a:ext cx="10583574" cy="591127"/>
          </a:xfrm>
        </p:spPr>
        <p:txBody>
          <a:bodyPr anchor="ctr"/>
          <a:lstStyle>
            <a:lvl1pPr>
              <a:defRPr sz="3200"/>
            </a:lvl1pPr>
          </a:lstStyle>
          <a:p>
            <a:r>
              <a:rPr lang="en-US" smtClean="0"/>
              <a:t>Click to edit Master title style</a:t>
            </a:r>
            <a:endParaRPr lang="sv-SE" dirty="0"/>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31CF0965-93C0-9548-8879-5851BCBC049F}" type="datetime1">
              <a:rPr lang="sv-SE" smtClean="0"/>
              <a:t>2024-11-29</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283336416"/>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showMasterSp="0" preserve="1" userDrawn="1">
  <p:cSld name="Logo">
    <p:bg>
      <p:bgPr>
        <a:solidFill>
          <a:schemeClr val="accent1"/>
        </a:solidFill>
        <a:effectLst/>
      </p:bgPr>
    </p:bg>
    <p:spTree>
      <p:nvGrpSpPr>
        <p:cNvPr id="1" name=""/>
        <p:cNvGrpSpPr/>
        <p:nvPr/>
      </p:nvGrpSpPr>
      <p:grpSpPr>
        <a:xfrm>
          <a:off x="0" y="0"/>
          <a:ext cx="0" cy="0"/>
          <a:chOff x="0" y="0"/>
          <a:chExt cx="0" cy="0"/>
        </a:xfrm>
      </p:grpSpPr>
      <p:pic>
        <p:nvPicPr>
          <p:cNvPr id="6" name="Bild 5">
            <a:extLst>
              <a:ext uri="{FF2B5EF4-FFF2-40B4-BE49-F238E27FC236}">
                <a16:creationId xmlns:a16="http://schemas.microsoft.com/office/drawing/2014/main" id="{1B17365A-01B8-2D8F-B418-972C1DD72818}"/>
              </a:ext>
            </a:extLst>
          </p:cNvPr>
          <p:cNvPicPr>
            <a:picLocks noChangeAspect="1"/>
          </p:cNvPicPr>
          <p:nvPr userDrawn="1"/>
        </p:nvPicPr>
        <p:blipFill>
          <a:blip r:embed="rId2">
            <a:extLst>
              <a:ext uri="{96DAC541-7B7A-43D3-8B79-37D633B846F1}">
                <asvg:svgBlip xmlns:asvg="http://schemas.microsoft.com/office/drawing/2016/SVG/main" xmlns="" r:embed="rId3"/>
              </a:ext>
            </a:extLst>
          </a:blip>
          <a:stretch>
            <a:fillRect/>
          </a:stretch>
        </p:blipFill>
        <p:spPr>
          <a:xfrm>
            <a:off x="4804380" y="1703220"/>
            <a:ext cx="2583240" cy="2890766"/>
          </a:xfrm>
          <a:prstGeom prst="rect">
            <a:avLst/>
          </a:prstGeom>
        </p:spPr>
      </p:pic>
      <p:sp>
        <p:nvSpPr>
          <p:cNvPr id="7" name="Platshållare för datum 6">
            <a:extLst>
              <a:ext uri="{FF2B5EF4-FFF2-40B4-BE49-F238E27FC236}">
                <a16:creationId xmlns:a16="http://schemas.microsoft.com/office/drawing/2014/main" id="{E7822B93-C60B-84AC-BEA5-4B6CD8FBD648}"/>
              </a:ext>
            </a:extLst>
          </p:cNvPr>
          <p:cNvSpPr>
            <a:spLocks noGrp="1"/>
          </p:cNvSpPr>
          <p:nvPr>
            <p:ph type="dt" sz="half" idx="10"/>
          </p:nvPr>
        </p:nvSpPr>
        <p:spPr/>
        <p:txBody>
          <a:bodyPr/>
          <a:lstStyle>
            <a:lvl1pPr>
              <a:defRPr>
                <a:solidFill>
                  <a:schemeClr val="bg1"/>
                </a:solidFill>
              </a:defRPr>
            </a:lvl1pPr>
          </a:lstStyle>
          <a:p>
            <a:fld id="{3A3328FD-6257-AC43-9CE4-2903A4D2BB9D}" type="datetime1">
              <a:rPr lang="sv-SE" smtClean="0"/>
              <a:t>2024-11-29</a:t>
            </a:fld>
            <a:endParaRPr lang="sv-SE" dirty="0"/>
          </a:p>
        </p:txBody>
      </p:sp>
      <p:sp>
        <p:nvSpPr>
          <p:cNvPr id="8" name="Platshållare för sidfot 7">
            <a:extLst>
              <a:ext uri="{FF2B5EF4-FFF2-40B4-BE49-F238E27FC236}">
                <a16:creationId xmlns:a16="http://schemas.microsoft.com/office/drawing/2014/main" id="{86CD18D2-CF8B-E9B4-ECC2-C81820148A41}"/>
              </a:ext>
            </a:extLst>
          </p:cNvPr>
          <p:cNvSpPr>
            <a:spLocks noGrp="1"/>
          </p:cNvSpPr>
          <p:nvPr>
            <p:ph type="ftr" sz="quarter" idx="11"/>
          </p:nvPr>
        </p:nvSpPr>
        <p:spPr/>
        <p:txBody>
          <a:bodyPr/>
          <a:lstStyle>
            <a:lvl1pPr>
              <a:defRPr>
                <a:solidFill>
                  <a:schemeClr val="bg1"/>
                </a:solidFill>
              </a:defRPr>
            </a:lvl1pPr>
          </a:lstStyle>
          <a:p>
            <a:r>
              <a:rPr lang="sv-SE"/>
              <a:t>Presentation footer</a:t>
            </a:r>
            <a:endParaRPr lang="sv-SE" dirty="0"/>
          </a:p>
        </p:txBody>
      </p:sp>
      <p:sp>
        <p:nvSpPr>
          <p:cNvPr id="9" name="Platshållare för bildnummer 8">
            <a:extLst>
              <a:ext uri="{FF2B5EF4-FFF2-40B4-BE49-F238E27FC236}">
                <a16:creationId xmlns:a16="http://schemas.microsoft.com/office/drawing/2014/main" id="{652B8956-F2A5-52B7-8331-65942CA3C8C0}"/>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dirty="0"/>
          </a:p>
        </p:txBody>
      </p:sp>
      <p:pic>
        <p:nvPicPr>
          <p:cNvPr id="2" name="Bild 1">
            <a:extLst>
              <a:ext uri="{FF2B5EF4-FFF2-40B4-BE49-F238E27FC236}">
                <a16:creationId xmlns:a16="http://schemas.microsoft.com/office/drawing/2014/main" id="{B31C6E16-A8C5-A850-CB5B-D4A530D7DE27}"/>
              </a:ext>
            </a:extLst>
          </p:cNvPr>
          <p:cNvPicPr>
            <a:picLocks noChangeAspect="1"/>
          </p:cNvPicPr>
          <p:nvPr userDrawn="1"/>
        </p:nvPicPr>
        <p:blipFill rotWithShape="1">
          <a:blip r:embed="rId4" cstate="print">
            <a:extLst>
              <a:ext uri="{28A0092B-C50C-407E-A947-70E740481C1C}">
                <a14:useLocalDpi xmlns:a14="http://schemas.microsoft.com/office/drawing/2010/main"/>
              </a:ext>
              <a:ext uri="{96DAC541-7B7A-43D3-8B79-37D633B846F1}">
                <asvg:svgBlip xmlns:asvg="http://schemas.microsoft.com/office/drawing/2016/SVG/main" xmlns="" r:embed="rId5"/>
              </a:ext>
            </a:extLst>
          </a:blip>
          <a:srcRect r="73936" b="32409"/>
          <a:stretch/>
        </p:blipFill>
        <p:spPr>
          <a:xfrm>
            <a:off x="-1" y="1"/>
            <a:ext cx="3177767" cy="4635374"/>
          </a:xfrm>
          <a:prstGeom prst="rect">
            <a:avLst/>
          </a:prstGeom>
        </p:spPr>
      </p:pic>
      <p:pic>
        <p:nvPicPr>
          <p:cNvPr id="3" name="Bild 2">
            <a:extLst>
              <a:ext uri="{FF2B5EF4-FFF2-40B4-BE49-F238E27FC236}">
                <a16:creationId xmlns:a16="http://schemas.microsoft.com/office/drawing/2014/main" id="{4EDED1D2-CC81-27E6-259D-AC4805594BE1}"/>
              </a:ext>
            </a:extLst>
          </p:cNvPr>
          <p:cNvPicPr>
            <a:picLocks noChangeAspect="1"/>
          </p:cNvPicPr>
          <p:nvPr userDrawn="1"/>
        </p:nvPicPr>
        <p:blipFill rotWithShape="1">
          <a:blip r:embed="rId6" cstate="print">
            <a:extLst>
              <a:ext uri="{28A0092B-C50C-407E-A947-70E740481C1C}">
                <a14:useLocalDpi xmlns:a14="http://schemas.microsoft.com/office/drawing/2010/main"/>
              </a:ext>
              <a:ext uri="{96DAC541-7B7A-43D3-8B79-37D633B846F1}">
                <asvg:svgBlip xmlns:asvg="http://schemas.microsoft.com/office/drawing/2016/SVG/main" xmlns="" r:embed="rId7"/>
              </a:ext>
            </a:extLst>
          </a:blip>
          <a:srcRect t="72740" r="75198" b="-1"/>
          <a:stretch/>
        </p:blipFill>
        <p:spPr>
          <a:xfrm flipH="1">
            <a:off x="9166550" y="4988459"/>
            <a:ext cx="3023858" cy="1869540"/>
          </a:xfrm>
          <a:prstGeom prst="rect">
            <a:avLst/>
          </a:prstGeom>
        </p:spPr>
      </p:pic>
    </p:spTree>
    <p:extLst>
      <p:ext uri="{BB962C8B-B14F-4D97-AF65-F5344CB8AC3E}">
        <p14:creationId xmlns:p14="http://schemas.microsoft.com/office/powerpoint/2010/main" val="2326059363"/>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userDrawn="1">
  <p:cSld name="Logo, navy blue">
    <p:bg>
      <p:bgPr>
        <a:solidFill>
          <a:schemeClr val="tx2"/>
        </a:solidFill>
        <a:effectLst/>
      </p:bgPr>
    </p:bg>
    <p:spTree>
      <p:nvGrpSpPr>
        <p:cNvPr id="1" name=""/>
        <p:cNvGrpSpPr/>
        <p:nvPr/>
      </p:nvGrpSpPr>
      <p:grpSpPr>
        <a:xfrm>
          <a:off x="0" y="0"/>
          <a:ext cx="0" cy="0"/>
          <a:chOff x="0" y="0"/>
          <a:chExt cx="0" cy="0"/>
        </a:xfrm>
      </p:grpSpPr>
      <p:pic>
        <p:nvPicPr>
          <p:cNvPr id="6" name="Bild 5">
            <a:extLst>
              <a:ext uri="{FF2B5EF4-FFF2-40B4-BE49-F238E27FC236}">
                <a16:creationId xmlns:a16="http://schemas.microsoft.com/office/drawing/2014/main" id="{1B17365A-01B8-2D8F-B418-972C1DD72818}"/>
              </a:ext>
            </a:extLst>
          </p:cNvPr>
          <p:cNvPicPr>
            <a:picLocks noChangeAspect="1"/>
          </p:cNvPicPr>
          <p:nvPr userDrawn="1"/>
        </p:nvPicPr>
        <p:blipFill>
          <a:blip r:embed="rId2">
            <a:extLst>
              <a:ext uri="{96DAC541-7B7A-43D3-8B79-37D633B846F1}">
                <asvg:svgBlip xmlns:asvg="http://schemas.microsoft.com/office/drawing/2016/SVG/main" xmlns="" r:embed="rId3"/>
              </a:ext>
            </a:extLst>
          </a:blip>
          <a:stretch>
            <a:fillRect/>
          </a:stretch>
        </p:blipFill>
        <p:spPr>
          <a:xfrm>
            <a:off x="4804380" y="1703220"/>
            <a:ext cx="2583240" cy="2890766"/>
          </a:xfrm>
          <a:prstGeom prst="rect">
            <a:avLst/>
          </a:prstGeom>
        </p:spPr>
      </p:pic>
      <p:sp>
        <p:nvSpPr>
          <p:cNvPr id="7" name="Platshållare för datum 6">
            <a:extLst>
              <a:ext uri="{FF2B5EF4-FFF2-40B4-BE49-F238E27FC236}">
                <a16:creationId xmlns:a16="http://schemas.microsoft.com/office/drawing/2014/main" id="{E7822B93-C60B-84AC-BEA5-4B6CD8FBD648}"/>
              </a:ext>
            </a:extLst>
          </p:cNvPr>
          <p:cNvSpPr>
            <a:spLocks noGrp="1"/>
          </p:cNvSpPr>
          <p:nvPr>
            <p:ph type="dt" sz="half" idx="10"/>
          </p:nvPr>
        </p:nvSpPr>
        <p:spPr/>
        <p:txBody>
          <a:bodyPr/>
          <a:lstStyle>
            <a:lvl1pPr>
              <a:defRPr>
                <a:solidFill>
                  <a:schemeClr val="bg1"/>
                </a:solidFill>
              </a:defRPr>
            </a:lvl1pPr>
          </a:lstStyle>
          <a:p>
            <a:fld id="{32BABC24-2A82-014C-9256-A51302708EE4}" type="datetime1">
              <a:rPr lang="sv-SE" smtClean="0"/>
              <a:t>2024-11-29</a:t>
            </a:fld>
            <a:endParaRPr lang="sv-SE" dirty="0"/>
          </a:p>
        </p:txBody>
      </p:sp>
      <p:sp>
        <p:nvSpPr>
          <p:cNvPr id="8" name="Platshållare för sidfot 7">
            <a:extLst>
              <a:ext uri="{FF2B5EF4-FFF2-40B4-BE49-F238E27FC236}">
                <a16:creationId xmlns:a16="http://schemas.microsoft.com/office/drawing/2014/main" id="{86CD18D2-CF8B-E9B4-ECC2-C81820148A41}"/>
              </a:ext>
            </a:extLst>
          </p:cNvPr>
          <p:cNvSpPr>
            <a:spLocks noGrp="1"/>
          </p:cNvSpPr>
          <p:nvPr>
            <p:ph type="ftr" sz="quarter" idx="11"/>
          </p:nvPr>
        </p:nvSpPr>
        <p:spPr/>
        <p:txBody>
          <a:bodyPr/>
          <a:lstStyle>
            <a:lvl1pPr>
              <a:defRPr>
                <a:solidFill>
                  <a:schemeClr val="bg1"/>
                </a:solidFill>
              </a:defRPr>
            </a:lvl1pPr>
          </a:lstStyle>
          <a:p>
            <a:r>
              <a:rPr lang="sv-SE"/>
              <a:t>Presentation footer</a:t>
            </a:r>
            <a:endParaRPr lang="sv-SE" dirty="0"/>
          </a:p>
        </p:txBody>
      </p:sp>
      <p:sp>
        <p:nvSpPr>
          <p:cNvPr id="9" name="Platshållare för bildnummer 8">
            <a:extLst>
              <a:ext uri="{FF2B5EF4-FFF2-40B4-BE49-F238E27FC236}">
                <a16:creationId xmlns:a16="http://schemas.microsoft.com/office/drawing/2014/main" id="{652B8956-F2A5-52B7-8331-65942CA3C8C0}"/>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dirty="0"/>
          </a:p>
        </p:txBody>
      </p:sp>
      <p:pic>
        <p:nvPicPr>
          <p:cNvPr id="2" name="Bild 1">
            <a:extLst>
              <a:ext uri="{FF2B5EF4-FFF2-40B4-BE49-F238E27FC236}">
                <a16:creationId xmlns:a16="http://schemas.microsoft.com/office/drawing/2014/main" id="{0D27DED8-EA09-1EA2-8C8D-DCB1C9F0377C}"/>
              </a:ext>
            </a:extLst>
          </p:cNvPr>
          <p:cNvPicPr>
            <a:picLocks noChangeAspect="1"/>
          </p:cNvPicPr>
          <p:nvPr userDrawn="1"/>
        </p:nvPicPr>
        <p:blipFill rotWithShape="1">
          <a:blip r:embed="rId4" cstate="print">
            <a:extLst>
              <a:ext uri="{28A0092B-C50C-407E-A947-70E740481C1C}">
                <a14:useLocalDpi xmlns:a14="http://schemas.microsoft.com/office/drawing/2010/main"/>
              </a:ext>
              <a:ext uri="{96DAC541-7B7A-43D3-8B79-37D633B846F1}">
                <asvg:svgBlip xmlns:asvg="http://schemas.microsoft.com/office/drawing/2016/SVG/main" xmlns="" r:embed="rId5"/>
              </a:ext>
            </a:extLst>
          </a:blip>
          <a:srcRect r="73936" b="32409"/>
          <a:stretch/>
        </p:blipFill>
        <p:spPr>
          <a:xfrm>
            <a:off x="-1" y="1"/>
            <a:ext cx="3177767" cy="4635374"/>
          </a:xfrm>
          <a:prstGeom prst="rect">
            <a:avLst/>
          </a:prstGeom>
        </p:spPr>
      </p:pic>
      <p:pic>
        <p:nvPicPr>
          <p:cNvPr id="3" name="Bild 2">
            <a:extLst>
              <a:ext uri="{FF2B5EF4-FFF2-40B4-BE49-F238E27FC236}">
                <a16:creationId xmlns:a16="http://schemas.microsoft.com/office/drawing/2014/main" id="{004E1202-DA06-9B02-2B87-6713C953C357}"/>
              </a:ext>
            </a:extLst>
          </p:cNvPr>
          <p:cNvPicPr>
            <a:picLocks noChangeAspect="1"/>
          </p:cNvPicPr>
          <p:nvPr userDrawn="1"/>
        </p:nvPicPr>
        <p:blipFill rotWithShape="1">
          <a:blip r:embed="rId6" cstate="print">
            <a:extLst>
              <a:ext uri="{28A0092B-C50C-407E-A947-70E740481C1C}">
                <a14:useLocalDpi xmlns:a14="http://schemas.microsoft.com/office/drawing/2010/main"/>
              </a:ext>
              <a:ext uri="{96DAC541-7B7A-43D3-8B79-37D633B846F1}">
                <asvg:svgBlip xmlns:asvg="http://schemas.microsoft.com/office/drawing/2016/SVG/main" xmlns="" r:embed="rId7"/>
              </a:ext>
            </a:extLst>
          </a:blip>
          <a:srcRect t="72740" r="75198" b="-1"/>
          <a:stretch/>
        </p:blipFill>
        <p:spPr>
          <a:xfrm flipH="1">
            <a:off x="9166550" y="4988459"/>
            <a:ext cx="3023858" cy="1869540"/>
          </a:xfrm>
          <a:prstGeom prst="rect">
            <a:avLst/>
          </a:prstGeom>
        </p:spPr>
      </p:pic>
    </p:spTree>
    <p:extLst>
      <p:ext uri="{BB962C8B-B14F-4D97-AF65-F5344CB8AC3E}">
        <p14:creationId xmlns:p14="http://schemas.microsoft.com/office/powerpoint/2010/main" val="4150311687"/>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How to use template">
    <p:spTree>
      <p:nvGrpSpPr>
        <p:cNvPr id="1" name=""/>
        <p:cNvGrpSpPr/>
        <p:nvPr/>
      </p:nvGrpSpPr>
      <p:grpSpPr>
        <a:xfrm>
          <a:off x="0" y="0"/>
          <a:ext cx="0" cy="0"/>
          <a:chOff x="0" y="0"/>
          <a:chExt cx="0" cy="0"/>
        </a:xfrm>
      </p:grpSpPr>
      <p:grpSp>
        <p:nvGrpSpPr>
          <p:cNvPr id="16" name="Grupp 15">
            <a:extLst>
              <a:ext uri="{FF2B5EF4-FFF2-40B4-BE49-F238E27FC236}">
                <a16:creationId xmlns:a16="http://schemas.microsoft.com/office/drawing/2014/main" id="{CE19B76B-69BE-2CE8-2691-D7F57CA2A986}"/>
              </a:ext>
            </a:extLst>
          </p:cNvPr>
          <p:cNvGrpSpPr>
            <a:grpSpLocks noChangeAspect="1"/>
          </p:cNvGrpSpPr>
          <p:nvPr userDrawn="1"/>
        </p:nvGrpSpPr>
        <p:grpSpPr>
          <a:xfrm>
            <a:off x="2347236" y="2028884"/>
            <a:ext cx="1806522" cy="3150398"/>
            <a:chOff x="3971925" y="-1798194"/>
            <a:chExt cx="6248400" cy="10896600"/>
          </a:xfrm>
        </p:grpSpPr>
        <p:pic>
          <p:nvPicPr>
            <p:cNvPr id="13" name="Bildobjekt 12" descr="En bild som visar text, skärmbild, programvara, diagram&#10;&#10;Automatiskt genererad beskrivning">
              <a:extLst>
                <a:ext uri="{FF2B5EF4-FFF2-40B4-BE49-F238E27FC236}">
                  <a16:creationId xmlns:a16="http://schemas.microsoft.com/office/drawing/2014/main" id="{77182B8F-9D5B-E130-993A-698BFACD8216}"/>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3971925" y="3650106"/>
              <a:ext cx="6248400" cy="5448300"/>
            </a:xfrm>
            <a:prstGeom prst="rect">
              <a:avLst/>
            </a:prstGeom>
          </p:spPr>
        </p:pic>
        <p:pic>
          <p:nvPicPr>
            <p:cNvPr id="15" name="Bildobjekt 14" descr="En bild som visar text, skärmbild, programvara, Datorikon&#10;&#10;Automatiskt genererad beskrivning">
              <a:extLst>
                <a:ext uri="{FF2B5EF4-FFF2-40B4-BE49-F238E27FC236}">
                  <a16:creationId xmlns:a16="http://schemas.microsoft.com/office/drawing/2014/main" id="{7DA50AB1-F7A2-EBC7-FB82-E0BBB1473184}"/>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3971925" y="-1798194"/>
              <a:ext cx="6248400" cy="5448300"/>
            </a:xfrm>
            <a:prstGeom prst="rect">
              <a:avLst/>
            </a:prstGeom>
          </p:spPr>
        </p:pic>
      </p:grpSp>
      <p:sp>
        <p:nvSpPr>
          <p:cNvPr id="3" name="Platshållare för datum 2">
            <a:extLst>
              <a:ext uri="{FF2B5EF4-FFF2-40B4-BE49-F238E27FC236}">
                <a16:creationId xmlns:a16="http://schemas.microsoft.com/office/drawing/2014/main" id="{3968F577-4190-D3A2-B5A8-E34ADF1ABC61}"/>
              </a:ext>
            </a:extLst>
          </p:cNvPr>
          <p:cNvSpPr>
            <a:spLocks noGrp="1"/>
          </p:cNvSpPr>
          <p:nvPr>
            <p:ph type="dt" sz="half" idx="10"/>
          </p:nvPr>
        </p:nvSpPr>
        <p:spPr/>
        <p:txBody>
          <a:bodyPr/>
          <a:lstStyle/>
          <a:p>
            <a:fld id="{77AA192B-9140-F746-B429-ACF197DC5439}" type="datetime1">
              <a:rPr lang="sv-SE" smtClean="0"/>
              <a:t>2024-11-29</a:t>
            </a:fld>
            <a:endParaRPr lang="sv-SE" dirty="0"/>
          </a:p>
        </p:txBody>
      </p:sp>
      <p:sp>
        <p:nvSpPr>
          <p:cNvPr id="4" name="Platshållare för sidfot 3">
            <a:extLst>
              <a:ext uri="{FF2B5EF4-FFF2-40B4-BE49-F238E27FC236}">
                <a16:creationId xmlns:a16="http://schemas.microsoft.com/office/drawing/2014/main" id="{2AD44966-3286-DD76-F24B-E5B897B19E36}"/>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618B16DD-2293-3CEC-1E7B-F472FFA64C04}"/>
              </a:ext>
            </a:extLst>
          </p:cNvPr>
          <p:cNvSpPr>
            <a:spLocks noGrp="1"/>
          </p:cNvSpPr>
          <p:nvPr>
            <p:ph type="sldNum" sz="quarter" idx="12"/>
          </p:nvPr>
        </p:nvSpPr>
        <p:spPr/>
        <p:txBody>
          <a:bodyPr/>
          <a:lstStyle/>
          <a:p>
            <a:fld id="{B716C8F4-20CD-364A-8A8E-DE130115B178}" type="slidenum">
              <a:rPr lang="sv-SE" smtClean="0"/>
              <a:pPr/>
              <a:t>‹#›</a:t>
            </a:fld>
            <a:endParaRPr lang="sv-SE"/>
          </a:p>
        </p:txBody>
      </p:sp>
      <p:sp>
        <p:nvSpPr>
          <p:cNvPr id="7" name="textruta 6">
            <a:extLst>
              <a:ext uri="{FF2B5EF4-FFF2-40B4-BE49-F238E27FC236}">
                <a16:creationId xmlns:a16="http://schemas.microsoft.com/office/drawing/2014/main" id="{90ED1EC6-276A-A06E-A517-156B8EACE0DE}"/>
              </a:ext>
            </a:extLst>
          </p:cNvPr>
          <p:cNvSpPr txBox="1"/>
          <p:nvPr userDrawn="1"/>
        </p:nvSpPr>
        <p:spPr>
          <a:xfrm>
            <a:off x="600076" y="1046036"/>
            <a:ext cx="10991850" cy="796252"/>
          </a:xfrm>
          <a:prstGeom prst="rect">
            <a:avLst/>
          </a:prstGeom>
          <a:noFill/>
        </p:spPr>
        <p:txBody>
          <a:bodyPr wrap="square" anchor="t">
            <a:noAutofit/>
          </a:bodyPr>
          <a:lstStyle/>
          <a:p>
            <a:r>
              <a:rPr lang="en-US" sz="3600" b="1" noProof="0" dirty="0">
                <a:solidFill>
                  <a:schemeClr val="tx2"/>
                </a:solidFill>
                <a:latin typeface="+mj-lt"/>
              </a:rPr>
              <a:t>How to use this template</a:t>
            </a:r>
          </a:p>
        </p:txBody>
      </p:sp>
      <p:sp>
        <p:nvSpPr>
          <p:cNvPr id="6" name="textruta 5">
            <a:extLst>
              <a:ext uri="{FF2B5EF4-FFF2-40B4-BE49-F238E27FC236}">
                <a16:creationId xmlns:a16="http://schemas.microsoft.com/office/drawing/2014/main" id="{A169F84A-F3A8-EFE5-7C9A-F2537DED6605}"/>
              </a:ext>
            </a:extLst>
          </p:cNvPr>
          <p:cNvSpPr txBox="1"/>
          <p:nvPr userDrawn="1"/>
        </p:nvSpPr>
        <p:spPr>
          <a:xfrm>
            <a:off x="716536" y="2472816"/>
            <a:ext cx="1469735" cy="723275"/>
          </a:xfrm>
          <a:prstGeom prst="rect">
            <a:avLst/>
          </a:prstGeom>
          <a:noFill/>
        </p:spPr>
        <p:txBody>
          <a:bodyPr wrap="square" lIns="0" tIns="0" rIns="0" bIns="0" rtlCol="0">
            <a:spAutoFit/>
          </a:bodyPr>
          <a:lstStyle/>
          <a:p>
            <a:pPr>
              <a:spcAft>
                <a:spcPts val="600"/>
              </a:spcAft>
            </a:pPr>
            <a:r>
              <a:rPr lang="en-US" sz="1000" b="1" noProof="0" dirty="0">
                <a:solidFill>
                  <a:schemeClr val="tx2"/>
                </a:solidFill>
              </a:rPr>
              <a:t>Slide templates</a:t>
            </a:r>
          </a:p>
          <a:p>
            <a:pPr>
              <a:spcAft>
                <a:spcPts val="600"/>
              </a:spcAft>
            </a:pPr>
            <a:r>
              <a:rPr lang="en-US" sz="800" noProof="0" dirty="0"/>
              <a:t>Click on </a:t>
            </a:r>
            <a:r>
              <a:rPr lang="en-US" sz="800" i="1" noProof="0" dirty="0"/>
              <a:t>New slide</a:t>
            </a:r>
            <a:r>
              <a:rPr lang="en-US" sz="800" noProof="0" dirty="0"/>
              <a:t> to see the templates various template slide. Choose one to suite </a:t>
            </a:r>
            <a:br>
              <a:rPr lang="en-US" sz="800" noProof="0" dirty="0"/>
            </a:br>
            <a:r>
              <a:rPr lang="en-US" sz="800" noProof="0" dirty="0"/>
              <a:t>your content.</a:t>
            </a:r>
          </a:p>
        </p:txBody>
      </p:sp>
      <p:sp>
        <p:nvSpPr>
          <p:cNvPr id="8" name="textruta 7">
            <a:extLst>
              <a:ext uri="{FF2B5EF4-FFF2-40B4-BE49-F238E27FC236}">
                <a16:creationId xmlns:a16="http://schemas.microsoft.com/office/drawing/2014/main" id="{768BCC39-F9DA-DF60-4025-17B6E0131556}"/>
              </a:ext>
            </a:extLst>
          </p:cNvPr>
          <p:cNvSpPr txBox="1"/>
          <p:nvPr userDrawn="1"/>
        </p:nvSpPr>
        <p:spPr>
          <a:xfrm>
            <a:off x="716537" y="3685917"/>
            <a:ext cx="1469735" cy="692497"/>
          </a:xfrm>
          <a:prstGeom prst="rect">
            <a:avLst/>
          </a:prstGeom>
          <a:noFill/>
        </p:spPr>
        <p:txBody>
          <a:bodyPr wrap="square" lIns="0" tIns="0" rIns="0" bIns="0" rtlCol="0">
            <a:spAutoFit/>
          </a:bodyPr>
          <a:lstStyle/>
          <a:p>
            <a:pPr>
              <a:spcAft>
                <a:spcPts val="600"/>
              </a:spcAft>
            </a:pPr>
            <a:r>
              <a:rPr lang="en-US" sz="800" b="1" noProof="0" dirty="0">
                <a:solidFill>
                  <a:schemeClr val="tx2"/>
                </a:solidFill>
              </a:rPr>
              <a:t>Layout</a:t>
            </a:r>
          </a:p>
          <a:p>
            <a:pPr>
              <a:spcAft>
                <a:spcPts val="600"/>
              </a:spcAft>
            </a:pPr>
            <a:r>
              <a:rPr lang="en-US" sz="800" noProof="0" dirty="0"/>
              <a:t>If you’d like to change slide template on an existing slide, click on </a:t>
            </a:r>
            <a:r>
              <a:rPr lang="en-US" sz="800" i="1" noProof="0" dirty="0"/>
              <a:t>Layout</a:t>
            </a:r>
            <a:r>
              <a:rPr lang="en-US" sz="800" noProof="0" dirty="0"/>
              <a:t> and select a new template. </a:t>
            </a:r>
          </a:p>
        </p:txBody>
      </p:sp>
      <p:sp>
        <p:nvSpPr>
          <p:cNvPr id="9" name="textruta 8">
            <a:extLst>
              <a:ext uri="{FF2B5EF4-FFF2-40B4-BE49-F238E27FC236}">
                <a16:creationId xmlns:a16="http://schemas.microsoft.com/office/drawing/2014/main" id="{F266C024-6842-2553-28D2-931168DE2970}"/>
              </a:ext>
            </a:extLst>
          </p:cNvPr>
          <p:cNvSpPr txBox="1"/>
          <p:nvPr userDrawn="1"/>
        </p:nvSpPr>
        <p:spPr>
          <a:xfrm>
            <a:off x="716536" y="4881301"/>
            <a:ext cx="1469735" cy="569387"/>
          </a:xfrm>
          <a:prstGeom prst="rect">
            <a:avLst/>
          </a:prstGeom>
          <a:noFill/>
        </p:spPr>
        <p:txBody>
          <a:bodyPr wrap="square" lIns="0" tIns="0" rIns="0" bIns="0" rtlCol="0">
            <a:spAutoFit/>
          </a:bodyPr>
          <a:lstStyle/>
          <a:p>
            <a:pPr>
              <a:spcAft>
                <a:spcPts val="600"/>
              </a:spcAft>
            </a:pPr>
            <a:r>
              <a:rPr lang="en-US" sz="800" b="1" noProof="0" dirty="0">
                <a:solidFill>
                  <a:schemeClr val="tx2"/>
                </a:solidFill>
              </a:rPr>
              <a:t>Reset</a:t>
            </a:r>
          </a:p>
          <a:p>
            <a:pPr>
              <a:spcAft>
                <a:spcPts val="600"/>
              </a:spcAft>
            </a:pPr>
            <a:r>
              <a:rPr lang="en-US" sz="800" noProof="0" dirty="0"/>
              <a:t>Reset a slide to the slide templates design by </a:t>
            </a:r>
            <a:br>
              <a:rPr lang="en-US" sz="800" noProof="0" dirty="0"/>
            </a:br>
            <a:r>
              <a:rPr lang="en-US" sz="800" noProof="0" dirty="0"/>
              <a:t>clicking on </a:t>
            </a:r>
            <a:r>
              <a:rPr lang="en-US" sz="800" i="1" noProof="0" dirty="0"/>
              <a:t>Reset</a:t>
            </a:r>
            <a:r>
              <a:rPr lang="en-US" sz="800" noProof="0" dirty="0"/>
              <a:t>. </a:t>
            </a:r>
          </a:p>
        </p:txBody>
      </p:sp>
      <p:sp>
        <p:nvSpPr>
          <p:cNvPr id="10" name="textruta 9">
            <a:extLst>
              <a:ext uri="{FF2B5EF4-FFF2-40B4-BE49-F238E27FC236}">
                <a16:creationId xmlns:a16="http://schemas.microsoft.com/office/drawing/2014/main" id="{C49C5967-B80A-E7A8-432B-804EA96184DA}"/>
              </a:ext>
            </a:extLst>
          </p:cNvPr>
          <p:cNvSpPr txBox="1"/>
          <p:nvPr userDrawn="1"/>
        </p:nvSpPr>
        <p:spPr>
          <a:xfrm>
            <a:off x="4586575" y="2066955"/>
            <a:ext cx="1361445" cy="1092607"/>
          </a:xfrm>
          <a:prstGeom prst="rect">
            <a:avLst/>
          </a:prstGeom>
          <a:noFill/>
        </p:spPr>
        <p:txBody>
          <a:bodyPr wrap="square" lIns="0" tIns="0" rIns="0" bIns="0" rtlCol="0">
            <a:spAutoFit/>
          </a:bodyPr>
          <a:lstStyle/>
          <a:p>
            <a:pPr>
              <a:spcAft>
                <a:spcPts val="600"/>
              </a:spcAft>
            </a:pPr>
            <a:r>
              <a:rPr lang="en-US" sz="1000" b="1" noProof="0" dirty="0">
                <a:solidFill>
                  <a:schemeClr val="tx2"/>
                </a:solidFill>
              </a:rPr>
              <a:t>Colors</a:t>
            </a:r>
          </a:p>
          <a:p>
            <a:pPr>
              <a:spcAft>
                <a:spcPts val="600"/>
              </a:spcAft>
            </a:pPr>
            <a:r>
              <a:rPr lang="en-US" sz="800" noProof="0" dirty="0"/>
              <a:t>This template is programmed with the KTH color palette. The correct colors are the in top row under </a:t>
            </a:r>
            <a:r>
              <a:rPr lang="en-US" sz="800" i="1" noProof="0" dirty="0"/>
              <a:t>Theme Colors</a:t>
            </a:r>
            <a:r>
              <a:rPr lang="en-US" sz="800" noProof="0" dirty="0"/>
              <a:t> and all colors under </a:t>
            </a:r>
            <a:r>
              <a:rPr lang="en-US" sz="800" i="1" noProof="0" dirty="0"/>
              <a:t>Custom Colors</a:t>
            </a:r>
            <a:r>
              <a:rPr lang="en-US" sz="800" noProof="0" dirty="0"/>
              <a:t>. Only use the correct colors.</a:t>
            </a:r>
          </a:p>
        </p:txBody>
      </p:sp>
      <p:sp>
        <p:nvSpPr>
          <p:cNvPr id="17" name="textruta 16">
            <a:extLst>
              <a:ext uri="{FF2B5EF4-FFF2-40B4-BE49-F238E27FC236}">
                <a16:creationId xmlns:a16="http://schemas.microsoft.com/office/drawing/2014/main" id="{5077E03A-6420-92EB-FBAB-1A11484F6E1E}"/>
              </a:ext>
            </a:extLst>
          </p:cNvPr>
          <p:cNvSpPr txBox="1"/>
          <p:nvPr userDrawn="1"/>
        </p:nvSpPr>
        <p:spPr>
          <a:xfrm>
            <a:off x="6938221" y="2303726"/>
            <a:ext cx="598588" cy="307777"/>
          </a:xfrm>
          <a:prstGeom prst="rect">
            <a:avLst/>
          </a:prstGeom>
          <a:noFill/>
        </p:spPr>
        <p:txBody>
          <a:bodyPr wrap="square" lIns="0" tIns="0" rIns="0" bIns="0" rtlCol="0">
            <a:spAutoFit/>
          </a:bodyPr>
          <a:lstStyle/>
          <a:p>
            <a:r>
              <a:rPr lang="en-US" sz="500" noProof="0" dirty="0">
                <a:solidFill>
                  <a:srgbClr val="F9535C"/>
                </a:solidFill>
              </a:rPr>
              <a:t>Do </a:t>
            </a:r>
            <a:r>
              <a:rPr lang="en-US" sz="500" u="sng" noProof="0" dirty="0">
                <a:solidFill>
                  <a:srgbClr val="F9535C"/>
                </a:solidFill>
              </a:rPr>
              <a:t>NOT</a:t>
            </a:r>
            <a:r>
              <a:rPr lang="en-US" sz="500" noProof="0" dirty="0">
                <a:solidFill>
                  <a:srgbClr val="F9535C"/>
                </a:solidFill>
              </a:rPr>
              <a:t> use the colors PowerPoint auto generates. They are not on brand. </a:t>
            </a:r>
          </a:p>
        </p:txBody>
      </p:sp>
      <p:sp>
        <p:nvSpPr>
          <p:cNvPr id="21" name="textruta 20">
            <a:extLst>
              <a:ext uri="{FF2B5EF4-FFF2-40B4-BE49-F238E27FC236}">
                <a16:creationId xmlns:a16="http://schemas.microsoft.com/office/drawing/2014/main" id="{8926CA3B-DA70-E9B7-6DA6-A695DCFB4726}"/>
              </a:ext>
            </a:extLst>
          </p:cNvPr>
          <p:cNvSpPr txBox="1"/>
          <p:nvPr userDrawn="1"/>
        </p:nvSpPr>
        <p:spPr>
          <a:xfrm>
            <a:off x="8095279" y="2061013"/>
            <a:ext cx="1588210" cy="2185214"/>
          </a:xfrm>
          <a:prstGeom prst="rect">
            <a:avLst/>
          </a:prstGeom>
          <a:noFill/>
        </p:spPr>
        <p:txBody>
          <a:bodyPr wrap="square" lIns="0" tIns="0" rIns="0" bIns="0" rtlCol="0">
            <a:spAutoFit/>
          </a:bodyPr>
          <a:lstStyle/>
          <a:p>
            <a:pPr>
              <a:spcAft>
                <a:spcPts val="600"/>
              </a:spcAft>
            </a:pPr>
            <a:r>
              <a:rPr lang="en-US" sz="1000" b="1" noProof="0" dirty="0">
                <a:solidFill>
                  <a:schemeClr val="tx2"/>
                </a:solidFill>
              </a:rPr>
              <a:t>Change the image crop</a:t>
            </a:r>
          </a:p>
          <a:p>
            <a:pPr>
              <a:spcAft>
                <a:spcPts val="600"/>
              </a:spcAft>
            </a:pPr>
            <a:r>
              <a:rPr lang="en-US" sz="800" noProof="0" dirty="0"/>
              <a:t>When an image is placed in an image place holder, PowerPoint automatically crops the image to fit the placeholder. To alter what part of the image is shown:</a:t>
            </a:r>
          </a:p>
          <a:p>
            <a:pPr marL="120600" indent="-120600">
              <a:spcAft>
                <a:spcPts val="600"/>
              </a:spcAft>
              <a:buClr>
                <a:schemeClr val="accent1"/>
              </a:buClr>
              <a:buFont typeface="+mj-lt"/>
              <a:buAutoNum type="arabicPeriod"/>
            </a:pPr>
            <a:r>
              <a:rPr lang="en-US" sz="800" noProof="0" dirty="0"/>
              <a:t>Select the image and go to </a:t>
            </a:r>
            <a:br>
              <a:rPr lang="en-US" sz="800" noProof="0" dirty="0"/>
            </a:br>
            <a:r>
              <a:rPr lang="en-US" sz="800" noProof="0" dirty="0"/>
              <a:t>the </a:t>
            </a:r>
            <a:r>
              <a:rPr lang="en-US" sz="800" i="1" noProof="0" dirty="0"/>
              <a:t>Picture Format </a:t>
            </a:r>
            <a:r>
              <a:rPr lang="en-US" sz="800" noProof="0" dirty="0"/>
              <a:t>tab. </a:t>
            </a:r>
          </a:p>
          <a:p>
            <a:pPr marL="120600" indent="-120600">
              <a:spcAft>
                <a:spcPts val="600"/>
              </a:spcAft>
              <a:buClr>
                <a:schemeClr val="accent1"/>
              </a:buClr>
              <a:buFont typeface="+mj-lt"/>
              <a:buAutoNum type="arabicPeriod"/>
            </a:pPr>
            <a:r>
              <a:rPr lang="en-US" sz="800" noProof="0" dirty="0"/>
              <a:t>Choose </a:t>
            </a:r>
            <a:r>
              <a:rPr lang="en-US" sz="800" i="1" noProof="0" dirty="0"/>
              <a:t>Crop</a:t>
            </a:r>
            <a:r>
              <a:rPr lang="en-US" sz="800" noProof="0" dirty="0"/>
              <a:t>. Now, the entire image is visible, the cropped out parts are darker. </a:t>
            </a:r>
          </a:p>
          <a:p>
            <a:pPr marL="120600" indent="-120600">
              <a:spcAft>
                <a:spcPts val="600"/>
              </a:spcAft>
              <a:buClr>
                <a:schemeClr val="accent1"/>
              </a:buClr>
              <a:buFont typeface="+mj-lt"/>
              <a:buAutoNum type="arabicPeriod"/>
            </a:pPr>
            <a:r>
              <a:rPr lang="en-US" sz="800" noProof="0" dirty="0"/>
              <a:t>Now you can move the image around within the placeholder and/or zoom in by pulling the corners of the image. </a:t>
            </a:r>
          </a:p>
        </p:txBody>
      </p:sp>
      <p:sp>
        <p:nvSpPr>
          <p:cNvPr id="23" name="textruta 22">
            <a:extLst>
              <a:ext uri="{FF2B5EF4-FFF2-40B4-BE49-F238E27FC236}">
                <a16:creationId xmlns:a16="http://schemas.microsoft.com/office/drawing/2014/main" id="{4FF18537-A6AC-E08C-1D06-F4EFDB0287B8}"/>
              </a:ext>
            </a:extLst>
          </p:cNvPr>
          <p:cNvSpPr txBox="1"/>
          <p:nvPr userDrawn="1"/>
        </p:nvSpPr>
        <p:spPr>
          <a:xfrm>
            <a:off x="10058400" y="2061013"/>
            <a:ext cx="1486590" cy="1692771"/>
          </a:xfrm>
          <a:prstGeom prst="rect">
            <a:avLst/>
          </a:prstGeom>
          <a:noFill/>
        </p:spPr>
        <p:txBody>
          <a:bodyPr wrap="square" lIns="0" tIns="0" rIns="0" bIns="0" rtlCol="0">
            <a:spAutoFit/>
          </a:bodyPr>
          <a:lstStyle/>
          <a:p>
            <a:pPr>
              <a:spcAft>
                <a:spcPts val="600"/>
              </a:spcAft>
            </a:pPr>
            <a:r>
              <a:rPr lang="en-US" sz="1000" b="1" noProof="0" dirty="0">
                <a:solidFill>
                  <a:schemeClr val="tx2"/>
                </a:solidFill>
              </a:rPr>
              <a:t>Edit image background</a:t>
            </a:r>
          </a:p>
          <a:p>
            <a:pPr marL="120600" indent="-120600">
              <a:spcAft>
                <a:spcPts val="600"/>
              </a:spcAft>
              <a:buClr>
                <a:schemeClr val="accent1"/>
              </a:buClr>
              <a:buAutoNum type="arabicPeriod"/>
            </a:pPr>
            <a:r>
              <a:rPr lang="en-US" sz="800" noProof="0" dirty="0"/>
              <a:t>Select </a:t>
            </a:r>
            <a:r>
              <a:rPr lang="en-US" sz="800" i="1" noProof="0" dirty="0"/>
              <a:t>Design</a:t>
            </a:r>
            <a:r>
              <a:rPr lang="en-US" sz="800" noProof="0" dirty="0"/>
              <a:t> &gt; </a:t>
            </a:r>
            <a:r>
              <a:rPr lang="en-US" sz="800" i="1" noProof="0" dirty="0"/>
              <a:t>Format Background</a:t>
            </a:r>
            <a:r>
              <a:rPr lang="en-US" sz="800" noProof="0" dirty="0"/>
              <a:t>.</a:t>
            </a:r>
          </a:p>
          <a:p>
            <a:pPr marL="120600" indent="-120600">
              <a:spcAft>
                <a:spcPts val="600"/>
              </a:spcAft>
              <a:buClr>
                <a:schemeClr val="accent1"/>
              </a:buClr>
              <a:buAutoNum type="arabicPeriod"/>
            </a:pPr>
            <a:r>
              <a:rPr lang="en-US" sz="800" noProof="0" dirty="0"/>
              <a:t>In the </a:t>
            </a:r>
            <a:r>
              <a:rPr lang="en-US" sz="800" i="1" noProof="0" dirty="0"/>
              <a:t>Format Background pane</a:t>
            </a:r>
            <a:r>
              <a:rPr lang="en-US" sz="800" noProof="0" dirty="0"/>
              <a:t>, select </a:t>
            </a:r>
            <a:r>
              <a:rPr lang="en-US" sz="800" i="1" noProof="0" dirty="0"/>
              <a:t>Picture or texture fill</a:t>
            </a:r>
            <a:r>
              <a:rPr lang="en-US" sz="800" noProof="0" dirty="0"/>
              <a:t>.</a:t>
            </a:r>
          </a:p>
          <a:p>
            <a:pPr marL="120600" indent="-120600">
              <a:spcAft>
                <a:spcPts val="600"/>
              </a:spcAft>
              <a:buClr>
                <a:schemeClr val="accent1"/>
              </a:buClr>
              <a:buAutoNum type="arabicPeriod"/>
            </a:pPr>
            <a:r>
              <a:rPr lang="en-US" sz="800" noProof="0" dirty="0"/>
              <a:t>Select </a:t>
            </a:r>
            <a:r>
              <a:rPr lang="en-US" sz="800" i="1" noProof="0" dirty="0"/>
              <a:t>File</a:t>
            </a:r>
            <a:r>
              <a:rPr lang="en-US" sz="800" noProof="0" dirty="0"/>
              <a:t>.</a:t>
            </a:r>
          </a:p>
          <a:p>
            <a:pPr marL="120600" indent="-120600">
              <a:spcAft>
                <a:spcPts val="600"/>
              </a:spcAft>
              <a:buClr>
                <a:schemeClr val="accent1"/>
              </a:buClr>
              <a:buAutoNum type="arabicPeriod"/>
            </a:pPr>
            <a:r>
              <a:rPr lang="en-US" sz="800" noProof="0" dirty="0"/>
              <a:t>In the </a:t>
            </a:r>
            <a:r>
              <a:rPr lang="en-US" sz="800" i="1" noProof="0" dirty="0"/>
              <a:t>Insert Picture</a:t>
            </a:r>
            <a:r>
              <a:rPr lang="en-US" sz="800" noProof="0" dirty="0"/>
              <a:t> dialog box, choose the picture </a:t>
            </a:r>
            <a:br>
              <a:rPr lang="en-US" sz="800" noProof="0" dirty="0"/>
            </a:br>
            <a:r>
              <a:rPr lang="en-US" sz="800" noProof="0" dirty="0"/>
              <a:t>you want to use and then select </a:t>
            </a:r>
            <a:r>
              <a:rPr lang="en-US" sz="800" i="1" noProof="0" dirty="0"/>
              <a:t>Insert</a:t>
            </a:r>
            <a:r>
              <a:rPr lang="en-US" sz="800" noProof="0" dirty="0"/>
              <a:t>.</a:t>
            </a:r>
          </a:p>
        </p:txBody>
      </p:sp>
      <p:sp>
        <p:nvSpPr>
          <p:cNvPr id="24" name="textruta 23">
            <a:extLst>
              <a:ext uri="{FF2B5EF4-FFF2-40B4-BE49-F238E27FC236}">
                <a16:creationId xmlns:a16="http://schemas.microsoft.com/office/drawing/2014/main" id="{49208D86-4998-5146-37DE-48F0F8DCB7BC}"/>
              </a:ext>
            </a:extLst>
          </p:cNvPr>
          <p:cNvSpPr txBox="1"/>
          <p:nvPr userDrawn="1"/>
        </p:nvSpPr>
        <p:spPr>
          <a:xfrm>
            <a:off x="4586575" y="4075714"/>
            <a:ext cx="1295401" cy="1569660"/>
          </a:xfrm>
          <a:prstGeom prst="rect">
            <a:avLst/>
          </a:prstGeom>
          <a:noFill/>
        </p:spPr>
        <p:txBody>
          <a:bodyPr wrap="square" lIns="0" tIns="0" rIns="0" bIns="0" rtlCol="0">
            <a:spAutoFit/>
          </a:bodyPr>
          <a:lstStyle/>
          <a:p>
            <a:pPr>
              <a:spcAft>
                <a:spcPts val="600"/>
              </a:spcAft>
            </a:pPr>
            <a:r>
              <a:rPr lang="en-US" sz="1000" b="1" noProof="0" dirty="0">
                <a:solidFill>
                  <a:schemeClr val="tx2"/>
                </a:solidFill>
              </a:rPr>
              <a:t>Header and footer</a:t>
            </a:r>
          </a:p>
          <a:p>
            <a:pPr>
              <a:spcAft>
                <a:spcPts val="600"/>
              </a:spcAft>
            </a:pPr>
            <a:r>
              <a:rPr lang="en-US" sz="800" noProof="0" dirty="0"/>
              <a:t>Insert header/footer, </a:t>
            </a:r>
            <a:br>
              <a:rPr lang="en-US" sz="800" noProof="0" dirty="0"/>
            </a:br>
            <a:r>
              <a:rPr lang="en-US" sz="800" noProof="0" dirty="0"/>
              <a:t>date and page numbers:</a:t>
            </a:r>
          </a:p>
          <a:p>
            <a:pPr marL="120600" indent="-120600">
              <a:spcAft>
                <a:spcPts val="600"/>
              </a:spcAft>
              <a:buClr>
                <a:schemeClr val="accent1"/>
              </a:buClr>
              <a:buFont typeface="+mj-lt"/>
              <a:buAutoNum type="arabicPeriod"/>
            </a:pPr>
            <a:r>
              <a:rPr lang="en-US" sz="800" noProof="0" dirty="0"/>
              <a:t>On the </a:t>
            </a:r>
            <a:r>
              <a:rPr lang="en-US" sz="800" i="1" noProof="0" dirty="0"/>
              <a:t>Insert</a:t>
            </a:r>
            <a:r>
              <a:rPr lang="en-US" sz="800" noProof="0" dirty="0"/>
              <a:t> tab, </a:t>
            </a:r>
            <a:br>
              <a:rPr lang="en-US" sz="800" noProof="0" dirty="0"/>
            </a:br>
            <a:r>
              <a:rPr lang="en-US" sz="800" noProof="0" dirty="0"/>
              <a:t>click </a:t>
            </a:r>
            <a:r>
              <a:rPr lang="en-US" sz="800" i="1" noProof="0" dirty="0"/>
              <a:t>Header &amp; Footer</a:t>
            </a:r>
            <a:r>
              <a:rPr lang="en-US" sz="800" noProof="0" dirty="0"/>
              <a:t>.</a:t>
            </a:r>
          </a:p>
          <a:p>
            <a:pPr marL="120600" indent="-120600">
              <a:spcAft>
                <a:spcPts val="600"/>
              </a:spcAft>
              <a:buClr>
                <a:schemeClr val="accent1"/>
              </a:buClr>
              <a:buFont typeface="+mj-lt"/>
              <a:buAutoNum type="arabicPeriod"/>
            </a:pPr>
            <a:r>
              <a:rPr lang="en-US" sz="800" noProof="0" dirty="0"/>
              <a:t>In the Header and Footer box, on the Slide tab, select the information you want.</a:t>
            </a:r>
          </a:p>
          <a:p>
            <a:pPr marL="120600" indent="-120600">
              <a:spcAft>
                <a:spcPts val="600"/>
              </a:spcAft>
              <a:buClr>
                <a:schemeClr val="accent1"/>
              </a:buClr>
              <a:buFont typeface="+mj-lt"/>
              <a:buAutoNum type="arabicPeriod"/>
            </a:pPr>
            <a:r>
              <a:rPr lang="en-US" sz="800" noProof="0" dirty="0"/>
              <a:t>Click </a:t>
            </a:r>
            <a:r>
              <a:rPr lang="en-US" sz="800" i="1" noProof="0" dirty="0"/>
              <a:t>Apply to All</a:t>
            </a:r>
            <a:r>
              <a:rPr lang="en-US" sz="800" noProof="0" dirty="0"/>
              <a:t>.</a:t>
            </a:r>
          </a:p>
        </p:txBody>
      </p:sp>
      <p:pic>
        <p:nvPicPr>
          <p:cNvPr id="32" name="Bildobjekt 31" descr="En bild som visar moln, utomhus, himmel, byggnad&#10;&#10;Automatiskt genererad beskrivning">
            <a:extLst>
              <a:ext uri="{FF2B5EF4-FFF2-40B4-BE49-F238E27FC236}">
                <a16:creationId xmlns:a16="http://schemas.microsoft.com/office/drawing/2014/main" id="{94D13EAB-F856-BC62-1623-0235CE917A48}"/>
              </a:ext>
            </a:extLst>
          </p:cNvPr>
          <p:cNvPicPr>
            <a:picLocks noChangeAspect="1"/>
          </p:cNvPicPr>
          <p:nvPr userDrawn="1"/>
        </p:nvPicPr>
        <p:blipFill>
          <a:blip r:embed="rId4" cstate="print">
            <a:extLst>
              <a:ext uri="{28A0092B-C50C-407E-A947-70E740481C1C}">
                <a14:useLocalDpi xmlns:a14="http://schemas.microsoft.com/office/drawing/2010/main"/>
              </a:ext>
            </a:extLst>
          </a:blip>
          <a:stretch>
            <a:fillRect/>
          </a:stretch>
        </p:blipFill>
        <p:spPr>
          <a:xfrm>
            <a:off x="8066200" y="4318565"/>
            <a:ext cx="1493231" cy="1981989"/>
          </a:xfrm>
          <a:prstGeom prst="rect">
            <a:avLst/>
          </a:prstGeom>
        </p:spPr>
      </p:pic>
      <p:pic>
        <p:nvPicPr>
          <p:cNvPr id="34" name="Picture 4" descr="Microsoft PowerPoint 365 Overview and Supported File Types">
            <a:extLst>
              <a:ext uri="{FF2B5EF4-FFF2-40B4-BE49-F238E27FC236}">
                <a16:creationId xmlns:a16="http://schemas.microsoft.com/office/drawing/2014/main" id="{6B95C2D0-3101-BE06-9875-AF2510CF817D}"/>
              </a:ext>
            </a:extLst>
          </p:cNvPr>
          <p:cNvPicPr>
            <a:picLocks noChangeAspect="1" noChangeArrowheads="1"/>
          </p:cNvPicPr>
          <p:nvPr userDrawn="1"/>
        </p:nvPicPr>
        <p:blipFill rotWithShape="1">
          <a:blip r:embed="rId5" cstate="print">
            <a:extLst>
              <a:ext uri="{28A0092B-C50C-407E-A947-70E740481C1C}">
                <a14:useLocalDpi xmlns:a14="http://schemas.microsoft.com/office/drawing/2010/main"/>
              </a:ext>
            </a:extLst>
          </a:blip>
          <a:srcRect/>
          <a:stretch/>
        </p:blipFill>
        <p:spPr bwMode="auto">
          <a:xfrm>
            <a:off x="721644" y="2028884"/>
            <a:ext cx="208587" cy="334335"/>
          </a:xfrm>
          <a:prstGeom prst="rect">
            <a:avLst/>
          </a:prstGeom>
          <a:noFill/>
          <a:extLst>
            <a:ext uri="{909E8E84-426E-40DD-AFC4-6F175D3DCCD1}">
              <a14:hiddenFill xmlns:a14="http://schemas.microsoft.com/office/drawing/2010/main">
                <a:solidFill>
                  <a:srgbClr val="FFFFFF"/>
                </a:solidFill>
              </a14:hiddenFill>
            </a:ext>
          </a:extLst>
        </p:spPr>
      </p:pic>
      <p:pic>
        <p:nvPicPr>
          <p:cNvPr id="35" name="Picture 4" descr="Microsoft PowerPoint 365 Overview and Supported File Types">
            <a:extLst>
              <a:ext uri="{FF2B5EF4-FFF2-40B4-BE49-F238E27FC236}">
                <a16:creationId xmlns:a16="http://schemas.microsoft.com/office/drawing/2014/main" id="{D259F975-3B73-BC3A-B353-F3B57056CAFE}"/>
              </a:ext>
            </a:extLst>
          </p:cNvPr>
          <p:cNvPicPr>
            <a:picLocks noChangeAspect="1" noChangeArrowheads="1"/>
          </p:cNvPicPr>
          <p:nvPr userDrawn="1"/>
        </p:nvPicPr>
        <p:blipFill rotWithShape="1">
          <a:blip r:embed="rId6" cstate="print">
            <a:extLst>
              <a:ext uri="{28A0092B-C50C-407E-A947-70E740481C1C}">
                <a14:useLocalDpi xmlns:a14="http://schemas.microsoft.com/office/drawing/2010/main"/>
              </a:ext>
            </a:extLst>
          </a:blip>
          <a:srcRect/>
          <a:stretch/>
        </p:blipFill>
        <p:spPr bwMode="auto">
          <a:xfrm>
            <a:off x="716536" y="3527233"/>
            <a:ext cx="328130" cy="105310"/>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4" descr="Microsoft PowerPoint 365 Overview and Supported File Types">
            <a:extLst>
              <a:ext uri="{FF2B5EF4-FFF2-40B4-BE49-F238E27FC236}">
                <a16:creationId xmlns:a16="http://schemas.microsoft.com/office/drawing/2014/main" id="{C0490137-5992-062D-6D6B-7856F08EDE8C}"/>
              </a:ext>
            </a:extLst>
          </p:cNvPr>
          <p:cNvPicPr>
            <a:picLocks noChangeAspect="1" noChangeArrowheads="1"/>
          </p:cNvPicPr>
          <p:nvPr userDrawn="1"/>
        </p:nvPicPr>
        <p:blipFill rotWithShape="1">
          <a:blip r:embed="rId7" cstate="print">
            <a:extLst>
              <a:ext uri="{28A0092B-C50C-407E-A947-70E740481C1C}">
                <a14:useLocalDpi xmlns:a14="http://schemas.microsoft.com/office/drawing/2010/main"/>
              </a:ext>
            </a:extLst>
          </a:blip>
          <a:srcRect/>
          <a:stretch/>
        </p:blipFill>
        <p:spPr bwMode="auto">
          <a:xfrm>
            <a:off x="716536" y="4708556"/>
            <a:ext cx="256300" cy="105310"/>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Header and Footer on slides - Microsoft PowerPoint 365">
            <a:extLst>
              <a:ext uri="{FF2B5EF4-FFF2-40B4-BE49-F238E27FC236}">
                <a16:creationId xmlns:a16="http://schemas.microsoft.com/office/drawing/2014/main" id="{514F44FF-F14B-3D48-E9D1-E7E8BB20F671}"/>
              </a:ext>
            </a:extLst>
          </p:cNvPr>
          <p:cNvPicPr>
            <a:picLocks noChangeAspect="1" noChangeArrowheads="1"/>
          </p:cNvPicPr>
          <p:nvPr userDrawn="1"/>
        </p:nvPicPr>
        <p:blipFill>
          <a:blip r:embed="rId8" cstate="print">
            <a:extLst>
              <a:ext uri="{28A0092B-C50C-407E-A947-70E740481C1C}">
                <a14:useLocalDpi xmlns:a14="http://schemas.microsoft.com/office/drawing/2010/main"/>
              </a:ext>
            </a:extLst>
          </a:blip>
          <a:srcRect/>
          <a:stretch>
            <a:fillRect/>
          </a:stretch>
        </p:blipFill>
        <p:spPr bwMode="auto">
          <a:xfrm>
            <a:off x="6062042" y="4075714"/>
            <a:ext cx="1493231" cy="1103568"/>
          </a:xfrm>
          <a:prstGeom prst="rect">
            <a:avLst/>
          </a:prstGeom>
          <a:noFill/>
          <a:extLst>
            <a:ext uri="{909E8E84-426E-40DD-AFC4-6F175D3DCCD1}">
              <a14:hiddenFill xmlns:a14="http://schemas.microsoft.com/office/drawing/2010/main">
                <a:solidFill>
                  <a:srgbClr val="FFFFFF"/>
                </a:solidFill>
              </a14:hiddenFill>
            </a:ext>
          </a:extLst>
        </p:spPr>
      </p:pic>
      <p:grpSp>
        <p:nvGrpSpPr>
          <p:cNvPr id="1125" name="Grupp 1124">
            <a:extLst>
              <a:ext uri="{FF2B5EF4-FFF2-40B4-BE49-F238E27FC236}">
                <a16:creationId xmlns:a16="http://schemas.microsoft.com/office/drawing/2014/main" id="{918579BF-BDEF-7B25-9DCA-62CC6D39793B}"/>
              </a:ext>
            </a:extLst>
          </p:cNvPr>
          <p:cNvGrpSpPr/>
          <p:nvPr userDrawn="1"/>
        </p:nvGrpSpPr>
        <p:grpSpPr>
          <a:xfrm>
            <a:off x="6063783" y="2031850"/>
            <a:ext cx="800155" cy="1688467"/>
            <a:chOff x="6063783" y="2031850"/>
            <a:chExt cx="1800691" cy="3799773"/>
          </a:xfrm>
        </p:grpSpPr>
        <p:pic>
          <p:nvPicPr>
            <p:cNvPr id="1030" name="Picture 6" descr="Hacking PowerPoint to create custom colors | BrightCarbon">
              <a:extLst>
                <a:ext uri="{FF2B5EF4-FFF2-40B4-BE49-F238E27FC236}">
                  <a16:creationId xmlns:a16="http://schemas.microsoft.com/office/drawing/2014/main" id="{1E944A0E-9B5A-F599-847C-0737479E7BC1}"/>
                </a:ext>
              </a:extLst>
            </p:cNvPr>
            <p:cNvPicPr>
              <a:picLocks noChangeAspect="1" noChangeArrowheads="1"/>
            </p:cNvPicPr>
            <p:nvPr userDrawn="1"/>
          </p:nvPicPr>
          <p:blipFill rotWithShape="1">
            <a:blip r:embed="rId9" cstate="print">
              <a:extLst>
                <a:ext uri="{28A0092B-C50C-407E-A947-70E740481C1C}">
                  <a14:useLocalDpi xmlns:a14="http://schemas.microsoft.com/office/drawing/2010/main"/>
                </a:ext>
              </a:extLst>
            </a:blip>
            <a:srcRect l="36641" r="36664"/>
            <a:stretch/>
          </p:blipFill>
          <p:spPr bwMode="auto">
            <a:xfrm>
              <a:off x="6063783" y="2031850"/>
              <a:ext cx="1800691" cy="3799773"/>
            </a:xfrm>
            <a:prstGeom prst="rect">
              <a:avLst/>
            </a:prstGeom>
            <a:noFill/>
            <a:extLst>
              <a:ext uri="{909E8E84-426E-40DD-AFC4-6F175D3DCCD1}">
                <a14:hiddenFill xmlns:a14="http://schemas.microsoft.com/office/drawing/2010/main">
                  <a:solidFill>
                    <a:srgbClr val="FFFFFF"/>
                  </a:solidFill>
                </a14:hiddenFill>
              </a:ext>
            </a:extLst>
          </p:spPr>
        </p:pic>
        <p:sp>
          <p:nvSpPr>
            <p:cNvPr id="1123" name="Rektangel 1122">
              <a:extLst>
                <a:ext uri="{FF2B5EF4-FFF2-40B4-BE49-F238E27FC236}">
                  <a16:creationId xmlns:a16="http://schemas.microsoft.com/office/drawing/2014/main" id="{1ED61660-0DB3-CEA4-C27E-195D3290C063}"/>
                </a:ext>
              </a:extLst>
            </p:cNvPr>
            <p:cNvSpPr/>
            <p:nvPr userDrawn="1"/>
          </p:nvSpPr>
          <p:spPr>
            <a:xfrm>
              <a:off x="6095206" y="3789106"/>
              <a:ext cx="1743870" cy="73704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24" name="Rektangel 1123">
              <a:extLst>
                <a:ext uri="{FF2B5EF4-FFF2-40B4-BE49-F238E27FC236}">
                  <a16:creationId xmlns:a16="http://schemas.microsoft.com/office/drawing/2014/main" id="{97E61731-FF1C-C73E-9B81-82B5C53D7931}"/>
                </a:ext>
              </a:extLst>
            </p:cNvPr>
            <p:cNvSpPr/>
            <p:nvPr userDrawn="1"/>
          </p:nvSpPr>
          <p:spPr>
            <a:xfrm>
              <a:off x="6451542" y="2363219"/>
              <a:ext cx="1378008" cy="98323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9" name="Rektangel 18">
              <a:extLst>
                <a:ext uri="{FF2B5EF4-FFF2-40B4-BE49-F238E27FC236}">
                  <a16:creationId xmlns:a16="http://schemas.microsoft.com/office/drawing/2014/main" id="{71A7971D-8FD8-6FAF-FBCA-543DAC638849}"/>
                </a:ext>
              </a:extLst>
            </p:cNvPr>
            <p:cNvSpPr/>
            <p:nvPr userDrawn="1"/>
          </p:nvSpPr>
          <p:spPr>
            <a:xfrm>
              <a:off x="6637090" y="2388295"/>
              <a:ext cx="126305" cy="12630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0" name="Rektangel 19">
              <a:extLst>
                <a:ext uri="{FF2B5EF4-FFF2-40B4-BE49-F238E27FC236}">
                  <a16:creationId xmlns:a16="http://schemas.microsoft.com/office/drawing/2014/main" id="{C9DDD11C-85E2-44BE-6A91-D72279994B26}"/>
                </a:ext>
              </a:extLst>
            </p:cNvPr>
            <p:cNvSpPr/>
            <p:nvPr userDrawn="1"/>
          </p:nvSpPr>
          <p:spPr>
            <a:xfrm>
              <a:off x="6812622" y="2388295"/>
              <a:ext cx="126305" cy="126305"/>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2" name="Rektangel 21">
              <a:extLst>
                <a:ext uri="{FF2B5EF4-FFF2-40B4-BE49-F238E27FC236}">
                  <a16:creationId xmlns:a16="http://schemas.microsoft.com/office/drawing/2014/main" id="{A5F72BB2-8D37-F99C-624D-D6B83AEDB706}"/>
                </a:ext>
              </a:extLst>
            </p:cNvPr>
            <p:cNvSpPr/>
            <p:nvPr userDrawn="1"/>
          </p:nvSpPr>
          <p:spPr>
            <a:xfrm>
              <a:off x="6988154" y="2388295"/>
              <a:ext cx="126305" cy="126305"/>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5" name="Rektangel 24">
              <a:extLst>
                <a:ext uri="{FF2B5EF4-FFF2-40B4-BE49-F238E27FC236}">
                  <a16:creationId xmlns:a16="http://schemas.microsoft.com/office/drawing/2014/main" id="{84DFF5F4-D1BE-880D-87D8-99BD8D5986B4}"/>
                </a:ext>
              </a:extLst>
            </p:cNvPr>
            <p:cNvSpPr/>
            <p:nvPr userDrawn="1"/>
          </p:nvSpPr>
          <p:spPr>
            <a:xfrm>
              <a:off x="7163686" y="2388295"/>
              <a:ext cx="126305" cy="126305"/>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6" name="Rektangel 25">
              <a:extLst>
                <a:ext uri="{FF2B5EF4-FFF2-40B4-BE49-F238E27FC236}">
                  <a16:creationId xmlns:a16="http://schemas.microsoft.com/office/drawing/2014/main" id="{57799422-9E37-147F-C5EF-BD69600A0259}"/>
                </a:ext>
              </a:extLst>
            </p:cNvPr>
            <p:cNvSpPr/>
            <p:nvPr userDrawn="1"/>
          </p:nvSpPr>
          <p:spPr>
            <a:xfrm>
              <a:off x="7339218" y="2388295"/>
              <a:ext cx="126305" cy="126305"/>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7" name="Rektangel 26">
              <a:extLst>
                <a:ext uri="{FF2B5EF4-FFF2-40B4-BE49-F238E27FC236}">
                  <a16:creationId xmlns:a16="http://schemas.microsoft.com/office/drawing/2014/main" id="{CF0BD3BD-CA59-5181-6A7D-85BA481CF469}"/>
                </a:ext>
              </a:extLst>
            </p:cNvPr>
            <p:cNvSpPr/>
            <p:nvPr userDrawn="1"/>
          </p:nvSpPr>
          <p:spPr>
            <a:xfrm>
              <a:off x="7514750" y="2388295"/>
              <a:ext cx="126305" cy="126305"/>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8" name="Rektangel 27">
              <a:extLst>
                <a:ext uri="{FF2B5EF4-FFF2-40B4-BE49-F238E27FC236}">
                  <a16:creationId xmlns:a16="http://schemas.microsoft.com/office/drawing/2014/main" id="{AD483FB7-DFED-6269-FDB3-DA99BF8F1738}"/>
                </a:ext>
              </a:extLst>
            </p:cNvPr>
            <p:cNvSpPr/>
            <p:nvPr userDrawn="1"/>
          </p:nvSpPr>
          <p:spPr>
            <a:xfrm>
              <a:off x="7690282" y="2388295"/>
              <a:ext cx="126305" cy="126305"/>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31" name="Rektangel 30">
              <a:extLst>
                <a:ext uri="{FF2B5EF4-FFF2-40B4-BE49-F238E27FC236}">
                  <a16:creationId xmlns:a16="http://schemas.microsoft.com/office/drawing/2014/main" id="{53C50CD2-78C6-259C-97BD-526C014CEC81}"/>
                </a:ext>
              </a:extLst>
            </p:cNvPr>
            <p:cNvSpPr/>
            <p:nvPr userDrawn="1"/>
          </p:nvSpPr>
          <p:spPr>
            <a:xfrm>
              <a:off x="6637090" y="2661345"/>
              <a:ext cx="126305" cy="132095"/>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47" name="Rektangel 46">
              <a:extLst>
                <a:ext uri="{FF2B5EF4-FFF2-40B4-BE49-F238E27FC236}">
                  <a16:creationId xmlns:a16="http://schemas.microsoft.com/office/drawing/2014/main" id="{8C1EA23D-35AA-C628-1834-7EC9974FAFA4}"/>
                </a:ext>
              </a:extLst>
            </p:cNvPr>
            <p:cNvSpPr/>
            <p:nvPr userDrawn="1"/>
          </p:nvSpPr>
          <p:spPr>
            <a:xfrm>
              <a:off x="6637090" y="2794041"/>
              <a:ext cx="126305" cy="132095"/>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55" name="Rektangel 54">
              <a:extLst>
                <a:ext uri="{FF2B5EF4-FFF2-40B4-BE49-F238E27FC236}">
                  <a16:creationId xmlns:a16="http://schemas.microsoft.com/office/drawing/2014/main" id="{583F96BE-E130-3FDD-576F-874BDC4A6C90}"/>
                </a:ext>
              </a:extLst>
            </p:cNvPr>
            <p:cNvSpPr/>
            <p:nvPr userDrawn="1"/>
          </p:nvSpPr>
          <p:spPr>
            <a:xfrm>
              <a:off x="6637090" y="2926737"/>
              <a:ext cx="126305" cy="132095"/>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63" name="Rektangel 62">
              <a:extLst>
                <a:ext uri="{FF2B5EF4-FFF2-40B4-BE49-F238E27FC236}">
                  <a16:creationId xmlns:a16="http://schemas.microsoft.com/office/drawing/2014/main" id="{33F1335E-E254-7491-5F15-30754BBD151E}"/>
                </a:ext>
              </a:extLst>
            </p:cNvPr>
            <p:cNvSpPr/>
            <p:nvPr userDrawn="1"/>
          </p:nvSpPr>
          <p:spPr>
            <a:xfrm>
              <a:off x="6637090" y="3059433"/>
              <a:ext cx="126305" cy="132095"/>
            </a:xfrm>
            <a:prstGeom prst="rect">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33" name="Rektangel 1032">
              <a:extLst>
                <a:ext uri="{FF2B5EF4-FFF2-40B4-BE49-F238E27FC236}">
                  <a16:creationId xmlns:a16="http://schemas.microsoft.com/office/drawing/2014/main" id="{B691ED7D-5446-C50C-8BC0-D7AB6D614765}"/>
                </a:ext>
              </a:extLst>
            </p:cNvPr>
            <p:cNvSpPr/>
            <p:nvPr userDrawn="1"/>
          </p:nvSpPr>
          <p:spPr>
            <a:xfrm>
              <a:off x="6637090" y="3192130"/>
              <a:ext cx="126305" cy="132095"/>
            </a:xfrm>
            <a:prstGeom prst="rect">
              <a:avLst/>
            </a:prstGeom>
            <a:solidFill>
              <a:schemeClr val="tx2">
                <a:lumMod val="90000"/>
                <a:lumOff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2" name="Rektangel 1041">
              <a:extLst>
                <a:ext uri="{FF2B5EF4-FFF2-40B4-BE49-F238E27FC236}">
                  <a16:creationId xmlns:a16="http://schemas.microsoft.com/office/drawing/2014/main" id="{7F5FD652-25CD-24B4-271B-3CFC6E465C27}"/>
                </a:ext>
              </a:extLst>
            </p:cNvPr>
            <p:cNvSpPr/>
            <p:nvPr userDrawn="1"/>
          </p:nvSpPr>
          <p:spPr>
            <a:xfrm>
              <a:off x="6812622" y="2661345"/>
              <a:ext cx="126305" cy="132095"/>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3" name="Rektangel 1042">
              <a:extLst>
                <a:ext uri="{FF2B5EF4-FFF2-40B4-BE49-F238E27FC236}">
                  <a16:creationId xmlns:a16="http://schemas.microsoft.com/office/drawing/2014/main" id="{46276B80-6A92-8513-3337-2E24980A3660}"/>
                </a:ext>
              </a:extLst>
            </p:cNvPr>
            <p:cNvSpPr/>
            <p:nvPr userDrawn="1"/>
          </p:nvSpPr>
          <p:spPr>
            <a:xfrm>
              <a:off x="6812622" y="2794041"/>
              <a:ext cx="126305" cy="13209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4" name="Rektangel 1043">
              <a:extLst>
                <a:ext uri="{FF2B5EF4-FFF2-40B4-BE49-F238E27FC236}">
                  <a16:creationId xmlns:a16="http://schemas.microsoft.com/office/drawing/2014/main" id="{DF08EB8B-05A1-5D1E-3453-E35F156EA44C}"/>
                </a:ext>
              </a:extLst>
            </p:cNvPr>
            <p:cNvSpPr/>
            <p:nvPr userDrawn="1"/>
          </p:nvSpPr>
          <p:spPr>
            <a:xfrm>
              <a:off x="6812622" y="2926737"/>
              <a:ext cx="126305" cy="132095"/>
            </a:xfrm>
            <a:prstGeom prst="rect">
              <a:avLst/>
            </a:pr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5" name="Rektangel 1044">
              <a:extLst>
                <a:ext uri="{FF2B5EF4-FFF2-40B4-BE49-F238E27FC236}">
                  <a16:creationId xmlns:a16="http://schemas.microsoft.com/office/drawing/2014/main" id="{73BCDEB0-F256-9D9A-1735-36C73E5A4254}"/>
                </a:ext>
              </a:extLst>
            </p:cNvPr>
            <p:cNvSpPr/>
            <p:nvPr userDrawn="1"/>
          </p:nvSpPr>
          <p:spPr>
            <a:xfrm>
              <a:off x="6812622" y="3059433"/>
              <a:ext cx="126305" cy="132095"/>
            </a:xfrm>
            <a:prstGeom prst="rect">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6" name="Rektangel 1045">
              <a:extLst>
                <a:ext uri="{FF2B5EF4-FFF2-40B4-BE49-F238E27FC236}">
                  <a16:creationId xmlns:a16="http://schemas.microsoft.com/office/drawing/2014/main" id="{8FB9E9DD-EB3E-746C-2937-90EBE84B3B2A}"/>
                </a:ext>
              </a:extLst>
            </p:cNvPr>
            <p:cNvSpPr/>
            <p:nvPr userDrawn="1"/>
          </p:nvSpPr>
          <p:spPr>
            <a:xfrm>
              <a:off x="6812622" y="3192130"/>
              <a:ext cx="126305" cy="132095"/>
            </a:xfrm>
            <a:prstGeom prst="rect">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7" name="Rektangel 1046">
              <a:extLst>
                <a:ext uri="{FF2B5EF4-FFF2-40B4-BE49-F238E27FC236}">
                  <a16:creationId xmlns:a16="http://schemas.microsoft.com/office/drawing/2014/main" id="{BF36CC62-D665-E681-0504-9607980B29D1}"/>
                </a:ext>
              </a:extLst>
            </p:cNvPr>
            <p:cNvSpPr/>
            <p:nvPr userDrawn="1"/>
          </p:nvSpPr>
          <p:spPr>
            <a:xfrm>
              <a:off x="6988154" y="2661345"/>
              <a:ext cx="126305" cy="132095"/>
            </a:xfrm>
            <a:prstGeom prst="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8" name="Rektangel 1047">
              <a:extLst>
                <a:ext uri="{FF2B5EF4-FFF2-40B4-BE49-F238E27FC236}">
                  <a16:creationId xmlns:a16="http://schemas.microsoft.com/office/drawing/2014/main" id="{2ED8E59C-4621-6900-D5FB-392B5F63EB15}"/>
                </a:ext>
              </a:extLst>
            </p:cNvPr>
            <p:cNvSpPr/>
            <p:nvPr userDrawn="1"/>
          </p:nvSpPr>
          <p:spPr>
            <a:xfrm>
              <a:off x="6988154" y="2794041"/>
              <a:ext cx="126305" cy="132095"/>
            </a:xfrm>
            <a:prstGeom prst="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9" name="Rektangel 1048">
              <a:extLst>
                <a:ext uri="{FF2B5EF4-FFF2-40B4-BE49-F238E27FC236}">
                  <a16:creationId xmlns:a16="http://schemas.microsoft.com/office/drawing/2014/main" id="{1D1DFB72-8F94-C092-AB42-28E3BBF12D65}"/>
                </a:ext>
              </a:extLst>
            </p:cNvPr>
            <p:cNvSpPr/>
            <p:nvPr userDrawn="1"/>
          </p:nvSpPr>
          <p:spPr>
            <a:xfrm>
              <a:off x="6988154" y="2926737"/>
              <a:ext cx="126305" cy="132095"/>
            </a:xfrm>
            <a:prstGeom prst="rect">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0" name="Rektangel 1049">
              <a:extLst>
                <a:ext uri="{FF2B5EF4-FFF2-40B4-BE49-F238E27FC236}">
                  <a16:creationId xmlns:a16="http://schemas.microsoft.com/office/drawing/2014/main" id="{9B388C52-8786-0F82-B433-3A79F1A4541A}"/>
                </a:ext>
              </a:extLst>
            </p:cNvPr>
            <p:cNvSpPr/>
            <p:nvPr userDrawn="1"/>
          </p:nvSpPr>
          <p:spPr>
            <a:xfrm>
              <a:off x="6988154" y="3059433"/>
              <a:ext cx="126305" cy="132095"/>
            </a:xfrm>
            <a:prstGeom prst="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1" name="Rektangel 1050">
              <a:extLst>
                <a:ext uri="{FF2B5EF4-FFF2-40B4-BE49-F238E27FC236}">
                  <a16:creationId xmlns:a16="http://schemas.microsoft.com/office/drawing/2014/main" id="{D4A998FA-E595-5120-1049-A3CC1C33E72E}"/>
                </a:ext>
              </a:extLst>
            </p:cNvPr>
            <p:cNvSpPr/>
            <p:nvPr userDrawn="1"/>
          </p:nvSpPr>
          <p:spPr>
            <a:xfrm>
              <a:off x="6988154" y="3192130"/>
              <a:ext cx="126305" cy="132095"/>
            </a:xfrm>
            <a:prstGeom prst="rect">
              <a:avLst/>
            </a:pr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2" name="Rektangel 1051">
              <a:extLst>
                <a:ext uri="{FF2B5EF4-FFF2-40B4-BE49-F238E27FC236}">
                  <a16:creationId xmlns:a16="http://schemas.microsoft.com/office/drawing/2014/main" id="{C8E27C97-6977-891F-B3C0-4CDE580AF57D}"/>
                </a:ext>
              </a:extLst>
            </p:cNvPr>
            <p:cNvSpPr/>
            <p:nvPr userDrawn="1"/>
          </p:nvSpPr>
          <p:spPr>
            <a:xfrm>
              <a:off x="7163686" y="2661345"/>
              <a:ext cx="126305" cy="132095"/>
            </a:xfrm>
            <a:prstGeom prst="rect">
              <a:avLst/>
            </a:prstGeom>
            <a:solidFill>
              <a:schemeClr val="accent3">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3" name="Rektangel 1052">
              <a:extLst>
                <a:ext uri="{FF2B5EF4-FFF2-40B4-BE49-F238E27FC236}">
                  <a16:creationId xmlns:a16="http://schemas.microsoft.com/office/drawing/2014/main" id="{19FB03B5-BA18-74B7-9DEB-889CA8566539}"/>
                </a:ext>
              </a:extLst>
            </p:cNvPr>
            <p:cNvSpPr/>
            <p:nvPr userDrawn="1"/>
          </p:nvSpPr>
          <p:spPr>
            <a:xfrm>
              <a:off x="7163686" y="2794041"/>
              <a:ext cx="126305" cy="132095"/>
            </a:xfrm>
            <a:prstGeom prst="rect">
              <a:avLst/>
            </a:prstGeom>
            <a:solidFill>
              <a:schemeClr val="accent3">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4" name="Rektangel 1053">
              <a:extLst>
                <a:ext uri="{FF2B5EF4-FFF2-40B4-BE49-F238E27FC236}">
                  <a16:creationId xmlns:a16="http://schemas.microsoft.com/office/drawing/2014/main" id="{57CEB0A0-35F5-997A-61EB-3E655B67D34B}"/>
                </a:ext>
              </a:extLst>
            </p:cNvPr>
            <p:cNvSpPr/>
            <p:nvPr userDrawn="1"/>
          </p:nvSpPr>
          <p:spPr>
            <a:xfrm>
              <a:off x="7163686" y="2926737"/>
              <a:ext cx="126305" cy="132095"/>
            </a:xfrm>
            <a:prstGeom prst="rect">
              <a:avLst/>
            </a:prstGeom>
            <a:solidFill>
              <a:schemeClr val="accent3">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5" name="Rektangel 1054">
              <a:extLst>
                <a:ext uri="{FF2B5EF4-FFF2-40B4-BE49-F238E27FC236}">
                  <a16:creationId xmlns:a16="http://schemas.microsoft.com/office/drawing/2014/main" id="{187C5504-CF38-10EF-6656-9D373F47022B}"/>
                </a:ext>
              </a:extLst>
            </p:cNvPr>
            <p:cNvSpPr/>
            <p:nvPr userDrawn="1"/>
          </p:nvSpPr>
          <p:spPr>
            <a:xfrm>
              <a:off x="7163686" y="3059433"/>
              <a:ext cx="126305" cy="132095"/>
            </a:xfrm>
            <a:prstGeom prst="rect">
              <a:avLst/>
            </a:prstGeom>
            <a:solidFill>
              <a:schemeClr val="accent3">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6" name="Rektangel 1055">
              <a:extLst>
                <a:ext uri="{FF2B5EF4-FFF2-40B4-BE49-F238E27FC236}">
                  <a16:creationId xmlns:a16="http://schemas.microsoft.com/office/drawing/2014/main" id="{00ECB6FD-B078-6ED8-3BF0-E6FFFB4125FF}"/>
                </a:ext>
              </a:extLst>
            </p:cNvPr>
            <p:cNvSpPr/>
            <p:nvPr userDrawn="1"/>
          </p:nvSpPr>
          <p:spPr>
            <a:xfrm>
              <a:off x="7163686" y="3192130"/>
              <a:ext cx="126305" cy="132095"/>
            </a:xfrm>
            <a:prstGeom prst="rect">
              <a:avLst/>
            </a:prstGeom>
            <a:solidFill>
              <a:schemeClr val="accent3">
                <a:lumMod val="90000"/>
                <a:lumOff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7" name="Rektangel 1056">
              <a:extLst>
                <a:ext uri="{FF2B5EF4-FFF2-40B4-BE49-F238E27FC236}">
                  <a16:creationId xmlns:a16="http://schemas.microsoft.com/office/drawing/2014/main" id="{2A81D134-CDD5-3A11-68DD-9A7DA325C5E2}"/>
                </a:ext>
              </a:extLst>
            </p:cNvPr>
            <p:cNvSpPr/>
            <p:nvPr userDrawn="1"/>
          </p:nvSpPr>
          <p:spPr>
            <a:xfrm>
              <a:off x="7339331" y="2661345"/>
              <a:ext cx="126305" cy="132095"/>
            </a:xfrm>
            <a:prstGeom prst="rect">
              <a:avLst/>
            </a:prstGeom>
            <a:solidFill>
              <a:schemeClr val="accent4">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8" name="Rektangel 1057">
              <a:extLst>
                <a:ext uri="{FF2B5EF4-FFF2-40B4-BE49-F238E27FC236}">
                  <a16:creationId xmlns:a16="http://schemas.microsoft.com/office/drawing/2014/main" id="{A3E6B7BF-B8DF-4895-BFF7-E48F3EA56C3C}"/>
                </a:ext>
              </a:extLst>
            </p:cNvPr>
            <p:cNvSpPr/>
            <p:nvPr userDrawn="1"/>
          </p:nvSpPr>
          <p:spPr>
            <a:xfrm>
              <a:off x="7339331" y="2794041"/>
              <a:ext cx="126305" cy="132095"/>
            </a:xfrm>
            <a:prstGeom prst="rect">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9" name="Rektangel 1058">
              <a:extLst>
                <a:ext uri="{FF2B5EF4-FFF2-40B4-BE49-F238E27FC236}">
                  <a16:creationId xmlns:a16="http://schemas.microsoft.com/office/drawing/2014/main" id="{C9880F48-FE6A-D652-5F55-4BD96B03F4E4}"/>
                </a:ext>
              </a:extLst>
            </p:cNvPr>
            <p:cNvSpPr/>
            <p:nvPr userDrawn="1"/>
          </p:nvSpPr>
          <p:spPr>
            <a:xfrm>
              <a:off x="7339331" y="2926737"/>
              <a:ext cx="126305" cy="132095"/>
            </a:xfrm>
            <a:prstGeom prst="rect">
              <a:avLst/>
            </a:prstGeom>
            <a:solidFill>
              <a:schemeClr val="accent4">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0" name="Rektangel 1059">
              <a:extLst>
                <a:ext uri="{FF2B5EF4-FFF2-40B4-BE49-F238E27FC236}">
                  <a16:creationId xmlns:a16="http://schemas.microsoft.com/office/drawing/2014/main" id="{3D6EF6E0-55EF-D427-7BD3-3F9C9599C746}"/>
                </a:ext>
              </a:extLst>
            </p:cNvPr>
            <p:cNvSpPr/>
            <p:nvPr userDrawn="1"/>
          </p:nvSpPr>
          <p:spPr>
            <a:xfrm>
              <a:off x="7339331" y="3059433"/>
              <a:ext cx="126305" cy="132095"/>
            </a:xfrm>
            <a:prstGeom prst="rect">
              <a:avLst/>
            </a:prstGeom>
            <a:solidFill>
              <a:schemeClr val="accent4">
                <a:lumMod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1" name="Rektangel 1060">
              <a:extLst>
                <a:ext uri="{FF2B5EF4-FFF2-40B4-BE49-F238E27FC236}">
                  <a16:creationId xmlns:a16="http://schemas.microsoft.com/office/drawing/2014/main" id="{BB5DD28F-1631-1EC1-63A2-5C34A28B0C19}"/>
                </a:ext>
              </a:extLst>
            </p:cNvPr>
            <p:cNvSpPr/>
            <p:nvPr userDrawn="1"/>
          </p:nvSpPr>
          <p:spPr>
            <a:xfrm>
              <a:off x="7339331" y="3192130"/>
              <a:ext cx="126305" cy="132095"/>
            </a:xfrm>
            <a:prstGeom prst="rect">
              <a:avLst/>
            </a:prstGeom>
            <a:solidFill>
              <a:schemeClr val="accent4">
                <a:lumMod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2" name="Rektangel 1061">
              <a:extLst>
                <a:ext uri="{FF2B5EF4-FFF2-40B4-BE49-F238E27FC236}">
                  <a16:creationId xmlns:a16="http://schemas.microsoft.com/office/drawing/2014/main" id="{C2846DE4-F371-1BF5-4167-59B95320B756}"/>
                </a:ext>
              </a:extLst>
            </p:cNvPr>
            <p:cNvSpPr/>
            <p:nvPr userDrawn="1"/>
          </p:nvSpPr>
          <p:spPr>
            <a:xfrm>
              <a:off x="7513832" y="2661345"/>
              <a:ext cx="126305" cy="132095"/>
            </a:xfrm>
            <a:prstGeom prst="rect">
              <a:avLst/>
            </a:prstGeom>
            <a:solidFill>
              <a:schemeClr val="accent5">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3" name="Rektangel 1062">
              <a:extLst>
                <a:ext uri="{FF2B5EF4-FFF2-40B4-BE49-F238E27FC236}">
                  <a16:creationId xmlns:a16="http://schemas.microsoft.com/office/drawing/2014/main" id="{D1FCE270-22E9-6108-5292-0A2E890C7042}"/>
                </a:ext>
              </a:extLst>
            </p:cNvPr>
            <p:cNvSpPr/>
            <p:nvPr userDrawn="1"/>
          </p:nvSpPr>
          <p:spPr>
            <a:xfrm>
              <a:off x="7513832" y="2794041"/>
              <a:ext cx="126305" cy="132095"/>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4" name="Rektangel 1063">
              <a:extLst>
                <a:ext uri="{FF2B5EF4-FFF2-40B4-BE49-F238E27FC236}">
                  <a16:creationId xmlns:a16="http://schemas.microsoft.com/office/drawing/2014/main" id="{E0AB0C3D-3E2C-BA8B-F8FF-D1BAE2FD78AB}"/>
                </a:ext>
              </a:extLst>
            </p:cNvPr>
            <p:cNvSpPr/>
            <p:nvPr userDrawn="1"/>
          </p:nvSpPr>
          <p:spPr>
            <a:xfrm>
              <a:off x="7513832" y="2926737"/>
              <a:ext cx="126305" cy="132095"/>
            </a:xfrm>
            <a:prstGeom prst="rect">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5" name="Rektangel 1064">
              <a:extLst>
                <a:ext uri="{FF2B5EF4-FFF2-40B4-BE49-F238E27FC236}">
                  <a16:creationId xmlns:a16="http://schemas.microsoft.com/office/drawing/2014/main" id="{A5B9B835-C0B3-CE1F-0F4F-E77B314EE265}"/>
                </a:ext>
              </a:extLst>
            </p:cNvPr>
            <p:cNvSpPr/>
            <p:nvPr userDrawn="1"/>
          </p:nvSpPr>
          <p:spPr>
            <a:xfrm>
              <a:off x="7513832" y="3059433"/>
              <a:ext cx="126305" cy="132095"/>
            </a:xfrm>
            <a:prstGeom prst="rect">
              <a:avLst/>
            </a:prstGeom>
            <a:solidFill>
              <a:schemeClr val="accent5">
                <a:lumMod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6" name="Rektangel 1065">
              <a:extLst>
                <a:ext uri="{FF2B5EF4-FFF2-40B4-BE49-F238E27FC236}">
                  <a16:creationId xmlns:a16="http://schemas.microsoft.com/office/drawing/2014/main" id="{B6F46CE6-CCAF-9D3F-1627-61487FF99D45}"/>
                </a:ext>
              </a:extLst>
            </p:cNvPr>
            <p:cNvSpPr/>
            <p:nvPr userDrawn="1"/>
          </p:nvSpPr>
          <p:spPr>
            <a:xfrm>
              <a:off x="7513832" y="3192130"/>
              <a:ext cx="126305" cy="132095"/>
            </a:xfrm>
            <a:prstGeom prst="rect">
              <a:avLst/>
            </a:prstGeom>
            <a:solidFill>
              <a:schemeClr val="accent5">
                <a:lumMod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7" name="Rektangel 1066">
              <a:extLst>
                <a:ext uri="{FF2B5EF4-FFF2-40B4-BE49-F238E27FC236}">
                  <a16:creationId xmlns:a16="http://schemas.microsoft.com/office/drawing/2014/main" id="{B0D96E62-E6D5-5382-108B-2D8B21B1C7C0}"/>
                </a:ext>
              </a:extLst>
            </p:cNvPr>
            <p:cNvSpPr/>
            <p:nvPr userDrawn="1"/>
          </p:nvSpPr>
          <p:spPr>
            <a:xfrm>
              <a:off x="7690674" y="2661345"/>
              <a:ext cx="126305" cy="132095"/>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8" name="Rektangel 1067">
              <a:extLst>
                <a:ext uri="{FF2B5EF4-FFF2-40B4-BE49-F238E27FC236}">
                  <a16:creationId xmlns:a16="http://schemas.microsoft.com/office/drawing/2014/main" id="{589AC037-F773-58BF-FA0E-B29A0BAE94D6}"/>
                </a:ext>
              </a:extLst>
            </p:cNvPr>
            <p:cNvSpPr/>
            <p:nvPr userDrawn="1"/>
          </p:nvSpPr>
          <p:spPr>
            <a:xfrm>
              <a:off x="7690674" y="2794041"/>
              <a:ext cx="126305" cy="132095"/>
            </a:xfrm>
            <a:prstGeom prst="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9" name="Rektangel 1068">
              <a:extLst>
                <a:ext uri="{FF2B5EF4-FFF2-40B4-BE49-F238E27FC236}">
                  <a16:creationId xmlns:a16="http://schemas.microsoft.com/office/drawing/2014/main" id="{07045815-7B67-4A94-7C17-8D64E287040A}"/>
                </a:ext>
              </a:extLst>
            </p:cNvPr>
            <p:cNvSpPr/>
            <p:nvPr userDrawn="1"/>
          </p:nvSpPr>
          <p:spPr>
            <a:xfrm>
              <a:off x="7690674" y="2926737"/>
              <a:ext cx="126305" cy="13209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0" name="Rektangel 1069">
              <a:extLst>
                <a:ext uri="{FF2B5EF4-FFF2-40B4-BE49-F238E27FC236}">
                  <a16:creationId xmlns:a16="http://schemas.microsoft.com/office/drawing/2014/main" id="{D85D7A99-C5CD-38F6-939F-A3EF9E12781C}"/>
                </a:ext>
              </a:extLst>
            </p:cNvPr>
            <p:cNvSpPr/>
            <p:nvPr userDrawn="1"/>
          </p:nvSpPr>
          <p:spPr>
            <a:xfrm>
              <a:off x="7690674" y="3059433"/>
              <a:ext cx="126305" cy="132095"/>
            </a:xfrm>
            <a:prstGeom prst="rect">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1" name="Rektangel 1070">
              <a:extLst>
                <a:ext uri="{FF2B5EF4-FFF2-40B4-BE49-F238E27FC236}">
                  <a16:creationId xmlns:a16="http://schemas.microsoft.com/office/drawing/2014/main" id="{32FB7A58-1D8F-5665-AC4F-BA2FE1869B27}"/>
                </a:ext>
              </a:extLst>
            </p:cNvPr>
            <p:cNvSpPr/>
            <p:nvPr userDrawn="1"/>
          </p:nvSpPr>
          <p:spPr>
            <a:xfrm>
              <a:off x="7690674" y="3192130"/>
              <a:ext cx="126305" cy="132095"/>
            </a:xfrm>
            <a:prstGeom prst="rect">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7" name="Rektangel 1076">
              <a:extLst>
                <a:ext uri="{FF2B5EF4-FFF2-40B4-BE49-F238E27FC236}">
                  <a16:creationId xmlns:a16="http://schemas.microsoft.com/office/drawing/2014/main" id="{5F9AF638-6FAD-3C50-00FA-ADD872158CE5}"/>
                </a:ext>
              </a:extLst>
            </p:cNvPr>
            <p:cNvSpPr/>
            <p:nvPr userDrawn="1"/>
          </p:nvSpPr>
          <p:spPr>
            <a:xfrm>
              <a:off x="6464595" y="2388295"/>
              <a:ext cx="126305" cy="126305"/>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8" name="Rektangel 1077">
              <a:extLst>
                <a:ext uri="{FF2B5EF4-FFF2-40B4-BE49-F238E27FC236}">
                  <a16:creationId xmlns:a16="http://schemas.microsoft.com/office/drawing/2014/main" id="{C4749DD0-3DD2-A386-7BED-084BA84DBBE6}"/>
                </a:ext>
              </a:extLst>
            </p:cNvPr>
            <p:cNvSpPr/>
            <p:nvPr userDrawn="1"/>
          </p:nvSpPr>
          <p:spPr>
            <a:xfrm>
              <a:off x="6464595" y="2661345"/>
              <a:ext cx="126305" cy="132095"/>
            </a:xfrm>
            <a:prstGeom prst="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9" name="Rektangel 1078">
              <a:extLst>
                <a:ext uri="{FF2B5EF4-FFF2-40B4-BE49-F238E27FC236}">
                  <a16:creationId xmlns:a16="http://schemas.microsoft.com/office/drawing/2014/main" id="{B4499066-323D-EE08-E5A2-F43B0807892C}"/>
                </a:ext>
              </a:extLst>
            </p:cNvPr>
            <p:cNvSpPr/>
            <p:nvPr userDrawn="1"/>
          </p:nvSpPr>
          <p:spPr>
            <a:xfrm>
              <a:off x="6464595" y="2794041"/>
              <a:ext cx="126305" cy="132095"/>
            </a:xfrm>
            <a:prstGeom prst="rect">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0" name="Rektangel 1079">
              <a:extLst>
                <a:ext uri="{FF2B5EF4-FFF2-40B4-BE49-F238E27FC236}">
                  <a16:creationId xmlns:a16="http://schemas.microsoft.com/office/drawing/2014/main" id="{1BBF49EA-C637-CAB3-6569-11A2CFD31079}"/>
                </a:ext>
              </a:extLst>
            </p:cNvPr>
            <p:cNvSpPr/>
            <p:nvPr userDrawn="1"/>
          </p:nvSpPr>
          <p:spPr>
            <a:xfrm>
              <a:off x="6464595" y="2926737"/>
              <a:ext cx="126305" cy="132095"/>
            </a:xfrm>
            <a:prstGeom prst="rect">
              <a:avLst/>
            </a:prstGeom>
            <a:solidFill>
              <a:schemeClr val="bg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1" name="Rektangel 1080">
              <a:extLst>
                <a:ext uri="{FF2B5EF4-FFF2-40B4-BE49-F238E27FC236}">
                  <a16:creationId xmlns:a16="http://schemas.microsoft.com/office/drawing/2014/main" id="{1F27D949-C326-6486-1CD4-2B8AF35ADE78}"/>
                </a:ext>
              </a:extLst>
            </p:cNvPr>
            <p:cNvSpPr/>
            <p:nvPr userDrawn="1"/>
          </p:nvSpPr>
          <p:spPr>
            <a:xfrm>
              <a:off x="6464595" y="3059433"/>
              <a:ext cx="126305" cy="132095"/>
            </a:xfrm>
            <a:prstGeom prst="rect">
              <a:avLst/>
            </a:prstGeom>
            <a:solidFill>
              <a:schemeClr val="bg2">
                <a:lumMod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2" name="Rektangel 1081">
              <a:extLst>
                <a:ext uri="{FF2B5EF4-FFF2-40B4-BE49-F238E27FC236}">
                  <a16:creationId xmlns:a16="http://schemas.microsoft.com/office/drawing/2014/main" id="{F216B4A1-3944-F8CE-8C9B-FA88B4D03E26}"/>
                </a:ext>
              </a:extLst>
            </p:cNvPr>
            <p:cNvSpPr/>
            <p:nvPr userDrawn="1"/>
          </p:nvSpPr>
          <p:spPr>
            <a:xfrm>
              <a:off x="6464595" y="3192130"/>
              <a:ext cx="126305" cy="132095"/>
            </a:xfrm>
            <a:prstGeom prst="rect">
              <a:avLst/>
            </a:prstGeom>
            <a:solidFill>
              <a:schemeClr val="bg2">
                <a:lumMod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3" name="Rektangel 1082">
              <a:extLst>
                <a:ext uri="{FF2B5EF4-FFF2-40B4-BE49-F238E27FC236}">
                  <a16:creationId xmlns:a16="http://schemas.microsoft.com/office/drawing/2014/main" id="{5F4ADBA2-1A1B-A4CA-F30B-B0C82CEC3557}"/>
                </a:ext>
              </a:extLst>
            </p:cNvPr>
            <p:cNvSpPr/>
            <p:nvPr userDrawn="1"/>
          </p:nvSpPr>
          <p:spPr>
            <a:xfrm>
              <a:off x="6108995" y="3810695"/>
              <a:ext cx="126305" cy="126305"/>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4" name="Rektangel 1083">
              <a:extLst>
                <a:ext uri="{FF2B5EF4-FFF2-40B4-BE49-F238E27FC236}">
                  <a16:creationId xmlns:a16="http://schemas.microsoft.com/office/drawing/2014/main" id="{374BD5DA-8482-21B6-9413-9B1A45CF76C1}"/>
                </a:ext>
              </a:extLst>
            </p:cNvPr>
            <p:cNvSpPr/>
            <p:nvPr userDrawn="1"/>
          </p:nvSpPr>
          <p:spPr>
            <a:xfrm>
              <a:off x="6108995" y="3986378"/>
              <a:ext cx="126305" cy="126305"/>
            </a:xfrm>
            <a:prstGeom prst="rect">
              <a:avLst/>
            </a:prstGeom>
            <a:solidFill>
              <a:srgbClr val="0D4A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5" name="Rektangel 1084">
              <a:extLst>
                <a:ext uri="{FF2B5EF4-FFF2-40B4-BE49-F238E27FC236}">
                  <a16:creationId xmlns:a16="http://schemas.microsoft.com/office/drawing/2014/main" id="{5F6020BD-6733-E876-2089-C3084AEA1A1C}"/>
                </a:ext>
              </a:extLst>
            </p:cNvPr>
            <p:cNvSpPr/>
            <p:nvPr userDrawn="1"/>
          </p:nvSpPr>
          <p:spPr>
            <a:xfrm>
              <a:off x="6108995" y="4162061"/>
              <a:ext cx="126305" cy="126305"/>
            </a:xfrm>
            <a:prstGeom prst="rect">
              <a:avLst/>
            </a:prstGeom>
            <a:solidFill>
              <a:srgbClr val="4DA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6" name="Rektangel 1085">
              <a:extLst>
                <a:ext uri="{FF2B5EF4-FFF2-40B4-BE49-F238E27FC236}">
                  <a16:creationId xmlns:a16="http://schemas.microsoft.com/office/drawing/2014/main" id="{C4348C5F-5E10-920F-C2FB-889532E2F622}"/>
                </a:ext>
              </a:extLst>
            </p:cNvPr>
            <p:cNvSpPr/>
            <p:nvPr userDrawn="1"/>
          </p:nvSpPr>
          <p:spPr>
            <a:xfrm>
              <a:off x="6108995" y="4337745"/>
              <a:ext cx="126305" cy="126305"/>
            </a:xfrm>
            <a:prstGeom prst="rect">
              <a:avLst/>
            </a:prstGeom>
            <a:solidFill>
              <a:srgbClr val="C7EBB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7" name="Rektangel 1086">
              <a:extLst>
                <a:ext uri="{FF2B5EF4-FFF2-40B4-BE49-F238E27FC236}">
                  <a16:creationId xmlns:a16="http://schemas.microsoft.com/office/drawing/2014/main" id="{D2D321FD-AE36-8DCA-8744-C0F46B88F58C}"/>
                </a:ext>
              </a:extLst>
            </p:cNvPr>
            <p:cNvSpPr/>
            <p:nvPr userDrawn="1"/>
          </p:nvSpPr>
          <p:spPr>
            <a:xfrm>
              <a:off x="6285031" y="3810695"/>
              <a:ext cx="126305" cy="126305"/>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8" name="Rektangel 1087">
              <a:extLst>
                <a:ext uri="{FF2B5EF4-FFF2-40B4-BE49-F238E27FC236}">
                  <a16:creationId xmlns:a16="http://schemas.microsoft.com/office/drawing/2014/main" id="{A93DF2FE-61D7-AA01-C339-B2ECCF6D103B}"/>
                </a:ext>
              </a:extLst>
            </p:cNvPr>
            <p:cNvSpPr/>
            <p:nvPr userDrawn="1"/>
          </p:nvSpPr>
          <p:spPr>
            <a:xfrm>
              <a:off x="6285031" y="3986378"/>
              <a:ext cx="126305" cy="126305"/>
            </a:xfrm>
            <a:prstGeom prst="rect">
              <a:avLst/>
            </a:prstGeom>
            <a:solidFill>
              <a:srgbClr val="1C434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9" name="Rektangel 1088">
              <a:extLst>
                <a:ext uri="{FF2B5EF4-FFF2-40B4-BE49-F238E27FC236}">
                  <a16:creationId xmlns:a16="http://schemas.microsoft.com/office/drawing/2014/main" id="{89244240-2B76-F8CB-21C9-2B1FA90DD280}"/>
                </a:ext>
              </a:extLst>
            </p:cNvPr>
            <p:cNvSpPr/>
            <p:nvPr userDrawn="1"/>
          </p:nvSpPr>
          <p:spPr>
            <a:xfrm>
              <a:off x="6285031" y="4162061"/>
              <a:ext cx="126305" cy="126305"/>
            </a:xfrm>
            <a:prstGeom prst="rect">
              <a:avLst/>
            </a:prstGeom>
            <a:solidFill>
              <a:srgbClr val="339C9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0" name="Rektangel 1089">
              <a:extLst>
                <a:ext uri="{FF2B5EF4-FFF2-40B4-BE49-F238E27FC236}">
                  <a16:creationId xmlns:a16="http://schemas.microsoft.com/office/drawing/2014/main" id="{33D9BE51-B8F2-F451-C1A3-3725C01F9D93}"/>
                </a:ext>
              </a:extLst>
            </p:cNvPr>
            <p:cNvSpPr/>
            <p:nvPr userDrawn="1"/>
          </p:nvSpPr>
          <p:spPr>
            <a:xfrm>
              <a:off x="6285031" y="4337745"/>
              <a:ext cx="126305" cy="126305"/>
            </a:xfrm>
            <a:prstGeom prst="rect">
              <a:avLst/>
            </a:prstGeom>
            <a:solidFill>
              <a:srgbClr val="B2E0E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1" name="Rektangel 1090">
              <a:extLst>
                <a:ext uri="{FF2B5EF4-FFF2-40B4-BE49-F238E27FC236}">
                  <a16:creationId xmlns:a16="http://schemas.microsoft.com/office/drawing/2014/main" id="{ACA30911-7D60-921E-C70A-F693BE675834}"/>
                </a:ext>
              </a:extLst>
            </p:cNvPr>
            <p:cNvSpPr/>
            <p:nvPr userDrawn="1"/>
          </p:nvSpPr>
          <p:spPr>
            <a:xfrm>
              <a:off x="6461067" y="3810695"/>
              <a:ext cx="126305" cy="126305"/>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2" name="Rektangel 1091">
              <a:extLst>
                <a:ext uri="{FF2B5EF4-FFF2-40B4-BE49-F238E27FC236}">
                  <a16:creationId xmlns:a16="http://schemas.microsoft.com/office/drawing/2014/main" id="{7C3A2D5F-4466-B210-4CF0-4DBBC6BB3BA6}"/>
                </a:ext>
              </a:extLst>
            </p:cNvPr>
            <p:cNvSpPr/>
            <p:nvPr userDrawn="1"/>
          </p:nvSpPr>
          <p:spPr>
            <a:xfrm>
              <a:off x="6461067" y="3986378"/>
              <a:ext cx="126305" cy="126305"/>
            </a:xfrm>
            <a:prstGeom prst="rect">
              <a:avLst/>
            </a:prstGeom>
            <a:solidFill>
              <a:srgbClr val="78001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3" name="Rektangel 1092">
              <a:extLst>
                <a:ext uri="{FF2B5EF4-FFF2-40B4-BE49-F238E27FC236}">
                  <a16:creationId xmlns:a16="http://schemas.microsoft.com/office/drawing/2014/main" id="{3DB1223D-C353-676D-5093-C19368A843EA}"/>
                </a:ext>
              </a:extLst>
            </p:cNvPr>
            <p:cNvSpPr/>
            <p:nvPr userDrawn="1"/>
          </p:nvSpPr>
          <p:spPr>
            <a:xfrm>
              <a:off x="6461067" y="4162061"/>
              <a:ext cx="126305" cy="126305"/>
            </a:xfrm>
            <a:prstGeom prst="rect">
              <a:avLst/>
            </a:prstGeom>
            <a:solidFill>
              <a:srgbClr val="E86A5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4" name="Rektangel 1093">
              <a:extLst>
                <a:ext uri="{FF2B5EF4-FFF2-40B4-BE49-F238E27FC236}">
                  <a16:creationId xmlns:a16="http://schemas.microsoft.com/office/drawing/2014/main" id="{ECBE00DC-9A99-ED4F-7AB0-E71447F5BE95}"/>
                </a:ext>
              </a:extLst>
            </p:cNvPr>
            <p:cNvSpPr/>
            <p:nvPr userDrawn="1"/>
          </p:nvSpPr>
          <p:spPr>
            <a:xfrm>
              <a:off x="6461067" y="4337745"/>
              <a:ext cx="126305" cy="126305"/>
            </a:xfrm>
            <a:prstGeom prst="rect">
              <a:avLst/>
            </a:prstGeom>
            <a:solidFill>
              <a:srgbClr val="FFCCC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5" name="Rektangel 1094">
              <a:extLst>
                <a:ext uri="{FF2B5EF4-FFF2-40B4-BE49-F238E27FC236}">
                  <a16:creationId xmlns:a16="http://schemas.microsoft.com/office/drawing/2014/main" id="{5BAC4B2F-5948-684F-53E5-17024EA24387}"/>
                </a:ext>
              </a:extLst>
            </p:cNvPr>
            <p:cNvSpPr/>
            <p:nvPr userDrawn="1"/>
          </p:nvSpPr>
          <p:spPr>
            <a:xfrm>
              <a:off x="6637103" y="3810695"/>
              <a:ext cx="126305" cy="126305"/>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6" name="Rektangel 1095">
              <a:extLst>
                <a:ext uri="{FF2B5EF4-FFF2-40B4-BE49-F238E27FC236}">
                  <a16:creationId xmlns:a16="http://schemas.microsoft.com/office/drawing/2014/main" id="{9DED6478-BDF3-512F-58F3-E36C2B3C3BAA}"/>
                </a:ext>
              </a:extLst>
            </p:cNvPr>
            <p:cNvSpPr/>
            <p:nvPr userDrawn="1"/>
          </p:nvSpPr>
          <p:spPr>
            <a:xfrm>
              <a:off x="6637103" y="3986378"/>
              <a:ext cx="126305" cy="126305"/>
            </a:xfrm>
            <a:prstGeom prst="rect">
              <a:avLst/>
            </a:prstGeom>
            <a:solidFill>
              <a:srgbClr val="A659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7" name="Rektangel 1096">
              <a:extLst>
                <a:ext uri="{FF2B5EF4-FFF2-40B4-BE49-F238E27FC236}">
                  <a16:creationId xmlns:a16="http://schemas.microsoft.com/office/drawing/2014/main" id="{6D820422-D0D9-5ACE-DB5E-ACF44106A99E}"/>
                </a:ext>
              </a:extLst>
            </p:cNvPr>
            <p:cNvSpPr/>
            <p:nvPr userDrawn="1"/>
          </p:nvSpPr>
          <p:spPr>
            <a:xfrm>
              <a:off x="6637103" y="4162061"/>
              <a:ext cx="126305" cy="126305"/>
            </a:xfrm>
            <a:prstGeom prst="rect">
              <a:avLst/>
            </a:prstGeom>
            <a:solidFill>
              <a:srgbClr val="FFBE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8" name="Rektangel 1097">
              <a:extLst>
                <a:ext uri="{FF2B5EF4-FFF2-40B4-BE49-F238E27FC236}">
                  <a16:creationId xmlns:a16="http://schemas.microsoft.com/office/drawing/2014/main" id="{8B60BAF5-04DE-84E4-664B-F75D369387BB}"/>
                </a:ext>
              </a:extLst>
            </p:cNvPr>
            <p:cNvSpPr/>
            <p:nvPr userDrawn="1"/>
          </p:nvSpPr>
          <p:spPr>
            <a:xfrm>
              <a:off x="6637103" y="4337745"/>
              <a:ext cx="126305" cy="126305"/>
            </a:xfrm>
            <a:prstGeom prst="rect">
              <a:avLst/>
            </a:prstGeom>
            <a:solidFill>
              <a:srgbClr val="FFF0B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9" name="Rektangel 1098">
              <a:extLst>
                <a:ext uri="{FF2B5EF4-FFF2-40B4-BE49-F238E27FC236}">
                  <a16:creationId xmlns:a16="http://schemas.microsoft.com/office/drawing/2014/main" id="{2E36144B-8356-508C-530F-E4563E893F8E}"/>
                </a:ext>
              </a:extLst>
            </p:cNvPr>
            <p:cNvSpPr/>
            <p:nvPr userDrawn="1"/>
          </p:nvSpPr>
          <p:spPr>
            <a:xfrm>
              <a:off x="6813139" y="3810695"/>
              <a:ext cx="126305" cy="126305"/>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0" name="Rektangel 1099">
              <a:extLst>
                <a:ext uri="{FF2B5EF4-FFF2-40B4-BE49-F238E27FC236}">
                  <a16:creationId xmlns:a16="http://schemas.microsoft.com/office/drawing/2014/main" id="{4A6003A8-E644-C22A-594E-648C05A084B5}"/>
                </a:ext>
              </a:extLst>
            </p:cNvPr>
            <p:cNvSpPr/>
            <p:nvPr userDrawn="1"/>
          </p:nvSpPr>
          <p:spPr>
            <a:xfrm>
              <a:off x="6813139" y="3986378"/>
              <a:ext cx="126305" cy="126305"/>
            </a:xfrm>
            <a:prstGeom prst="rect">
              <a:avLst/>
            </a:prstGeom>
            <a:solidFill>
              <a:srgbClr val="3232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1" name="Rektangel 1100">
              <a:extLst>
                <a:ext uri="{FF2B5EF4-FFF2-40B4-BE49-F238E27FC236}">
                  <a16:creationId xmlns:a16="http://schemas.microsoft.com/office/drawing/2014/main" id="{71252218-348E-C0A3-6703-29BD88D5A17F}"/>
                </a:ext>
              </a:extLst>
            </p:cNvPr>
            <p:cNvSpPr/>
            <p:nvPr userDrawn="1"/>
          </p:nvSpPr>
          <p:spPr>
            <a:xfrm>
              <a:off x="6813139" y="4162061"/>
              <a:ext cx="126305" cy="126305"/>
            </a:xfrm>
            <a:prstGeom prst="rect">
              <a:avLst/>
            </a:prstGeom>
            <a:solidFill>
              <a:srgbClr val="A5A5A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2" name="Rektangel 1101">
              <a:extLst>
                <a:ext uri="{FF2B5EF4-FFF2-40B4-BE49-F238E27FC236}">
                  <a16:creationId xmlns:a16="http://schemas.microsoft.com/office/drawing/2014/main" id="{F40D39AB-38A0-8D9F-98CF-0849C6CB1A97}"/>
                </a:ext>
              </a:extLst>
            </p:cNvPr>
            <p:cNvSpPr/>
            <p:nvPr userDrawn="1"/>
          </p:nvSpPr>
          <p:spPr>
            <a:xfrm>
              <a:off x="6813139" y="4337745"/>
              <a:ext cx="126305" cy="126305"/>
            </a:xfrm>
            <a:prstGeom prst="rect">
              <a:avLst/>
            </a:prstGeom>
            <a:solidFill>
              <a:srgbClr val="E6E6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3" name="Rektangel 1102">
              <a:extLst>
                <a:ext uri="{FF2B5EF4-FFF2-40B4-BE49-F238E27FC236}">
                  <a16:creationId xmlns:a16="http://schemas.microsoft.com/office/drawing/2014/main" id="{B0EEB85D-E1B5-BB7E-06F5-B7F663E237EA}"/>
                </a:ext>
              </a:extLst>
            </p:cNvPr>
            <p:cNvSpPr/>
            <p:nvPr userDrawn="1"/>
          </p:nvSpPr>
          <p:spPr>
            <a:xfrm>
              <a:off x="6989175" y="3810695"/>
              <a:ext cx="126305" cy="126305"/>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4" name="Rektangel 1103">
              <a:extLst>
                <a:ext uri="{FF2B5EF4-FFF2-40B4-BE49-F238E27FC236}">
                  <a16:creationId xmlns:a16="http://schemas.microsoft.com/office/drawing/2014/main" id="{0C4BF3AC-6949-B173-1F6F-7ACF6CCCA68D}"/>
                </a:ext>
              </a:extLst>
            </p:cNvPr>
            <p:cNvSpPr/>
            <p:nvPr userDrawn="1"/>
          </p:nvSpPr>
          <p:spPr>
            <a:xfrm>
              <a:off x="6989175"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5" name="Rektangel 1104">
              <a:extLst>
                <a:ext uri="{FF2B5EF4-FFF2-40B4-BE49-F238E27FC236}">
                  <a16:creationId xmlns:a16="http://schemas.microsoft.com/office/drawing/2014/main" id="{5E724053-DDC1-BCE6-018B-3C13912CBCAA}"/>
                </a:ext>
              </a:extLst>
            </p:cNvPr>
            <p:cNvSpPr/>
            <p:nvPr userDrawn="1"/>
          </p:nvSpPr>
          <p:spPr>
            <a:xfrm>
              <a:off x="6989175"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7" name="Rektangel 1106">
              <a:extLst>
                <a:ext uri="{FF2B5EF4-FFF2-40B4-BE49-F238E27FC236}">
                  <a16:creationId xmlns:a16="http://schemas.microsoft.com/office/drawing/2014/main" id="{B89A7384-2EB1-E47E-4661-2C135E836BAB}"/>
                </a:ext>
              </a:extLst>
            </p:cNvPr>
            <p:cNvSpPr/>
            <p:nvPr userDrawn="1"/>
          </p:nvSpPr>
          <p:spPr>
            <a:xfrm>
              <a:off x="7165211" y="3810695"/>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8" name="Rektangel 1107">
              <a:extLst>
                <a:ext uri="{FF2B5EF4-FFF2-40B4-BE49-F238E27FC236}">
                  <a16:creationId xmlns:a16="http://schemas.microsoft.com/office/drawing/2014/main" id="{64053484-E065-730D-63D9-F3F09E971CEC}"/>
                </a:ext>
              </a:extLst>
            </p:cNvPr>
            <p:cNvSpPr/>
            <p:nvPr userDrawn="1"/>
          </p:nvSpPr>
          <p:spPr>
            <a:xfrm>
              <a:off x="7165211"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9" name="Rektangel 1108">
              <a:extLst>
                <a:ext uri="{FF2B5EF4-FFF2-40B4-BE49-F238E27FC236}">
                  <a16:creationId xmlns:a16="http://schemas.microsoft.com/office/drawing/2014/main" id="{E5345871-5F8B-2377-CAC8-6913E51EB927}"/>
                </a:ext>
              </a:extLst>
            </p:cNvPr>
            <p:cNvSpPr/>
            <p:nvPr userDrawn="1"/>
          </p:nvSpPr>
          <p:spPr>
            <a:xfrm>
              <a:off x="7165211"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1" name="Rektangel 1110">
              <a:extLst>
                <a:ext uri="{FF2B5EF4-FFF2-40B4-BE49-F238E27FC236}">
                  <a16:creationId xmlns:a16="http://schemas.microsoft.com/office/drawing/2014/main" id="{15038F50-63E9-76D9-070D-599071F6D0B1}"/>
                </a:ext>
              </a:extLst>
            </p:cNvPr>
            <p:cNvSpPr/>
            <p:nvPr userDrawn="1"/>
          </p:nvSpPr>
          <p:spPr>
            <a:xfrm>
              <a:off x="7341247" y="3810695"/>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2" name="Rektangel 1111">
              <a:extLst>
                <a:ext uri="{FF2B5EF4-FFF2-40B4-BE49-F238E27FC236}">
                  <a16:creationId xmlns:a16="http://schemas.microsoft.com/office/drawing/2014/main" id="{062851F2-FDB2-63C5-B741-C1CAD1FE3211}"/>
                </a:ext>
              </a:extLst>
            </p:cNvPr>
            <p:cNvSpPr/>
            <p:nvPr userDrawn="1"/>
          </p:nvSpPr>
          <p:spPr>
            <a:xfrm>
              <a:off x="7341247"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3" name="Rektangel 1112">
              <a:extLst>
                <a:ext uri="{FF2B5EF4-FFF2-40B4-BE49-F238E27FC236}">
                  <a16:creationId xmlns:a16="http://schemas.microsoft.com/office/drawing/2014/main" id="{DE4F3BAC-C90D-4B77-27FF-4CD535F909E2}"/>
                </a:ext>
              </a:extLst>
            </p:cNvPr>
            <p:cNvSpPr/>
            <p:nvPr userDrawn="1"/>
          </p:nvSpPr>
          <p:spPr>
            <a:xfrm>
              <a:off x="7341247"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5" name="Rektangel 1114">
              <a:extLst>
                <a:ext uri="{FF2B5EF4-FFF2-40B4-BE49-F238E27FC236}">
                  <a16:creationId xmlns:a16="http://schemas.microsoft.com/office/drawing/2014/main" id="{6625D88E-960F-4248-3CEB-C2E5020321B6}"/>
                </a:ext>
              </a:extLst>
            </p:cNvPr>
            <p:cNvSpPr/>
            <p:nvPr userDrawn="1"/>
          </p:nvSpPr>
          <p:spPr>
            <a:xfrm>
              <a:off x="7517283" y="3810695"/>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6" name="Rektangel 1115">
              <a:extLst>
                <a:ext uri="{FF2B5EF4-FFF2-40B4-BE49-F238E27FC236}">
                  <a16:creationId xmlns:a16="http://schemas.microsoft.com/office/drawing/2014/main" id="{C10CFB8F-8E16-B335-A926-3A4BAA2E78D5}"/>
                </a:ext>
              </a:extLst>
            </p:cNvPr>
            <p:cNvSpPr/>
            <p:nvPr userDrawn="1"/>
          </p:nvSpPr>
          <p:spPr>
            <a:xfrm>
              <a:off x="7517283"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7" name="Rektangel 1116">
              <a:extLst>
                <a:ext uri="{FF2B5EF4-FFF2-40B4-BE49-F238E27FC236}">
                  <a16:creationId xmlns:a16="http://schemas.microsoft.com/office/drawing/2014/main" id="{1BAFE015-800E-787E-0572-90F6C0823C14}"/>
                </a:ext>
              </a:extLst>
            </p:cNvPr>
            <p:cNvSpPr/>
            <p:nvPr userDrawn="1"/>
          </p:nvSpPr>
          <p:spPr>
            <a:xfrm>
              <a:off x="7517283"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9" name="Rektangel 1118">
              <a:extLst>
                <a:ext uri="{FF2B5EF4-FFF2-40B4-BE49-F238E27FC236}">
                  <a16:creationId xmlns:a16="http://schemas.microsoft.com/office/drawing/2014/main" id="{4A97B2EF-9E28-C94C-6879-E7C073C12C39}"/>
                </a:ext>
              </a:extLst>
            </p:cNvPr>
            <p:cNvSpPr/>
            <p:nvPr userDrawn="1"/>
          </p:nvSpPr>
          <p:spPr>
            <a:xfrm>
              <a:off x="7693320" y="3810695"/>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20" name="Rektangel 1119">
              <a:extLst>
                <a:ext uri="{FF2B5EF4-FFF2-40B4-BE49-F238E27FC236}">
                  <a16:creationId xmlns:a16="http://schemas.microsoft.com/office/drawing/2014/main" id="{0046F9B6-9CA1-5B09-D162-A1A23AA1E72E}"/>
                </a:ext>
              </a:extLst>
            </p:cNvPr>
            <p:cNvSpPr/>
            <p:nvPr userDrawn="1"/>
          </p:nvSpPr>
          <p:spPr>
            <a:xfrm>
              <a:off x="7693320"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21" name="Rektangel 1120">
              <a:extLst>
                <a:ext uri="{FF2B5EF4-FFF2-40B4-BE49-F238E27FC236}">
                  <a16:creationId xmlns:a16="http://schemas.microsoft.com/office/drawing/2014/main" id="{555E2503-2C99-3601-4234-B5374905D676}"/>
                </a:ext>
              </a:extLst>
            </p:cNvPr>
            <p:cNvSpPr/>
            <p:nvPr userDrawn="1"/>
          </p:nvSpPr>
          <p:spPr>
            <a:xfrm>
              <a:off x="7693320"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grpSp>
      <p:sp>
        <p:nvSpPr>
          <p:cNvPr id="11" name="Rektangel med rundade hörn 10">
            <a:extLst>
              <a:ext uri="{FF2B5EF4-FFF2-40B4-BE49-F238E27FC236}">
                <a16:creationId xmlns:a16="http://schemas.microsoft.com/office/drawing/2014/main" id="{636AEB1C-664E-B3BB-DB73-01E07A3BF846}"/>
              </a:ext>
            </a:extLst>
          </p:cNvPr>
          <p:cNvSpPr/>
          <p:nvPr userDrawn="1"/>
        </p:nvSpPr>
        <p:spPr>
          <a:xfrm>
            <a:off x="6062449" y="2168771"/>
            <a:ext cx="800154" cy="97738"/>
          </a:xfrm>
          <a:prstGeom prst="roundRect">
            <a:avLst>
              <a:gd name="adj" fmla="val 0"/>
            </a:avLst>
          </a:prstGeom>
          <a:noFill/>
          <a:ln w="15875">
            <a:solidFill>
              <a:srgbClr val="2FBA7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1126" name="Rektangel med rundade hörn 1125">
            <a:extLst>
              <a:ext uri="{FF2B5EF4-FFF2-40B4-BE49-F238E27FC236}">
                <a16:creationId xmlns:a16="http://schemas.microsoft.com/office/drawing/2014/main" id="{F5D2D686-1879-1B11-9682-DCB8A43C167A}"/>
              </a:ext>
            </a:extLst>
          </p:cNvPr>
          <p:cNvSpPr/>
          <p:nvPr userDrawn="1"/>
        </p:nvSpPr>
        <p:spPr>
          <a:xfrm>
            <a:off x="6062449" y="2800595"/>
            <a:ext cx="800154" cy="331200"/>
          </a:xfrm>
          <a:prstGeom prst="roundRect">
            <a:avLst>
              <a:gd name="adj" fmla="val 0"/>
            </a:avLst>
          </a:prstGeom>
          <a:noFill/>
          <a:ln w="15875">
            <a:solidFill>
              <a:srgbClr val="2FBA7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grpSp>
        <p:nvGrpSpPr>
          <p:cNvPr id="38" name="Grupp 37">
            <a:extLst>
              <a:ext uri="{FF2B5EF4-FFF2-40B4-BE49-F238E27FC236}">
                <a16:creationId xmlns:a16="http://schemas.microsoft.com/office/drawing/2014/main" id="{6F818A9C-F465-3CE9-20FA-7BDEA4C864A3}"/>
              </a:ext>
            </a:extLst>
          </p:cNvPr>
          <p:cNvGrpSpPr/>
          <p:nvPr userDrawn="1"/>
        </p:nvGrpSpPr>
        <p:grpSpPr>
          <a:xfrm>
            <a:off x="6074571" y="3306851"/>
            <a:ext cx="781200" cy="90681"/>
            <a:chOff x="6511014" y="2308965"/>
            <a:chExt cx="602272" cy="346936"/>
          </a:xfrm>
        </p:grpSpPr>
        <p:sp>
          <p:nvSpPr>
            <p:cNvPr id="39" name="Rektangel med rundade hörn 38">
              <a:extLst>
                <a:ext uri="{FF2B5EF4-FFF2-40B4-BE49-F238E27FC236}">
                  <a16:creationId xmlns:a16="http://schemas.microsoft.com/office/drawing/2014/main" id="{341D2BCA-FEB1-3F16-2075-DBBCEE121133}"/>
                </a:ext>
              </a:extLst>
            </p:cNvPr>
            <p:cNvSpPr/>
            <p:nvPr/>
          </p:nvSpPr>
          <p:spPr>
            <a:xfrm>
              <a:off x="6511014" y="2308965"/>
              <a:ext cx="602272" cy="346936"/>
            </a:xfrm>
            <a:prstGeom prst="roundRect">
              <a:avLst>
                <a:gd name="adj" fmla="val 2307"/>
              </a:avLst>
            </a:prstGeom>
            <a:solidFill>
              <a:srgbClr val="F9535C">
                <a:alpha val="40000"/>
              </a:srgb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cxnSp>
          <p:nvCxnSpPr>
            <p:cNvPr id="40" name="Rak 39">
              <a:extLst>
                <a:ext uri="{FF2B5EF4-FFF2-40B4-BE49-F238E27FC236}">
                  <a16:creationId xmlns:a16="http://schemas.microsoft.com/office/drawing/2014/main" id="{245C22F3-BAE7-75A9-96B0-E39BB2EFEC22}"/>
                </a:ext>
              </a:extLst>
            </p:cNvPr>
            <p:cNvCxnSpPr>
              <a:cxnSpLocks/>
            </p:cNvCxnSpPr>
            <p:nvPr/>
          </p:nvCxnSpPr>
          <p:spPr>
            <a:xfrm>
              <a:off x="6511014" y="2312318"/>
              <a:ext cx="602272" cy="341211"/>
            </a:xfrm>
            <a:prstGeom prst="line">
              <a:avLst/>
            </a:prstGeom>
            <a:ln w="25400" cap="rnd">
              <a:solidFill>
                <a:srgbClr val="F9535C"/>
              </a:solidFill>
              <a:round/>
            </a:ln>
          </p:spPr>
          <p:style>
            <a:lnRef idx="1">
              <a:schemeClr val="accent1"/>
            </a:lnRef>
            <a:fillRef idx="0">
              <a:schemeClr val="accent1"/>
            </a:fillRef>
            <a:effectRef idx="0">
              <a:schemeClr val="accent1"/>
            </a:effectRef>
            <a:fontRef idx="minor">
              <a:schemeClr val="tx1"/>
            </a:fontRef>
          </p:style>
        </p:cxnSp>
        <p:cxnSp>
          <p:nvCxnSpPr>
            <p:cNvPr id="41" name="Rak 40">
              <a:extLst>
                <a:ext uri="{FF2B5EF4-FFF2-40B4-BE49-F238E27FC236}">
                  <a16:creationId xmlns:a16="http://schemas.microsoft.com/office/drawing/2014/main" id="{1947DE09-EBCF-E910-33E6-512123ADAAFA}"/>
                </a:ext>
              </a:extLst>
            </p:cNvPr>
            <p:cNvCxnSpPr>
              <a:cxnSpLocks/>
            </p:cNvCxnSpPr>
            <p:nvPr/>
          </p:nvCxnSpPr>
          <p:spPr>
            <a:xfrm flipH="1">
              <a:off x="6511014" y="2312318"/>
              <a:ext cx="602272" cy="341211"/>
            </a:xfrm>
            <a:prstGeom prst="line">
              <a:avLst/>
            </a:prstGeom>
            <a:ln w="25400" cap="rnd">
              <a:solidFill>
                <a:srgbClr val="F9535C"/>
              </a:solidFill>
              <a:round/>
            </a:ln>
          </p:spPr>
          <p:style>
            <a:lnRef idx="1">
              <a:schemeClr val="accent1"/>
            </a:lnRef>
            <a:fillRef idx="0">
              <a:schemeClr val="accent1"/>
            </a:fillRef>
            <a:effectRef idx="0">
              <a:schemeClr val="accent1"/>
            </a:effectRef>
            <a:fontRef idx="minor">
              <a:schemeClr val="tx1"/>
            </a:fontRef>
          </p:style>
        </p:cxnSp>
      </p:grpSp>
      <p:grpSp>
        <p:nvGrpSpPr>
          <p:cNvPr id="1127" name="Grupp 1126">
            <a:extLst>
              <a:ext uri="{FF2B5EF4-FFF2-40B4-BE49-F238E27FC236}">
                <a16:creationId xmlns:a16="http://schemas.microsoft.com/office/drawing/2014/main" id="{5E961FC3-B409-F6A8-2D6C-145379049C89}"/>
              </a:ext>
            </a:extLst>
          </p:cNvPr>
          <p:cNvGrpSpPr/>
          <p:nvPr userDrawn="1"/>
        </p:nvGrpSpPr>
        <p:grpSpPr>
          <a:xfrm>
            <a:off x="6074571" y="2295574"/>
            <a:ext cx="781200" cy="324083"/>
            <a:chOff x="6511014" y="2308965"/>
            <a:chExt cx="602272" cy="346936"/>
          </a:xfrm>
        </p:grpSpPr>
        <p:sp>
          <p:nvSpPr>
            <p:cNvPr id="1128" name="Rektangel med rundade hörn 1127">
              <a:extLst>
                <a:ext uri="{FF2B5EF4-FFF2-40B4-BE49-F238E27FC236}">
                  <a16:creationId xmlns:a16="http://schemas.microsoft.com/office/drawing/2014/main" id="{2B5BA7A3-F734-9E73-0F7B-B2A14C010F59}"/>
                </a:ext>
              </a:extLst>
            </p:cNvPr>
            <p:cNvSpPr/>
            <p:nvPr/>
          </p:nvSpPr>
          <p:spPr>
            <a:xfrm>
              <a:off x="6511014" y="2308965"/>
              <a:ext cx="602272" cy="346936"/>
            </a:xfrm>
            <a:prstGeom prst="roundRect">
              <a:avLst>
                <a:gd name="adj" fmla="val 2307"/>
              </a:avLst>
            </a:prstGeom>
            <a:solidFill>
              <a:srgbClr val="F9535C">
                <a:alpha val="40000"/>
              </a:srgb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cxnSp>
          <p:nvCxnSpPr>
            <p:cNvPr id="1129" name="Rak 1128">
              <a:extLst>
                <a:ext uri="{FF2B5EF4-FFF2-40B4-BE49-F238E27FC236}">
                  <a16:creationId xmlns:a16="http://schemas.microsoft.com/office/drawing/2014/main" id="{23AB9D37-FDD0-9B73-576D-D72C040BD7D8}"/>
                </a:ext>
              </a:extLst>
            </p:cNvPr>
            <p:cNvCxnSpPr>
              <a:cxnSpLocks/>
            </p:cNvCxnSpPr>
            <p:nvPr/>
          </p:nvCxnSpPr>
          <p:spPr>
            <a:xfrm>
              <a:off x="6511014" y="2312318"/>
              <a:ext cx="602272" cy="341211"/>
            </a:xfrm>
            <a:prstGeom prst="line">
              <a:avLst/>
            </a:prstGeom>
            <a:ln w="25400" cap="rnd">
              <a:solidFill>
                <a:srgbClr val="F9535C"/>
              </a:solidFill>
              <a:round/>
            </a:ln>
          </p:spPr>
          <p:style>
            <a:lnRef idx="1">
              <a:schemeClr val="accent1"/>
            </a:lnRef>
            <a:fillRef idx="0">
              <a:schemeClr val="accent1"/>
            </a:fillRef>
            <a:effectRef idx="0">
              <a:schemeClr val="accent1"/>
            </a:effectRef>
            <a:fontRef idx="minor">
              <a:schemeClr val="tx1"/>
            </a:fontRef>
          </p:style>
        </p:cxnSp>
        <p:cxnSp>
          <p:nvCxnSpPr>
            <p:cNvPr id="1130" name="Rak 1129">
              <a:extLst>
                <a:ext uri="{FF2B5EF4-FFF2-40B4-BE49-F238E27FC236}">
                  <a16:creationId xmlns:a16="http://schemas.microsoft.com/office/drawing/2014/main" id="{3A5FBCF0-695B-2C2E-D769-6AEE9E5D9CA6}"/>
                </a:ext>
              </a:extLst>
            </p:cNvPr>
            <p:cNvCxnSpPr>
              <a:cxnSpLocks/>
            </p:cNvCxnSpPr>
            <p:nvPr/>
          </p:nvCxnSpPr>
          <p:spPr>
            <a:xfrm flipH="1">
              <a:off x="6511014" y="2312318"/>
              <a:ext cx="602272" cy="341211"/>
            </a:xfrm>
            <a:prstGeom prst="line">
              <a:avLst/>
            </a:prstGeom>
            <a:ln w="25400" cap="rnd">
              <a:solidFill>
                <a:srgbClr val="F9535C"/>
              </a:solidFill>
              <a:roun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722724218"/>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Accessibility Office 2013/2016">
    <p:spTree>
      <p:nvGrpSpPr>
        <p:cNvPr id="1" name=""/>
        <p:cNvGrpSpPr/>
        <p:nvPr/>
      </p:nvGrpSpPr>
      <p:grpSpPr>
        <a:xfrm>
          <a:off x="0" y="0"/>
          <a:ext cx="0" cy="0"/>
          <a:chOff x="0" y="0"/>
          <a:chExt cx="0" cy="0"/>
        </a:xfrm>
      </p:grpSpPr>
      <p:sp>
        <p:nvSpPr>
          <p:cNvPr id="3" name="Platshållare för datum 2">
            <a:extLst>
              <a:ext uri="{FF2B5EF4-FFF2-40B4-BE49-F238E27FC236}">
                <a16:creationId xmlns:a16="http://schemas.microsoft.com/office/drawing/2014/main" id="{3968F577-4190-D3A2-B5A8-E34ADF1ABC61}"/>
              </a:ext>
            </a:extLst>
          </p:cNvPr>
          <p:cNvSpPr>
            <a:spLocks noGrp="1"/>
          </p:cNvSpPr>
          <p:nvPr>
            <p:ph type="dt" sz="half" idx="10"/>
          </p:nvPr>
        </p:nvSpPr>
        <p:spPr/>
        <p:txBody>
          <a:bodyPr/>
          <a:lstStyle/>
          <a:p>
            <a:fld id="{120FD48D-1F42-B341-AF85-AE480DB64991}" type="datetime1">
              <a:rPr lang="sv-SE" smtClean="0"/>
              <a:t>2024-11-29</a:t>
            </a:fld>
            <a:endParaRPr lang="sv-SE" dirty="0"/>
          </a:p>
        </p:txBody>
      </p:sp>
      <p:sp>
        <p:nvSpPr>
          <p:cNvPr id="4" name="Platshållare för sidfot 3">
            <a:extLst>
              <a:ext uri="{FF2B5EF4-FFF2-40B4-BE49-F238E27FC236}">
                <a16:creationId xmlns:a16="http://schemas.microsoft.com/office/drawing/2014/main" id="{2AD44966-3286-DD76-F24B-E5B897B19E36}"/>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618B16DD-2293-3CEC-1E7B-F472FFA64C04}"/>
              </a:ext>
            </a:extLst>
          </p:cNvPr>
          <p:cNvSpPr>
            <a:spLocks noGrp="1"/>
          </p:cNvSpPr>
          <p:nvPr>
            <p:ph type="sldNum" sz="quarter" idx="12"/>
          </p:nvPr>
        </p:nvSpPr>
        <p:spPr/>
        <p:txBody>
          <a:bodyPr/>
          <a:lstStyle/>
          <a:p>
            <a:fld id="{B716C8F4-20CD-364A-8A8E-DE130115B178}" type="slidenum">
              <a:rPr lang="sv-SE" smtClean="0"/>
              <a:pPr/>
              <a:t>‹#›</a:t>
            </a:fld>
            <a:endParaRPr lang="sv-SE"/>
          </a:p>
        </p:txBody>
      </p:sp>
      <p:sp>
        <p:nvSpPr>
          <p:cNvPr id="7" name="textruta 6">
            <a:extLst>
              <a:ext uri="{FF2B5EF4-FFF2-40B4-BE49-F238E27FC236}">
                <a16:creationId xmlns:a16="http://schemas.microsoft.com/office/drawing/2014/main" id="{90ED1EC6-276A-A06E-A517-156B8EACE0DE}"/>
              </a:ext>
            </a:extLst>
          </p:cNvPr>
          <p:cNvSpPr txBox="1"/>
          <p:nvPr userDrawn="1"/>
        </p:nvSpPr>
        <p:spPr>
          <a:xfrm>
            <a:off x="600076" y="1008476"/>
            <a:ext cx="10991850" cy="1103312"/>
          </a:xfrm>
          <a:prstGeom prst="rect">
            <a:avLst/>
          </a:prstGeom>
          <a:noFill/>
        </p:spPr>
        <p:txBody>
          <a:bodyPr wrap="square" anchor="t">
            <a:noAutofit/>
          </a:bodyPr>
          <a:lstStyle/>
          <a:p>
            <a:r>
              <a:rPr lang="en-US" sz="4000" b="1" noProof="0" dirty="0">
                <a:solidFill>
                  <a:schemeClr val="tx2"/>
                </a:solidFill>
                <a:latin typeface="+mj-lt"/>
              </a:rPr>
              <a:t>Make your presentation accessible</a:t>
            </a:r>
          </a:p>
        </p:txBody>
      </p:sp>
      <p:sp>
        <p:nvSpPr>
          <p:cNvPr id="2" name="textruta 1">
            <a:extLst>
              <a:ext uri="{FF2B5EF4-FFF2-40B4-BE49-F238E27FC236}">
                <a16:creationId xmlns:a16="http://schemas.microsoft.com/office/drawing/2014/main" id="{1A0056A6-C8C3-8E39-A19D-E42D44FC04A1}"/>
              </a:ext>
            </a:extLst>
          </p:cNvPr>
          <p:cNvSpPr txBox="1"/>
          <p:nvPr userDrawn="1"/>
        </p:nvSpPr>
        <p:spPr>
          <a:xfrm>
            <a:off x="600075" y="1790514"/>
            <a:ext cx="10990263"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noProof="0" dirty="0">
                <a:solidFill>
                  <a:schemeClr val="accent1"/>
                </a:solidFill>
                <a:latin typeface="+mn-lt"/>
              </a:rPr>
              <a:t>The template is set up to be as accessibility-friendly as possible, but there are two things you need to do yourself as you add content. </a:t>
            </a:r>
            <a:r>
              <a:rPr lang="en-US" sz="1600" b="1" noProof="0" dirty="0">
                <a:solidFill>
                  <a:schemeClr val="accent1"/>
                </a:solidFill>
                <a:latin typeface="+mn-lt"/>
              </a:rPr>
              <a:t>The instructions below are for Office 2013/2016.</a:t>
            </a:r>
          </a:p>
        </p:txBody>
      </p:sp>
      <p:sp>
        <p:nvSpPr>
          <p:cNvPr id="11" name="textruta 10">
            <a:extLst>
              <a:ext uri="{FF2B5EF4-FFF2-40B4-BE49-F238E27FC236}">
                <a16:creationId xmlns:a16="http://schemas.microsoft.com/office/drawing/2014/main" id="{D3950EA1-6BC3-FA92-A900-5D1873DA5B6D}"/>
              </a:ext>
            </a:extLst>
          </p:cNvPr>
          <p:cNvSpPr txBox="1"/>
          <p:nvPr userDrawn="1"/>
        </p:nvSpPr>
        <p:spPr>
          <a:xfrm>
            <a:off x="600076" y="2616199"/>
            <a:ext cx="5314950"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noProof="0" dirty="0">
                <a:solidFill>
                  <a:schemeClr val="tx2"/>
                </a:solidFill>
                <a:latin typeface="+mj-lt"/>
              </a:rPr>
              <a:t>Add alternative text for images/figures</a:t>
            </a:r>
          </a:p>
        </p:txBody>
      </p:sp>
      <p:sp>
        <p:nvSpPr>
          <p:cNvPr id="12" name="textruta 11">
            <a:extLst>
              <a:ext uri="{FF2B5EF4-FFF2-40B4-BE49-F238E27FC236}">
                <a16:creationId xmlns:a16="http://schemas.microsoft.com/office/drawing/2014/main" id="{F72A4E10-E85F-9067-684F-58257918714F}"/>
              </a:ext>
            </a:extLst>
          </p:cNvPr>
          <p:cNvSpPr txBox="1"/>
          <p:nvPr userDrawn="1"/>
        </p:nvSpPr>
        <p:spPr>
          <a:xfrm>
            <a:off x="600076" y="3031066"/>
            <a:ext cx="5314950" cy="1513235"/>
          </a:xfrm>
          <a:prstGeom prst="rect">
            <a:avLst/>
          </a:prstGeom>
          <a:noFill/>
        </p:spPr>
        <p:txBody>
          <a:bodyPr wrap="square" rtlCol="0">
            <a:spAutoFit/>
          </a:bodyPr>
          <a:lstStyle/>
          <a:p>
            <a:pPr marL="0" indent="0">
              <a:spcAft>
                <a:spcPts val="1000"/>
              </a:spcAft>
              <a:buNone/>
            </a:pPr>
            <a:r>
              <a:rPr lang="en-US" sz="1200" dirty="0"/>
              <a:t>Right-click on an image/figure and select the option "Format Picture." A tab will then open on the right side of the window. Choose the </a:t>
            </a:r>
            <a:r>
              <a:rPr lang="en-US" sz="1200" i="1" dirty="0"/>
              <a:t>Size and Properties</a:t>
            </a:r>
            <a:r>
              <a:rPr lang="en-US" sz="1200" dirty="0"/>
              <a:t> of the figure, then select </a:t>
            </a:r>
            <a:r>
              <a:rPr lang="en-US" sz="1200" i="1" dirty="0"/>
              <a:t>Alternative Text</a:t>
            </a:r>
            <a:r>
              <a:rPr lang="en-US" sz="1200" dirty="0"/>
              <a:t>. Describe your image/figure in 1-2 sentences that will be read aloud by screen readers for those with visual impairments.</a:t>
            </a:r>
          </a:p>
          <a:p>
            <a:pPr marL="0" indent="0">
              <a:spcAft>
                <a:spcPts val="1000"/>
              </a:spcAft>
              <a:buNone/>
            </a:pPr>
            <a:r>
              <a:rPr lang="en-US" sz="1200" dirty="0"/>
              <a:t>If the image/figure serves no informative purpose and you want to exclude it, you can simply leave the title and description empty.</a:t>
            </a:r>
          </a:p>
        </p:txBody>
      </p:sp>
      <p:sp>
        <p:nvSpPr>
          <p:cNvPr id="13" name="textruta 12">
            <a:extLst>
              <a:ext uri="{FF2B5EF4-FFF2-40B4-BE49-F238E27FC236}">
                <a16:creationId xmlns:a16="http://schemas.microsoft.com/office/drawing/2014/main" id="{EE3FC087-E3DB-F3EF-9BDB-AB9263D72EEF}"/>
              </a:ext>
            </a:extLst>
          </p:cNvPr>
          <p:cNvSpPr txBox="1"/>
          <p:nvPr userDrawn="1"/>
        </p:nvSpPr>
        <p:spPr>
          <a:xfrm>
            <a:off x="6276976" y="2616199"/>
            <a:ext cx="5314950"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noProof="0" dirty="0" smtClean="0">
                <a:solidFill>
                  <a:schemeClr val="tx2"/>
                </a:solidFill>
                <a:latin typeface="+mj-lt"/>
              </a:rPr>
              <a:t>Set reading order</a:t>
            </a:r>
            <a:endParaRPr lang="en-US" sz="1600" b="1" noProof="0" dirty="0">
              <a:solidFill>
                <a:schemeClr val="tx2"/>
              </a:solidFill>
              <a:latin typeface="+mj-lt"/>
            </a:endParaRPr>
          </a:p>
        </p:txBody>
      </p:sp>
      <p:sp>
        <p:nvSpPr>
          <p:cNvPr id="14" name="textruta 13">
            <a:extLst>
              <a:ext uri="{FF2B5EF4-FFF2-40B4-BE49-F238E27FC236}">
                <a16:creationId xmlns:a16="http://schemas.microsoft.com/office/drawing/2014/main" id="{A12E57D3-1BFC-4BED-5424-48C6609FCB60}"/>
              </a:ext>
            </a:extLst>
          </p:cNvPr>
          <p:cNvSpPr txBox="1"/>
          <p:nvPr userDrawn="1"/>
        </p:nvSpPr>
        <p:spPr>
          <a:xfrm>
            <a:off x="6276976" y="3031066"/>
            <a:ext cx="5314950" cy="3216265"/>
          </a:xfrm>
          <a:prstGeom prst="rect">
            <a:avLst/>
          </a:prstGeom>
          <a:noFill/>
        </p:spPr>
        <p:txBody>
          <a:bodyPr wrap="square" rtlCol="0">
            <a:spAutoFit/>
          </a:bodyPr>
          <a:lstStyle/>
          <a:p>
            <a:pPr>
              <a:spcAft>
                <a:spcPts val="600"/>
              </a:spcAft>
            </a:pPr>
            <a:r>
              <a:rPr lang="en-US" sz="1200" dirty="0"/>
              <a:t>The predefined fields in the templates have a set reading order, but if you add additional/custom text boxes, images, SmartArt, or other content, you should check that the reading order is logical. Otherwise, the objects will be read in the order they were added to the page.</a:t>
            </a:r>
          </a:p>
          <a:p>
            <a:pPr marL="0" indent="0">
              <a:spcAft>
                <a:spcPts val="600"/>
              </a:spcAft>
              <a:buNone/>
            </a:pPr>
            <a:r>
              <a:rPr lang="en-US" sz="1200" b="1" dirty="0">
                <a:solidFill>
                  <a:schemeClr val="accent1"/>
                </a:solidFill>
                <a:latin typeface="+mj-lt"/>
              </a:rPr>
              <a:t>You can control the reading order by:</a:t>
            </a:r>
          </a:p>
          <a:p>
            <a:pPr marL="228600" indent="-228600">
              <a:spcAft>
                <a:spcPts val="600"/>
              </a:spcAft>
              <a:buClr>
                <a:schemeClr val="accent1"/>
              </a:buClr>
              <a:buFont typeface="+mj-lt"/>
              <a:buAutoNum type="arabicPeriod"/>
            </a:pPr>
            <a:r>
              <a:rPr lang="en-US" sz="1200" dirty="0"/>
              <a:t>Selecting an object in the file.</a:t>
            </a:r>
          </a:p>
          <a:p>
            <a:pPr marL="228600" indent="-228600">
              <a:spcAft>
                <a:spcPts val="600"/>
              </a:spcAft>
              <a:buClr>
                <a:schemeClr val="accent1"/>
              </a:buClr>
              <a:buFont typeface="+mj-lt"/>
              <a:buAutoNum type="arabicPeriod"/>
            </a:pPr>
            <a:r>
              <a:rPr lang="en-US" sz="1200" dirty="0"/>
              <a:t>Choosing the "Format" tab that appears on the right side of the ribbon.</a:t>
            </a:r>
          </a:p>
          <a:p>
            <a:pPr marL="228600" indent="-228600">
              <a:spcAft>
                <a:spcPts val="600"/>
              </a:spcAft>
              <a:buClr>
                <a:schemeClr val="accent1"/>
              </a:buClr>
              <a:buFont typeface="+mj-lt"/>
              <a:buAutoNum type="arabicPeriod"/>
            </a:pPr>
            <a:r>
              <a:rPr lang="en-US" sz="1200" dirty="0"/>
              <a:t>Selecting "Selection Pane" in the "Arrange" group.</a:t>
            </a:r>
          </a:p>
          <a:p>
            <a:pPr marL="228600" indent="-228600">
              <a:spcAft>
                <a:spcPts val="600"/>
              </a:spcAft>
              <a:buClr>
                <a:schemeClr val="accent1"/>
              </a:buClr>
              <a:buFont typeface="+mj-lt"/>
              <a:buAutoNum type="arabicPeriod"/>
            </a:pPr>
            <a:r>
              <a:rPr lang="en-US" sz="1200" dirty="0"/>
              <a:t>Selecting one or more objects in the list.</a:t>
            </a:r>
          </a:p>
          <a:p>
            <a:pPr marL="228600" indent="-228600">
              <a:spcAft>
                <a:spcPts val="600"/>
              </a:spcAft>
              <a:buClr>
                <a:schemeClr val="accent1"/>
              </a:buClr>
              <a:buFont typeface="+mj-lt"/>
              <a:buAutoNum type="arabicPeriod"/>
            </a:pPr>
            <a:r>
              <a:rPr lang="en-US" sz="1200" dirty="0"/>
              <a:t>Dragging the selection upward or downward, or clicking the "Up" button.</a:t>
            </a:r>
          </a:p>
          <a:p>
            <a:pPr marL="228600" indent="-228600">
              <a:spcAft>
                <a:spcPts val="600"/>
              </a:spcAft>
              <a:buClr>
                <a:schemeClr val="accent1"/>
              </a:buClr>
              <a:buFont typeface="+mj-lt"/>
              <a:buAutoNum type="arabicPeriod"/>
            </a:pPr>
            <a:r>
              <a:rPr lang="en-US" sz="1200" dirty="0"/>
              <a:t>Dragging the objects until they have the desired order. This will not affect the layout on the page, only the order in which they are read by screen readers.</a:t>
            </a:r>
          </a:p>
        </p:txBody>
      </p:sp>
    </p:spTree>
    <p:extLst>
      <p:ext uri="{BB962C8B-B14F-4D97-AF65-F5344CB8AC3E}">
        <p14:creationId xmlns:p14="http://schemas.microsoft.com/office/powerpoint/2010/main" val="460740386"/>
      </p:ext>
    </p:extLst>
  </p:cSld>
  <p:clrMapOvr>
    <a:masterClrMapping/>
  </p:clrMapOvr>
  <p:timing>
    <p:tnLst>
      <p:par>
        <p:cTn id="1" dur="indefinite" restart="never" nodeType="tmRoot"/>
      </p:par>
    </p:tnLst>
  </p:timing>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Accessibility Office 365/2019">
    <p:spTree>
      <p:nvGrpSpPr>
        <p:cNvPr id="1" name=""/>
        <p:cNvGrpSpPr/>
        <p:nvPr/>
      </p:nvGrpSpPr>
      <p:grpSpPr>
        <a:xfrm>
          <a:off x="0" y="0"/>
          <a:ext cx="0" cy="0"/>
          <a:chOff x="0" y="0"/>
          <a:chExt cx="0" cy="0"/>
        </a:xfrm>
      </p:grpSpPr>
      <p:sp>
        <p:nvSpPr>
          <p:cNvPr id="3" name="Platshållare för datum 2">
            <a:extLst>
              <a:ext uri="{FF2B5EF4-FFF2-40B4-BE49-F238E27FC236}">
                <a16:creationId xmlns:a16="http://schemas.microsoft.com/office/drawing/2014/main" id="{3968F577-4190-D3A2-B5A8-E34ADF1ABC61}"/>
              </a:ext>
            </a:extLst>
          </p:cNvPr>
          <p:cNvSpPr>
            <a:spLocks noGrp="1"/>
          </p:cNvSpPr>
          <p:nvPr>
            <p:ph type="dt" sz="half" idx="10"/>
          </p:nvPr>
        </p:nvSpPr>
        <p:spPr/>
        <p:txBody>
          <a:bodyPr/>
          <a:lstStyle/>
          <a:p>
            <a:fld id="{45830D3C-297D-AF4B-BF84-42155CB091D6}" type="datetime1">
              <a:rPr lang="sv-SE" smtClean="0"/>
              <a:t>2024-11-29</a:t>
            </a:fld>
            <a:endParaRPr lang="sv-SE" dirty="0"/>
          </a:p>
        </p:txBody>
      </p:sp>
      <p:sp>
        <p:nvSpPr>
          <p:cNvPr id="4" name="Platshållare för sidfot 3">
            <a:extLst>
              <a:ext uri="{FF2B5EF4-FFF2-40B4-BE49-F238E27FC236}">
                <a16:creationId xmlns:a16="http://schemas.microsoft.com/office/drawing/2014/main" id="{2AD44966-3286-DD76-F24B-E5B897B19E36}"/>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618B16DD-2293-3CEC-1E7B-F472FFA64C04}"/>
              </a:ext>
            </a:extLst>
          </p:cNvPr>
          <p:cNvSpPr>
            <a:spLocks noGrp="1"/>
          </p:cNvSpPr>
          <p:nvPr>
            <p:ph type="sldNum" sz="quarter" idx="12"/>
          </p:nvPr>
        </p:nvSpPr>
        <p:spPr/>
        <p:txBody>
          <a:bodyPr/>
          <a:lstStyle/>
          <a:p>
            <a:fld id="{B716C8F4-20CD-364A-8A8E-DE130115B178}" type="slidenum">
              <a:rPr lang="sv-SE" smtClean="0"/>
              <a:pPr/>
              <a:t>‹#›</a:t>
            </a:fld>
            <a:endParaRPr lang="sv-SE"/>
          </a:p>
        </p:txBody>
      </p:sp>
      <p:sp>
        <p:nvSpPr>
          <p:cNvPr id="11" name="textruta 10">
            <a:extLst>
              <a:ext uri="{FF2B5EF4-FFF2-40B4-BE49-F238E27FC236}">
                <a16:creationId xmlns:a16="http://schemas.microsoft.com/office/drawing/2014/main" id="{D3950EA1-6BC3-FA92-A900-5D1873DA5B6D}"/>
              </a:ext>
            </a:extLst>
          </p:cNvPr>
          <p:cNvSpPr txBox="1"/>
          <p:nvPr userDrawn="1"/>
        </p:nvSpPr>
        <p:spPr>
          <a:xfrm>
            <a:off x="600076" y="2616199"/>
            <a:ext cx="5314950"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noProof="0" dirty="0">
                <a:solidFill>
                  <a:schemeClr val="tx2"/>
                </a:solidFill>
                <a:latin typeface="+mj-lt"/>
              </a:rPr>
              <a:t>Add alternative text for images/figures</a:t>
            </a:r>
          </a:p>
        </p:txBody>
      </p:sp>
      <p:sp>
        <p:nvSpPr>
          <p:cNvPr id="12" name="textruta 11">
            <a:extLst>
              <a:ext uri="{FF2B5EF4-FFF2-40B4-BE49-F238E27FC236}">
                <a16:creationId xmlns:a16="http://schemas.microsoft.com/office/drawing/2014/main" id="{F72A4E10-E85F-9067-684F-58257918714F}"/>
              </a:ext>
            </a:extLst>
          </p:cNvPr>
          <p:cNvSpPr txBox="1"/>
          <p:nvPr userDrawn="1"/>
        </p:nvSpPr>
        <p:spPr>
          <a:xfrm>
            <a:off x="600076" y="3031066"/>
            <a:ext cx="5314950" cy="1513235"/>
          </a:xfrm>
          <a:prstGeom prst="rect">
            <a:avLst/>
          </a:prstGeom>
          <a:noFill/>
        </p:spPr>
        <p:txBody>
          <a:bodyPr wrap="square" rtlCol="0">
            <a:spAutoFit/>
          </a:bodyPr>
          <a:lstStyle/>
          <a:p>
            <a:pPr marL="0" indent="0">
              <a:spcAft>
                <a:spcPts val="1000"/>
              </a:spcAft>
              <a:buNone/>
            </a:pPr>
            <a:r>
              <a:rPr lang="en-US" sz="1200" dirty="0"/>
              <a:t>Right-click on an image/figure and select the option "Format Picture." A tab will then open on the right side of the window. Choose the </a:t>
            </a:r>
            <a:r>
              <a:rPr lang="en-US" sz="1200" i="1" dirty="0"/>
              <a:t>Size and Properties</a:t>
            </a:r>
            <a:r>
              <a:rPr lang="en-US" sz="1200" dirty="0"/>
              <a:t> of the figure, then select </a:t>
            </a:r>
            <a:r>
              <a:rPr lang="en-US" sz="1200" i="1" dirty="0"/>
              <a:t>Alternative Text</a:t>
            </a:r>
            <a:r>
              <a:rPr lang="en-US" sz="1200" dirty="0"/>
              <a:t>. Describe your image/figure in 1-2 sentences that will be read aloud by screen readers for those with visual impairments.</a:t>
            </a:r>
          </a:p>
          <a:p>
            <a:pPr marL="0" indent="0">
              <a:spcAft>
                <a:spcPts val="1000"/>
              </a:spcAft>
              <a:buNone/>
            </a:pPr>
            <a:r>
              <a:rPr lang="en-US" sz="1200" dirty="0"/>
              <a:t>If the image/figure serves no informative purpose and you want to exclude it, you can simply leave the title and description empty.</a:t>
            </a:r>
          </a:p>
        </p:txBody>
      </p:sp>
      <p:sp>
        <p:nvSpPr>
          <p:cNvPr id="13" name="textruta 12">
            <a:extLst>
              <a:ext uri="{FF2B5EF4-FFF2-40B4-BE49-F238E27FC236}">
                <a16:creationId xmlns:a16="http://schemas.microsoft.com/office/drawing/2014/main" id="{EE3FC087-E3DB-F3EF-9BDB-AB9263D72EEF}"/>
              </a:ext>
            </a:extLst>
          </p:cNvPr>
          <p:cNvSpPr txBox="1"/>
          <p:nvPr userDrawn="1"/>
        </p:nvSpPr>
        <p:spPr>
          <a:xfrm>
            <a:off x="6276976" y="2616199"/>
            <a:ext cx="5314950"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noProof="0" dirty="0" smtClean="0">
                <a:solidFill>
                  <a:schemeClr val="tx2"/>
                </a:solidFill>
                <a:latin typeface="+mj-lt"/>
              </a:rPr>
              <a:t>Set reading order</a:t>
            </a:r>
            <a:endParaRPr lang="en-US" sz="1600" b="1" noProof="0" dirty="0">
              <a:solidFill>
                <a:schemeClr val="tx2"/>
              </a:solidFill>
              <a:latin typeface="+mj-lt"/>
            </a:endParaRPr>
          </a:p>
        </p:txBody>
      </p:sp>
      <p:sp>
        <p:nvSpPr>
          <p:cNvPr id="14" name="textruta 13">
            <a:extLst>
              <a:ext uri="{FF2B5EF4-FFF2-40B4-BE49-F238E27FC236}">
                <a16:creationId xmlns:a16="http://schemas.microsoft.com/office/drawing/2014/main" id="{A12E57D3-1BFC-4BED-5424-48C6609FCB60}"/>
              </a:ext>
            </a:extLst>
          </p:cNvPr>
          <p:cNvSpPr txBox="1"/>
          <p:nvPr userDrawn="1"/>
        </p:nvSpPr>
        <p:spPr>
          <a:xfrm>
            <a:off x="6276976" y="3031066"/>
            <a:ext cx="5314950" cy="2246769"/>
          </a:xfrm>
          <a:prstGeom prst="rect">
            <a:avLst/>
          </a:prstGeom>
          <a:noFill/>
        </p:spPr>
        <p:txBody>
          <a:bodyPr wrap="square" rtlCol="0">
            <a:spAutoFit/>
          </a:bodyPr>
          <a:lstStyle/>
          <a:p>
            <a:pPr marL="0" indent="0">
              <a:spcAft>
                <a:spcPts val="600"/>
              </a:spcAft>
              <a:buNone/>
            </a:pPr>
            <a:r>
              <a:rPr lang="en-US" sz="1200" dirty="0"/>
              <a:t>The predefined fields in the templates have a set reading order, but if you add additional/custom text boxes, images, SmartArt, or other content, you should check that the reading order is logical. Otherwise, the objects will be read in the order they were added to the page.</a:t>
            </a:r>
          </a:p>
          <a:p>
            <a:pPr marL="0" indent="0">
              <a:spcAft>
                <a:spcPts val="600"/>
              </a:spcAft>
              <a:buNone/>
            </a:pPr>
            <a:r>
              <a:rPr lang="en-US" sz="1200" b="1" dirty="0">
                <a:solidFill>
                  <a:schemeClr val="accent1"/>
                </a:solidFill>
              </a:rPr>
              <a:t>You can control the reading order by:</a:t>
            </a:r>
          </a:p>
          <a:p>
            <a:pPr marL="228600" indent="-228600">
              <a:spcAft>
                <a:spcPts val="600"/>
              </a:spcAft>
              <a:buClr>
                <a:schemeClr val="accent1"/>
              </a:buClr>
              <a:buFont typeface="+mj-lt"/>
              <a:buAutoNum type="arabicPeriod"/>
            </a:pPr>
            <a:r>
              <a:rPr lang="en-US" sz="1200" dirty="0"/>
              <a:t>On the </a:t>
            </a:r>
            <a:r>
              <a:rPr lang="en-US" sz="1200" i="1" dirty="0"/>
              <a:t>Home</a:t>
            </a:r>
            <a:r>
              <a:rPr lang="en-US" sz="1200" dirty="0"/>
              <a:t> tab, select </a:t>
            </a:r>
            <a:r>
              <a:rPr lang="en-US" sz="1200" i="1" dirty="0"/>
              <a:t>Arrange</a:t>
            </a:r>
          </a:p>
          <a:p>
            <a:pPr marL="228600" indent="-228600">
              <a:spcAft>
                <a:spcPts val="600"/>
              </a:spcAft>
              <a:buClr>
                <a:schemeClr val="accent1"/>
              </a:buClr>
              <a:buFont typeface="+mj-lt"/>
              <a:buAutoNum type="arabicPeriod"/>
            </a:pPr>
            <a:r>
              <a:rPr lang="en-US" sz="1200" dirty="0"/>
              <a:t>From the </a:t>
            </a:r>
            <a:r>
              <a:rPr lang="en-US" sz="1200" i="1" dirty="0"/>
              <a:t>Arrange </a:t>
            </a:r>
            <a:r>
              <a:rPr lang="en-US" sz="1200" dirty="0"/>
              <a:t>menu, choose "Selection Pane.“</a:t>
            </a:r>
          </a:p>
          <a:p>
            <a:pPr marL="228600" indent="-228600">
              <a:spcAft>
                <a:spcPts val="600"/>
              </a:spcAft>
              <a:buClr>
                <a:schemeClr val="accent1"/>
              </a:buClr>
              <a:buFont typeface="+mj-lt"/>
              <a:buAutoNum type="arabicPeriod"/>
            </a:pPr>
            <a:r>
              <a:rPr lang="en-US" sz="1200" dirty="0"/>
              <a:t>A tab will open on the right side of the window. Drag the objects until they have the desired order. This will not affect the layout on the page, only the order in which they are read by screen readers.</a:t>
            </a:r>
          </a:p>
        </p:txBody>
      </p:sp>
      <p:sp>
        <p:nvSpPr>
          <p:cNvPr id="6" name="textruta 5">
            <a:extLst>
              <a:ext uri="{FF2B5EF4-FFF2-40B4-BE49-F238E27FC236}">
                <a16:creationId xmlns:a16="http://schemas.microsoft.com/office/drawing/2014/main" id="{60BCB9D5-FB2E-F01B-B2C5-5BFB4C55D46E}"/>
              </a:ext>
            </a:extLst>
          </p:cNvPr>
          <p:cNvSpPr txBox="1"/>
          <p:nvPr userDrawn="1"/>
        </p:nvSpPr>
        <p:spPr>
          <a:xfrm>
            <a:off x="600076" y="1008476"/>
            <a:ext cx="10991850" cy="1103312"/>
          </a:xfrm>
          <a:prstGeom prst="rect">
            <a:avLst/>
          </a:prstGeom>
          <a:noFill/>
        </p:spPr>
        <p:txBody>
          <a:bodyPr wrap="square" anchor="t">
            <a:noAutofit/>
          </a:bodyPr>
          <a:lstStyle/>
          <a:p>
            <a:r>
              <a:rPr lang="en-US" sz="4000" b="1" noProof="0" dirty="0">
                <a:solidFill>
                  <a:schemeClr val="tx2"/>
                </a:solidFill>
                <a:latin typeface="+mj-lt"/>
              </a:rPr>
              <a:t>Make your presentation accessible</a:t>
            </a:r>
          </a:p>
        </p:txBody>
      </p:sp>
      <p:sp>
        <p:nvSpPr>
          <p:cNvPr id="8" name="textruta 7">
            <a:extLst>
              <a:ext uri="{FF2B5EF4-FFF2-40B4-BE49-F238E27FC236}">
                <a16:creationId xmlns:a16="http://schemas.microsoft.com/office/drawing/2014/main" id="{83F6329C-964B-2CDD-13A7-0D9A1FF8FB4F}"/>
              </a:ext>
            </a:extLst>
          </p:cNvPr>
          <p:cNvSpPr txBox="1"/>
          <p:nvPr userDrawn="1"/>
        </p:nvSpPr>
        <p:spPr>
          <a:xfrm>
            <a:off x="600075" y="1790514"/>
            <a:ext cx="10990263"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noProof="0" dirty="0">
                <a:solidFill>
                  <a:schemeClr val="accent1"/>
                </a:solidFill>
                <a:latin typeface="+mn-lt"/>
              </a:rPr>
              <a:t>The template is set up to be as accessibility-friendly as possible, but there are two things you need to do yourself as you add content. </a:t>
            </a:r>
            <a:r>
              <a:rPr lang="en-US" sz="1600" b="1" noProof="0" dirty="0">
                <a:solidFill>
                  <a:schemeClr val="accent1"/>
                </a:solidFill>
                <a:latin typeface="+mn-lt"/>
              </a:rPr>
              <a:t>The instructions below are for Office 365 or Office 2019.</a:t>
            </a:r>
          </a:p>
        </p:txBody>
      </p:sp>
    </p:spTree>
    <p:extLst>
      <p:ext uri="{BB962C8B-B14F-4D97-AF65-F5344CB8AC3E}">
        <p14:creationId xmlns:p14="http://schemas.microsoft.com/office/powerpoint/2010/main" val="788371079"/>
      </p:ext>
    </p:extLst>
  </p:cSld>
  <p:clrMapOvr>
    <a:masterClrMapping/>
  </p:clrMapOvr>
  <p:timing>
    <p:tnLst>
      <p:par>
        <p:cTn id="1" dur="indefinite" restart="never" nodeType="tmRoot"/>
      </p:par>
    </p:tnLst>
  </p:timing>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3" Type="http://schemas.openxmlformats.org/officeDocument/2006/relationships/slideLayout" Target="../slideLayouts/slideLayout3.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image" Target="../media/image2.sv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image" Target="../media/image1.png"/><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theme" Target="../theme/theme1.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tshållare för rubrik 1">
            <a:extLst>
              <a:ext uri="{FF2B5EF4-FFF2-40B4-BE49-F238E27FC236}">
                <a16:creationId xmlns:a16="http://schemas.microsoft.com/office/drawing/2014/main" id="{220414E7-5508-776E-6BBC-4EE50480958F}"/>
              </a:ext>
            </a:extLst>
          </p:cNvPr>
          <p:cNvSpPr>
            <a:spLocks noGrp="1"/>
          </p:cNvSpPr>
          <p:nvPr>
            <p:ph type="title"/>
          </p:nvPr>
        </p:nvSpPr>
        <p:spPr>
          <a:xfrm>
            <a:off x="600075" y="1095632"/>
            <a:ext cx="10990263" cy="568412"/>
          </a:xfrm>
          <a:prstGeom prst="rect">
            <a:avLst/>
          </a:prstGeom>
        </p:spPr>
        <p:txBody>
          <a:bodyPr vert="horz" lIns="91440" tIns="108000" rIns="91440" bIns="45720" rtlCol="0" anchor="t">
            <a:noAutofit/>
          </a:bodyPr>
          <a:lstStyle/>
          <a:p>
            <a:r>
              <a:rPr lang="sv-SE" dirty="0"/>
              <a:t>Klicka här för att ändra mall för rubrikformat</a:t>
            </a:r>
          </a:p>
        </p:txBody>
      </p:sp>
      <p:sp>
        <p:nvSpPr>
          <p:cNvPr id="3" name="Platshållare för text 2">
            <a:extLst>
              <a:ext uri="{FF2B5EF4-FFF2-40B4-BE49-F238E27FC236}">
                <a16:creationId xmlns:a16="http://schemas.microsoft.com/office/drawing/2014/main" id="{2006EF76-9662-2CD9-346E-23511E804736}"/>
              </a:ext>
            </a:extLst>
          </p:cNvPr>
          <p:cNvSpPr>
            <a:spLocks noGrp="1"/>
          </p:cNvSpPr>
          <p:nvPr>
            <p:ph type="body" idx="1"/>
          </p:nvPr>
        </p:nvSpPr>
        <p:spPr>
          <a:xfrm>
            <a:off x="600075" y="1872344"/>
            <a:ext cx="10990263" cy="4453808"/>
          </a:xfrm>
          <a:prstGeom prst="rect">
            <a:avLst/>
          </a:prstGeom>
        </p:spPr>
        <p:txBody>
          <a:bodyPr vert="horz" lIns="91440" tIns="45720" rIns="91440" bIns="45720" rtlCol="0">
            <a:noAutofit/>
          </a:bodyPr>
          <a:lstStyle/>
          <a:p>
            <a:pPr lvl="0"/>
            <a:r>
              <a:rPr lang="sv-SE" dirty="0"/>
              <a:t>Klicka här för att ändra format på bakgrundstexten</a:t>
            </a:r>
          </a:p>
          <a:p>
            <a:pPr lvl="1"/>
            <a:r>
              <a:rPr lang="sv-SE" dirty="0"/>
              <a:t>Nivå två</a:t>
            </a:r>
          </a:p>
          <a:p>
            <a:pPr lvl="2"/>
            <a:r>
              <a:rPr lang="sv-SE" dirty="0"/>
              <a:t>Nivå tre</a:t>
            </a:r>
          </a:p>
          <a:p>
            <a:pPr lvl="3"/>
            <a:r>
              <a:rPr lang="sv-SE" dirty="0"/>
              <a:t>Nivå fyra</a:t>
            </a:r>
          </a:p>
          <a:p>
            <a:pPr lvl="4"/>
            <a:r>
              <a:rPr lang="sv-SE" dirty="0"/>
              <a:t>Nivå fem</a:t>
            </a:r>
          </a:p>
        </p:txBody>
      </p:sp>
      <p:sp>
        <p:nvSpPr>
          <p:cNvPr id="4" name="Platshållare för datum 3">
            <a:extLst>
              <a:ext uri="{FF2B5EF4-FFF2-40B4-BE49-F238E27FC236}">
                <a16:creationId xmlns:a16="http://schemas.microsoft.com/office/drawing/2014/main" id="{5E3A2378-EA0B-2CB0-A3C0-B0181DFC31CC}"/>
              </a:ext>
            </a:extLst>
          </p:cNvPr>
          <p:cNvSpPr>
            <a:spLocks noGrp="1"/>
          </p:cNvSpPr>
          <p:nvPr>
            <p:ph type="dt" sz="half" idx="2"/>
          </p:nvPr>
        </p:nvSpPr>
        <p:spPr>
          <a:xfrm>
            <a:off x="600075" y="6473327"/>
            <a:ext cx="2743200" cy="94775"/>
          </a:xfrm>
          <a:prstGeom prst="rect">
            <a:avLst/>
          </a:prstGeom>
        </p:spPr>
        <p:txBody>
          <a:bodyPr vert="horz" lIns="91440" tIns="45720" rIns="91440" bIns="45720" rtlCol="0" anchor="ctr"/>
          <a:lstStyle>
            <a:lvl1pPr algn="l">
              <a:defRPr sz="700">
                <a:solidFill>
                  <a:schemeClr val="accent2"/>
                </a:solidFill>
              </a:defRPr>
            </a:lvl1pPr>
          </a:lstStyle>
          <a:p>
            <a:fld id="{888E4D63-BE2C-4D4B-BBD2-256262659A9F}" type="datetime1">
              <a:rPr lang="sv-SE" smtClean="0"/>
              <a:t>2024-11-29</a:t>
            </a:fld>
            <a:endParaRPr lang="sv-SE" dirty="0"/>
          </a:p>
        </p:txBody>
      </p:sp>
      <p:sp>
        <p:nvSpPr>
          <p:cNvPr id="5" name="Platshållare för sidfot 4">
            <a:extLst>
              <a:ext uri="{FF2B5EF4-FFF2-40B4-BE49-F238E27FC236}">
                <a16:creationId xmlns:a16="http://schemas.microsoft.com/office/drawing/2014/main" id="{24CA2E8D-AD94-B894-C4F1-B88C763BA32D}"/>
              </a:ext>
            </a:extLst>
          </p:cNvPr>
          <p:cNvSpPr>
            <a:spLocks noGrp="1"/>
          </p:cNvSpPr>
          <p:nvPr>
            <p:ph type="ftr" sz="quarter" idx="3"/>
          </p:nvPr>
        </p:nvSpPr>
        <p:spPr>
          <a:xfrm>
            <a:off x="4037805" y="6470364"/>
            <a:ext cx="4114800" cy="97738"/>
          </a:xfrm>
          <a:prstGeom prst="rect">
            <a:avLst/>
          </a:prstGeom>
        </p:spPr>
        <p:txBody>
          <a:bodyPr vert="horz" lIns="91440" tIns="45720" rIns="91440" bIns="45720" rtlCol="0" anchor="ctr"/>
          <a:lstStyle>
            <a:lvl1pPr algn="ctr">
              <a:defRPr sz="700">
                <a:solidFill>
                  <a:schemeClr val="accent2"/>
                </a:solidFill>
              </a:defRPr>
            </a:lvl1pPr>
          </a:lstStyle>
          <a:p>
            <a:r>
              <a:rPr lang="sv-SE"/>
              <a:t>Presentation footer</a:t>
            </a:r>
            <a:endParaRPr lang="sv-SE" dirty="0"/>
          </a:p>
        </p:txBody>
      </p:sp>
      <p:sp>
        <p:nvSpPr>
          <p:cNvPr id="6" name="Platshållare för bildnummer 5">
            <a:extLst>
              <a:ext uri="{FF2B5EF4-FFF2-40B4-BE49-F238E27FC236}">
                <a16:creationId xmlns:a16="http://schemas.microsoft.com/office/drawing/2014/main" id="{045617BD-973D-B163-E4ED-D245FDF0BDFC}"/>
              </a:ext>
            </a:extLst>
          </p:cNvPr>
          <p:cNvSpPr>
            <a:spLocks noGrp="1"/>
          </p:cNvSpPr>
          <p:nvPr>
            <p:ph type="sldNum" sz="quarter" idx="4"/>
          </p:nvPr>
        </p:nvSpPr>
        <p:spPr>
          <a:xfrm>
            <a:off x="8848725" y="6473328"/>
            <a:ext cx="2743200" cy="94775"/>
          </a:xfrm>
          <a:prstGeom prst="rect">
            <a:avLst/>
          </a:prstGeom>
        </p:spPr>
        <p:txBody>
          <a:bodyPr vert="horz" lIns="91440" tIns="45720" rIns="91440" bIns="45720" rtlCol="0" anchor="ctr"/>
          <a:lstStyle>
            <a:lvl1pPr algn="r">
              <a:defRPr sz="700">
                <a:solidFill>
                  <a:schemeClr val="accent2"/>
                </a:solidFill>
              </a:defRPr>
            </a:lvl1pPr>
          </a:lstStyle>
          <a:p>
            <a:fld id="{B716C8F4-20CD-364A-8A8E-DE130115B178}" type="slidenum">
              <a:rPr lang="sv-SE" smtClean="0"/>
              <a:pPr/>
              <a:t>‹#›</a:t>
            </a:fld>
            <a:endParaRPr lang="sv-SE" dirty="0"/>
          </a:p>
        </p:txBody>
      </p:sp>
      <p:pic>
        <p:nvPicPr>
          <p:cNvPr id="11" name="Bild 10">
            <a:extLst>
              <a:ext uri="{FF2B5EF4-FFF2-40B4-BE49-F238E27FC236}">
                <a16:creationId xmlns:a16="http://schemas.microsoft.com/office/drawing/2014/main" id="{57E3D58E-4C99-E6D1-B925-E182668FA2E3}"/>
              </a:ext>
            </a:extLst>
          </p:cNvPr>
          <p:cNvPicPr>
            <a:picLocks noChangeAspect="1"/>
          </p:cNvPicPr>
          <p:nvPr userDrawn="1"/>
        </p:nvPicPr>
        <p:blipFill>
          <a:blip r:embed="rId49" cstate="print">
            <a:extLst>
              <a:ext uri="{28A0092B-C50C-407E-A947-70E740481C1C}">
                <a14:useLocalDpi xmlns:a14="http://schemas.microsoft.com/office/drawing/2010/main"/>
              </a:ext>
              <a:ext uri="{96DAC541-7B7A-43D3-8B79-37D633B846F1}">
                <asvg:svgBlip xmlns:asvg="http://schemas.microsoft.com/office/drawing/2016/SVG/main" xmlns="" r:embed="rId50"/>
              </a:ext>
            </a:extLst>
          </a:blip>
          <a:stretch>
            <a:fillRect/>
          </a:stretch>
        </p:blipFill>
        <p:spPr>
          <a:xfrm>
            <a:off x="193566" y="164552"/>
            <a:ext cx="714243" cy="799273"/>
          </a:xfrm>
          <a:prstGeom prst="rect">
            <a:avLst/>
          </a:prstGeom>
        </p:spPr>
      </p:pic>
    </p:spTree>
    <p:extLst>
      <p:ext uri="{BB962C8B-B14F-4D97-AF65-F5344CB8AC3E}">
        <p14:creationId xmlns:p14="http://schemas.microsoft.com/office/powerpoint/2010/main" val="118368451"/>
      </p:ext>
    </p:extLst>
  </p:cSld>
  <p:clrMap bg1="lt1" tx1="dk1" bg2="lt2" tx2="dk2" accent1="accent1" accent2="accent2" accent3="accent3" accent4="accent4" accent5="accent5" accent6="accent6" hlink="hlink" folHlink="folHlink"/>
  <p:sldLayoutIdLst>
    <p:sldLayoutId id="2147483649" r:id="rId1"/>
    <p:sldLayoutId id="2147483679" r:id="rId2"/>
    <p:sldLayoutId id="2147483659" r:id="rId3"/>
    <p:sldLayoutId id="2147483651" r:id="rId4"/>
    <p:sldLayoutId id="2147483670" r:id="rId5"/>
    <p:sldLayoutId id="2147483660" r:id="rId6"/>
    <p:sldLayoutId id="2147483671" r:id="rId7"/>
    <p:sldLayoutId id="2147483661" r:id="rId8"/>
    <p:sldLayoutId id="2147483672" r:id="rId9"/>
    <p:sldLayoutId id="2147483662" r:id="rId10"/>
    <p:sldLayoutId id="2147483673" r:id="rId11"/>
    <p:sldLayoutId id="2147483650" r:id="rId12"/>
    <p:sldLayoutId id="2147483685" r:id="rId13"/>
    <p:sldLayoutId id="2147483688" r:id="rId14"/>
    <p:sldLayoutId id="2147483686" r:id="rId15"/>
    <p:sldLayoutId id="2147483687" r:id="rId16"/>
    <p:sldLayoutId id="2147483652" r:id="rId17"/>
    <p:sldLayoutId id="2147483653" r:id="rId18"/>
    <p:sldLayoutId id="2147483656" r:id="rId19"/>
    <p:sldLayoutId id="2147483657" r:id="rId20"/>
    <p:sldLayoutId id="2147483663" r:id="rId21"/>
    <p:sldLayoutId id="2147483694" r:id="rId22"/>
    <p:sldLayoutId id="2147483693" r:id="rId23"/>
    <p:sldLayoutId id="2147483684" r:id="rId24"/>
    <p:sldLayoutId id="2147483683" r:id="rId25"/>
    <p:sldLayoutId id="2147483681" r:id="rId26"/>
    <p:sldLayoutId id="2147483682" r:id="rId27"/>
    <p:sldLayoutId id="2147483676" r:id="rId28"/>
    <p:sldLayoutId id="2147483677" r:id="rId29"/>
    <p:sldLayoutId id="2147483678" r:id="rId30"/>
    <p:sldLayoutId id="2147483654" r:id="rId31"/>
    <p:sldLayoutId id="2147483668" r:id="rId32"/>
    <p:sldLayoutId id="2147483667" r:id="rId33"/>
    <p:sldLayoutId id="2147483669" r:id="rId34"/>
    <p:sldLayoutId id="2147483666" r:id="rId35"/>
    <p:sldLayoutId id="2147483689" r:id="rId36"/>
    <p:sldLayoutId id="2147483690" r:id="rId37"/>
    <p:sldLayoutId id="2147483691" r:id="rId38"/>
    <p:sldLayoutId id="2147483692" r:id="rId39"/>
    <p:sldLayoutId id="2147483655" r:id="rId40"/>
    <p:sldLayoutId id="2147483696" r:id="rId41"/>
    <p:sldLayoutId id="2147483697" r:id="rId42"/>
    <p:sldLayoutId id="2147483664" r:id="rId43"/>
    <p:sldLayoutId id="2147483695" r:id="rId44"/>
    <p:sldLayoutId id="2147483658" r:id="rId45"/>
    <p:sldLayoutId id="2147483674" r:id="rId46"/>
    <p:sldLayoutId id="2147483675" r:id="rId47"/>
  </p:sldLayoutIdLst>
  <p:timing>
    <p:tnLst>
      <p:par>
        <p:cTn id="1" dur="indefinite" restart="never" nodeType="tmRoot"/>
      </p:par>
    </p:tnLst>
  </p:timing>
  <p:hf sldNum="0" hdr="0" ftr="0" dt="0"/>
  <p:txStyles>
    <p:titleStyle>
      <a:lvl1pPr algn="l" defTabSz="914400" rtl="0" eaLnBrk="1" latinLnBrk="0" hangingPunct="1">
        <a:lnSpc>
          <a:spcPct val="90000"/>
        </a:lnSpc>
        <a:spcBef>
          <a:spcPct val="0"/>
        </a:spcBef>
        <a:buNone/>
        <a:defRPr sz="3600" b="1" kern="1200">
          <a:solidFill>
            <a:schemeClr val="tx2"/>
          </a:solidFill>
          <a:latin typeface="+mj-lt"/>
          <a:ea typeface="+mj-ea"/>
          <a:cs typeface="+mj-cs"/>
        </a:defRPr>
      </a:lvl1pPr>
    </p:titleStyle>
    <p:bodyStyle>
      <a:lvl1pPr marL="228600" indent="-228600" algn="l" defTabSz="914400" rtl="0" eaLnBrk="1" latinLnBrk="0" hangingPunct="1">
        <a:lnSpc>
          <a:spcPct val="90000"/>
        </a:lnSpc>
        <a:spcBef>
          <a:spcPts val="1000"/>
        </a:spcBef>
        <a:buClr>
          <a:schemeClr val="accent1"/>
        </a:buClr>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Clr>
          <a:schemeClr val="accent1"/>
        </a:buClr>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Clr>
          <a:schemeClr val="accent1"/>
        </a:buClr>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Clr>
          <a:schemeClr val="accent1"/>
        </a:buClr>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Clr>
          <a:schemeClr val="accent1"/>
        </a:buClr>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sv-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mod="1">
    <p:ext uri="{27BBF7A9-308A-43DC-89C8-2F10F3537804}">
      <p15:sldGuideLst xmlns:p15="http://schemas.microsoft.com/office/powerpoint/2012/main">
        <p15:guide id="1" userDrawn="1">
          <p15:clr>
            <a:srgbClr val="F26B43"/>
          </p15:clr>
        </p15:guide>
        <p15:guide id="2" pos="7680" userDrawn="1">
          <p15:clr>
            <a:srgbClr val="F26B43"/>
          </p15:clr>
        </p15:guide>
        <p15:guide id="3" pos="378" userDrawn="1">
          <p15:clr>
            <a:srgbClr val="F26B43"/>
          </p15:clr>
        </p15:guide>
        <p15:guide id="4" pos="1343" userDrawn="1">
          <p15:clr>
            <a:srgbClr val="F26B43"/>
          </p15:clr>
        </p15:guide>
        <p15:guide id="5" pos="1570" userDrawn="1">
          <p15:clr>
            <a:srgbClr val="F26B43"/>
          </p15:clr>
        </p15:guide>
        <p15:guide id="6" pos="2535" userDrawn="1">
          <p15:clr>
            <a:srgbClr val="F26B43"/>
          </p15:clr>
        </p15:guide>
        <p15:guide id="7" pos="2761" userDrawn="1">
          <p15:clr>
            <a:srgbClr val="F26B43"/>
          </p15:clr>
        </p15:guide>
        <p15:guide id="8" pos="3726" userDrawn="1">
          <p15:clr>
            <a:srgbClr val="F26B43"/>
          </p15:clr>
        </p15:guide>
        <p15:guide id="9" pos="3953" userDrawn="1">
          <p15:clr>
            <a:srgbClr val="F26B43"/>
          </p15:clr>
        </p15:guide>
        <p15:guide id="10" pos="4918" userDrawn="1">
          <p15:clr>
            <a:srgbClr val="F26B43"/>
          </p15:clr>
        </p15:guide>
        <p15:guide id="11" pos="5144" userDrawn="1">
          <p15:clr>
            <a:srgbClr val="F26B43"/>
          </p15:clr>
        </p15:guide>
        <p15:guide id="12" pos="6109" userDrawn="1">
          <p15:clr>
            <a:srgbClr val="F26B43"/>
          </p15:clr>
        </p15:guide>
        <p15:guide id="13" pos="6336" userDrawn="1">
          <p15:clr>
            <a:srgbClr val="F26B43"/>
          </p15:clr>
        </p15:guide>
        <p15:guide id="14" pos="7301" userDrawn="1">
          <p15:clr>
            <a:srgbClr val="F26B43"/>
          </p15:clr>
        </p15:guide>
        <p15:guide id="15" orient="horz" userDrawn="1">
          <p15:clr>
            <a:srgbClr val="F26B43"/>
          </p15:clr>
        </p15:guide>
        <p15:guide id="16" orient="horz" pos="4320" userDrawn="1">
          <p15:clr>
            <a:srgbClr val="F26B43"/>
          </p15:clr>
        </p15:guide>
        <p15:guide id="17" orient="horz" pos="514" userDrawn="1">
          <p15:clr>
            <a:srgbClr val="F26B43"/>
          </p15:clr>
        </p15:guide>
        <p15:guide id="18" orient="horz" pos="861" userDrawn="1">
          <p15:clr>
            <a:srgbClr val="F26B43"/>
          </p15:clr>
        </p15:guide>
        <p15:guide id="19" orient="horz" pos="1209" userDrawn="1">
          <p15:clr>
            <a:srgbClr val="F26B43"/>
          </p15:clr>
        </p15:guide>
        <p15:guide id="20" orient="horz" pos="1570" userDrawn="1">
          <p15:clr>
            <a:srgbClr val="F26B43"/>
          </p15:clr>
        </p15:guide>
        <p15:guide id="21" orient="horz" pos="1903" userDrawn="1">
          <p15:clr>
            <a:srgbClr val="F26B43"/>
          </p15:clr>
        </p15:guide>
        <p15:guide id="22" orient="horz" pos="2250" userDrawn="1">
          <p15:clr>
            <a:srgbClr val="F26B43"/>
          </p15:clr>
        </p15:guide>
        <p15:guide id="23" orient="horz" pos="2597" userDrawn="1">
          <p15:clr>
            <a:srgbClr val="F26B43"/>
          </p15:clr>
        </p15:guide>
        <p15:guide id="24" orient="horz" pos="2945" userDrawn="1">
          <p15:clr>
            <a:srgbClr val="F26B43"/>
          </p15:clr>
        </p15:guide>
        <p15:guide id="25" orient="horz" pos="3292" userDrawn="1">
          <p15:clr>
            <a:srgbClr val="F26B43"/>
          </p15:clr>
        </p15:guide>
        <p15:guide id="26" orient="horz" pos="3639" userDrawn="1">
          <p15:clr>
            <a:srgbClr val="F26B43"/>
          </p15:clr>
        </p15:guide>
        <p15:guide id="27" orient="horz" pos="3986"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12.xml"/><Relationship Id="rId5" Type="http://schemas.openxmlformats.org/officeDocument/2006/relationships/image" Target="../media/image24.png"/><Relationship Id="rId4" Type="http://schemas.openxmlformats.org/officeDocument/2006/relationships/image" Target="../media/image23.png"/></Relationships>
</file>

<file path=ppt/slides/_rels/slide3.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12.xml"/><Relationship Id="rId4" Type="http://schemas.openxmlformats.org/officeDocument/2006/relationships/image" Target="../media/image27.png"/></Relationships>
</file>

<file path=ppt/slides/_rels/slide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12.xml"/><Relationship Id="rId5" Type="http://schemas.openxmlformats.org/officeDocument/2006/relationships/image" Target="../media/image31.png"/><Relationship Id="rId4" Type="http://schemas.openxmlformats.org/officeDocument/2006/relationships/image" Target="../media/image30.png"/></Relationships>
</file>

<file path=ppt/slides/_rels/slide5.xml.rels><?xml version="1.0" encoding="UTF-8" standalone="yes"?>
<Relationships xmlns="http://schemas.openxmlformats.org/package/2006/relationships"><Relationship Id="rId2" Type="http://schemas.openxmlformats.org/officeDocument/2006/relationships/image" Target="../media/image32.emf"/><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7.png"/><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3" Type="http://schemas.openxmlformats.org/officeDocument/2006/relationships/image" Target="../media/image40.emf"/><Relationship Id="rId2" Type="http://schemas.openxmlformats.org/officeDocument/2006/relationships/image" Target="../media/image39.emf"/><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3" Type="http://schemas.openxmlformats.org/officeDocument/2006/relationships/image" Target="../media/image42.emf"/><Relationship Id="rId2" Type="http://schemas.openxmlformats.org/officeDocument/2006/relationships/image" Target="../media/image41.emf"/><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ubrik 3">
            <a:extLst>
              <a:ext uri="{FF2B5EF4-FFF2-40B4-BE49-F238E27FC236}">
                <a16:creationId xmlns:a16="http://schemas.microsoft.com/office/drawing/2014/main" id="{35B07F06-6EA7-7E2D-1EF1-26B024DA7650}"/>
              </a:ext>
            </a:extLst>
          </p:cNvPr>
          <p:cNvSpPr>
            <a:spLocks noGrp="1"/>
          </p:cNvSpPr>
          <p:nvPr>
            <p:ph type="ctrTitle"/>
          </p:nvPr>
        </p:nvSpPr>
        <p:spPr>
          <a:xfrm>
            <a:off x="1695853" y="3269129"/>
            <a:ext cx="8798701" cy="1956921"/>
          </a:xfrm>
        </p:spPr>
        <p:txBody>
          <a:bodyPr/>
          <a:lstStyle/>
          <a:p>
            <a:r>
              <a:rPr lang="en-US" dirty="0" smtClean="0"/>
              <a:t>Power Loop Inductance Modelling </a:t>
            </a:r>
            <a:endParaRPr lang="sv-SE" dirty="0"/>
          </a:p>
        </p:txBody>
      </p:sp>
      <p:sp>
        <p:nvSpPr>
          <p:cNvPr id="5" name="Underrubrik 4">
            <a:extLst>
              <a:ext uri="{FF2B5EF4-FFF2-40B4-BE49-F238E27FC236}">
                <a16:creationId xmlns:a16="http://schemas.microsoft.com/office/drawing/2014/main" id="{92A29924-00C9-C549-25FA-02CDD1D96ADA}"/>
              </a:ext>
            </a:extLst>
          </p:cNvPr>
          <p:cNvSpPr>
            <a:spLocks noGrp="1"/>
          </p:cNvSpPr>
          <p:nvPr>
            <p:ph type="subTitle" idx="1"/>
          </p:nvPr>
        </p:nvSpPr>
        <p:spPr/>
        <p:txBody>
          <a:bodyPr/>
          <a:lstStyle/>
          <a:p>
            <a:r>
              <a:rPr lang="en-US" dirty="0"/>
              <a:t>To Draft </a:t>
            </a:r>
            <a:r>
              <a:rPr lang="en-US" dirty="0" smtClean="0"/>
              <a:t>an </a:t>
            </a:r>
            <a:r>
              <a:rPr lang="en-US" dirty="0"/>
              <a:t>Idea for ECCE-Europe </a:t>
            </a:r>
            <a:endParaRPr lang="sv-SE" dirty="0"/>
          </a:p>
        </p:txBody>
      </p:sp>
    </p:spTree>
    <p:extLst>
      <p:ext uri="{BB962C8B-B14F-4D97-AF65-F5344CB8AC3E}">
        <p14:creationId xmlns:p14="http://schemas.microsoft.com/office/powerpoint/2010/main" val="208122748"/>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p:cNvSpPr>
            <a:spLocks noGrp="1"/>
          </p:cNvSpPr>
          <p:nvPr>
            <p:ph type="title"/>
          </p:nvPr>
        </p:nvSpPr>
        <p:spPr>
          <a:xfrm>
            <a:off x="984260" y="283592"/>
            <a:ext cx="10990263" cy="568412"/>
          </a:xfrm>
        </p:spPr>
        <p:txBody>
          <a:bodyPr/>
          <a:lstStyle/>
          <a:p>
            <a:r>
              <a:rPr lang="en-US" dirty="0" smtClean="0">
                <a:latin typeface="Times New Roman" panose="02020603050405020304" pitchFamily="18" charset="0"/>
                <a:cs typeface="Times New Roman" panose="02020603050405020304" pitchFamily="18" charset="0"/>
              </a:rPr>
              <a:t>Simplified Inverter Model </a:t>
            </a:r>
            <a:endParaRPr lang="sv-SE" dirty="0">
              <a:latin typeface="Times New Roman" panose="02020603050405020304" pitchFamily="18" charset="0"/>
              <a:cs typeface="Times New Roman" panose="02020603050405020304" pitchFamily="18" charset="0"/>
            </a:endParaRPr>
          </a:p>
        </p:txBody>
      </p:sp>
      <p:pic>
        <p:nvPicPr>
          <p:cNvPr id="3" name="Picture 2">
            <a:extLst>
              <a:ext uri="{FF2B5EF4-FFF2-40B4-BE49-F238E27FC236}">
                <a16:creationId xmlns:a16="http://schemas.microsoft.com/office/drawing/2014/main" id="{AE137606-0038-4161-A922-143AD7681AB4}"/>
              </a:ext>
            </a:extLst>
          </p:cNvPr>
          <p:cNvPicPr>
            <a:picLocks noChangeAspect="1"/>
          </p:cNvPicPr>
          <p:nvPr/>
        </p:nvPicPr>
        <p:blipFill rotWithShape="1">
          <a:blip r:embed="rId2"/>
          <a:srcRect t="9374"/>
          <a:stretch/>
        </p:blipFill>
        <p:spPr>
          <a:xfrm>
            <a:off x="295510" y="1070998"/>
            <a:ext cx="5641253" cy="2397213"/>
          </a:xfrm>
          <a:prstGeom prst="rect">
            <a:avLst/>
          </a:prstGeom>
        </p:spPr>
      </p:pic>
      <p:pic>
        <p:nvPicPr>
          <p:cNvPr id="5" name="Picture 4">
            <a:extLst>
              <a:ext uri="{FF2B5EF4-FFF2-40B4-BE49-F238E27FC236}">
                <a16:creationId xmlns:a16="http://schemas.microsoft.com/office/drawing/2014/main" id="{624A8284-0EA5-4C2D-A8F6-66303CEB5251}"/>
              </a:ext>
            </a:extLst>
          </p:cNvPr>
          <p:cNvPicPr>
            <a:picLocks noChangeAspect="1"/>
          </p:cNvPicPr>
          <p:nvPr/>
        </p:nvPicPr>
        <p:blipFill>
          <a:blip r:embed="rId3"/>
          <a:stretch>
            <a:fillRect/>
          </a:stretch>
        </p:blipFill>
        <p:spPr>
          <a:xfrm>
            <a:off x="6953826" y="1852705"/>
            <a:ext cx="2568580" cy="1253909"/>
          </a:xfrm>
          <a:prstGeom prst="rect">
            <a:avLst/>
          </a:prstGeom>
        </p:spPr>
      </p:pic>
      <p:sp>
        <p:nvSpPr>
          <p:cNvPr id="7" name="TextBox 6"/>
          <p:cNvSpPr txBox="1"/>
          <p:nvPr/>
        </p:nvSpPr>
        <p:spPr>
          <a:xfrm>
            <a:off x="6675664" y="1126000"/>
            <a:ext cx="3704011" cy="646331"/>
          </a:xfrm>
          <a:prstGeom prst="rect">
            <a:avLst/>
          </a:prstGeom>
          <a:noFill/>
        </p:spPr>
        <p:txBody>
          <a:bodyPr wrap="square" rtlCol="0">
            <a:spAutoFit/>
          </a:bodyPr>
          <a:lstStyle/>
          <a:p>
            <a:r>
              <a:rPr lang="sv-SE" dirty="0" smtClean="0">
                <a:latin typeface="Times New Roman" panose="02020603050405020304" pitchFamily="18" charset="0"/>
                <a:cs typeface="Times New Roman" panose="02020603050405020304" pitchFamily="18" charset="0"/>
              </a:rPr>
              <a:t>Do not </a:t>
            </a:r>
            <a:r>
              <a:rPr lang="sv-SE" dirty="0" err="1" smtClean="0">
                <a:latin typeface="Times New Roman" panose="02020603050405020304" pitchFamily="18" charset="0"/>
                <a:cs typeface="Times New Roman" panose="02020603050405020304" pitchFamily="18" charset="0"/>
              </a:rPr>
              <a:t>consider</a:t>
            </a:r>
            <a:r>
              <a:rPr lang="sv-SE" dirty="0" smtClean="0">
                <a:latin typeface="Times New Roman" panose="02020603050405020304" pitchFamily="18" charset="0"/>
                <a:cs typeface="Times New Roman" panose="02020603050405020304" pitchFamily="18" charset="0"/>
              </a:rPr>
              <a:t> output </a:t>
            </a:r>
            <a:r>
              <a:rPr lang="sv-SE" dirty="0" err="1" smtClean="0">
                <a:latin typeface="Times New Roman" panose="02020603050405020304" pitchFamily="18" charset="0"/>
                <a:cs typeface="Times New Roman" panose="02020603050405020304" pitchFamily="18" charset="0"/>
              </a:rPr>
              <a:t>harmonics</a:t>
            </a:r>
            <a:r>
              <a:rPr lang="sv-SE" dirty="0" smtClean="0">
                <a:latin typeface="Times New Roman" panose="02020603050405020304" pitchFamily="18" charset="0"/>
                <a:cs typeface="Times New Roman" panose="02020603050405020304" pitchFamily="18" charset="0"/>
              </a:rPr>
              <a:t> for the </a:t>
            </a:r>
            <a:r>
              <a:rPr lang="sv-SE" dirty="0" err="1" smtClean="0">
                <a:latin typeface="Times New Roman" panose="02020603050405020304" pitchFamily="18" charset="0"/>
                <a:cs typeface="Times New Roman" panose="02020603050405020304" pitchFamily="18" charset="0"/>
              </a:rPr>
              <a:t>phase</a:t>
            </a:r>
            <a:r>
              <a:rPr lang="sv-SE" dirty="0" smtClean="0">
                <a:latin typeface="Times New Roman" panose="02020603050405020304" pitchFamily="18" charset="0"/>
                <a:cs typeface="Times New Roman" panose="02020603050405020304" pitchFamily="18" charset="0"/>
              </a:rPr>
              <a:t> </a:t>
            </a:r>
            <a:r>
              <a:rPr lang="sv-SE" dirty="0" err="1" smtClean="0">
                <a:latin typeface="Times New Roman" panose="02020603050405020304" pitchFamily="18" charset="0"/>
                <a:cs typeface="Times New Roman" panose="02020603050405020304" pitchFamily="18" charset="0"/>
              </a:rPr>
              <a:t>currents</a:t>
            </a:r>
            <a:r>
              <a:rPr lang="sv-SE" dirty="0" smtClean="0">
                <a:latin typeface="Times New Roman" panose="02020603050405020304" pitchFamily="18" charset="0"/>
                <a:cs typeface="Times New Roman" panose="02020603050405020304" pitchFamily="18" charset="0"/>
              </a:rPr>
              <a:t> </a:t>
            </a:r>
            <a:endParaRPr lang="sv-SE" dirty="0">
              <a:latin typeface="Times New Roman" panose="02020603050405020304" pitchFamily="18" charset="0"/>
              <a:cs typeface="Times New Roman" panose="02020603050405020304" pitchFamily="18" charset="0"/>
            </a:endParaRPr>
          </a:p>
        </p:txBody>
      </p:sp>
      <p:sp>
        <p:nvSpPr>
          <p:cNvPr id="8" name="TextBox 7"/>
          <p:cNvSpPr txBox="1"/>
          <p:nvPr/>
        </p:nvSpPr>
        <p:spPr>
          <a:xfrm>
            <a:off x="729651" y="3363919"/>
            <a:ext cx="3704011" cy="369332"/>
          </a:xfrm>
          <a:prstGeom prst="rect">
            <a:avLst/>
          </a:prstGeom>
          <a:noFill/>
        </p:spPr>
        <p:txBody>
          <a:bodyPr wrap="square" rtlCol="0">
            <a:spAutoFit/>
          </a:bodyPr>
          <a:lstStyle/>
          <a:p>
            <a:r>
              <a:rPr lang="sv-SE" dirty="0" err="1" smtClean="0">
                <a:latin typeface="Times New Roman" panose="02020603050405020304" pitchFamily="18" charset="0"/>
                <a:cs typeface="Times New Roman" panose="02020603050405020304" pitchFamily="18" charset="0"/>
              </a:rPr>
              <a:t>Combined</a:t>
            </a:r>
            <a:r>
              <a:rPr lang="sv-SE" dirty="0" smtClean="0">
                <a:latin typeface="Times New Roman" panose="02020603050405020304" pitchFamily="18" charset="0"/>
                <a:cs typeface="Times New Roman" panose="02020603050405020304" pitchFamily="18" charset="0"/>
              </a:rPr>
              <a:t> </a:t>
            </a:r>
            <a:r>
              <a:rPr lang="sv-SE" dirty="0" err="1" smtClean="0">
                <a:latin typeface="Times New Roman" panose="02020603050405020304" pitchFamily="18" charset="0"/>
                <a:cs typeface="Times New Roman" panose="02020603050405020304" pitchFamily="18" charset="0"/>
              </a:rPr>
              <a:t>Inverter</a:t>
            </a:r>
            <a:r>
              <a:rPr lang="sv-SE" dirty="0" smtClean="0">
                <a:latin typeface="Times New Roman" panose="02020603050405020304" pitchFamily="18" charset="0"/>
                <a:cs typeface="Times New Roman" panose="02020603050405020304" pitchFamily="18" charset="0"/>
              </a:rPr>
              <a:t> and </a:t>
            </a:r>
            <a:r>
              <a:rPr lang="sv-SE" dirty="0" err="1" smtClean="0">
                <a:latin typeface="Times New Roman" panose="02020603050405020304" pitchFamily="18" charset="0"/>
                <a:cs typeface="Times New Roman" panose="02020603050405020304" pitchFamily="18" charset="0"/>
              </a:rPr>
              <a:t>battery</a:t>
            </a:r>
            <a:r>
              <a:rPr lang="sv-SE" dirty="0" smtClean="0">
                <a:latin typeface="Times New Roman" panose="02020603050405020304" pitchFamily="18" charset="0"/>
                <a:cs typeface="Times New Roman" panose="02020603050405020304" pitchFamily="18" charset="0"/>
              </a:rPr>
              <a:t> </a:t>
            </a:r>
            <a:r>
              <a:rPr lang="sv-SE" dirty="0" err="1" smtClean="0">
                <a:latin typeface="Times New Roman" panose="02020603050405020304" pitchFamily="18" charset="0"/>
                <a:cs typeface="Times New Roman" panose="02020603050405020304" pitchFamily="18" charset="0"/>
              </a:rPr>
              <a:t>model</a:t>
            </a:r>
            <a:endParaRPr lang="sv-SE" dirty="0">
              <a:latin typeface="Times New Roman" panose="02020603050405020304" pitchFamily="18" charset="0"/>
              <a:cs typeface="Times New Roman" panose="02020603050405020304" pitchFamily="18" charset="0"/>
            </a:endParaRPr>
          </a:p>
        </p:txBody>
      </p:sp>
      <p:pic>
        <p:nvPicPr>
          <p:cNvPr id="9" name="Picture 8">
            <a:extLst>
              <a:ext uri="{FF2B5EF4-FFF2-40B4-BE49-F238E27FC236}">
                <a16:creationId xmlns:a16="http://schemas.microsoft.com/office/drawing/2014/main" id="{FCE53E73-1058-4484-9F31-376B4590F2A9}"/>
              </a:ext>
            </a:extLst>
          </p:cNvPr>
          <p:cNvPicPr>
            <a:picLocks noChangeAspect="1"/>
          </p:cNvPicPr>
          <p:nvPr/>
        </p:nvPicPr>
        <p:blipFill rotWithShape="1">
          <a:blip r:embed="rId4"/>
          <a:srcRect l="5820" t="9591"/>
          <a:stretch/>
        </p:blipFill>
        <p:spPr>
          <a:xfrm>
            <a:off x="408136" y="3888777"/>
            <a:ext cx="4480617" cy="1981868"/>
          </a:xfrm>
          <a:prstGeom prst="rect">
            <a:avLst/>
          </a:prstGeom>
        </p:spPr>
      </p:pic>
      <p:sp>
        <p:nvSpPr>
          <p:cNvPr id="10" name="TextBox 9"/>
          <p:cNvSpPr txBox="1"/>
          <p:nvPr/>
        </p:nvSpPr>
        <p:spPr>
          <a:xfrm>
            <a:off x="659014" y="5918595"/>
            <a:ext cx="4229739" cy="646331"/>
          </a:xfrm>
          <a:prstGeom prst="rect">
            <a:avLst/>
          </a:prstGeom>
          <a:noFill/>
        </p:spPr>
        <p:txBody>
          <a:bodyPr wrap="square" rtlCol="0">
            <a:spAutoFit/>
          </a:bodyPr>
          <a:lstStyle/>
          <a:p>
            <a:r>
              <a:rPr lang="sv-SE" dirty="0" smtClean="0">
                <a:latin typeface="Times New Roman" panose="02020603050405020304" pitchFamily="18" charset="0"/>
                <a:cs typeface="Times New Roman" panose="02020603050405020304" pitchFamily="18" charset="0"/>
              </a:rPr>
              <a:t>The </a:t>
            </a:r>
            <a:r>
              <a:rPr lang="sv-SE" dirty="0" err="1" smtClean="0">
                <a:latin typeface="Times New Roman" panose="02020603050405020304" pitchFamily="18" charset="0"/>
                <a:cs typeface="Times New Roman" panose="02020603050405020304" pitchFamily="18" charset="0"/>
              </a:rPr>
              <a:t>inverter</a:t>
            </a:r>
            <a:r>
              <a:rPr lang="sv-SE" dirty="0" smtClean="0">
                <a:latin typeface="Times New Roman" panose="02020603050405020304" pitchFamily="18" charset="0"/>
                <a:cs typeface="Times New Roman" panose="02020603050405020304" pitchFamily="18" charset="0"/>
              </a:rPr>
              <a:t> </a:t>
            </a:r>
            <a:r>
              <a:rPr lang="sv-SE" dirty="0" err="1" smtClean="0">
                <a:latin typeface="Times New Roman" panose="02020603050405020304" pitchFamily="18" charset="0"/>
                <a:cs typeface="Times New Roman" panose="02020603050405020304" pitchFamily="18" charset="0"/>
              </a:rPr>
              <a:t>can</a:t>
            </a:r>
            <a:r>
              <a:rPr lang="sv-SE" dirty="0" smtClean="0">
                <a:latin typeface="Times New Roman" panose="02020603050405020304" pitchFamily="18" charset="0"/>
                <a:cs typeface="Times New Roman" panose="02020603050405020304" pitchFamily="18" charset="0"/>
              </a:rPr>
              <a:t> be </a:t>
            </a:r>
            <a:r>
              <a:rPr lang="sv-SE" dirty="0" err="1" smtClean="0">
                <a:latin typeface="Times New Roman" panose="02020603050405020304" pitchFamily="18" charset="0"/>
                <a:cs typeface="Times New Roman" panose="02020603050405020304" pitchFamily="18" charset="0"/>
              </a:rPr>
              <a:t>modeled</a:t>
            </a:r>
            <a:r>
              <a:rPr lang="sv-SE" dirty="0" smtClean="0">
                <a:latin typeface="Times New Roman" panose="02020603050405020304" pitchFamily="18" charset="0"/>
                <a:cs typeface="Times New Roman" panose="02020603050405020304" pitchFamily="18" charset="0"/>
              </a:rPr>
              <a:t> as </a:t>
            </a:r>
            <a:r>
              <a:rPr lang="sv-SE" dirty="0" err="1" smtClean="0">
                <a:latin typeface="Times New Roman" panose="02020603050405020304" pitchFamily="18" charset="0"/>
                <a:cs typeface="Times New Roman" panose="02020603050405020304" pitchFamily="18" charset="0"/>
              </a:rPr>
              <a:t>current</a:t>
            </a:r>
            <a:r>
              <a:rPr lang="sv-SE" dirty="0" smtClean="0">
                <a:latin typeface="Times New Roman" panose="02020603050405020304" pitchFamily="18" charset="0"/>
                <a:cs typeface="Times New Roman" panose="02020603050405020304" pitchFamily="18" charset="0"/>
              </a:rPr>
              <a:t> </a:t>
            </a:r>
            <a:r>
              <a:rPr lang="sv-SE" dirty="0" err="1" smtClean="0">
                <a:latin typeface="Times New Roman" panose="02020603050405020304" pitchFamily="18" charset="0"/>
                <a:cs typeface="Times New Roman" panose="02020603050405020304" pitchFamily="18" charset="0"/>
              </a:rPr>
              <a:t>sources</a:t>
            </a:r>
            <a:r>
              <a:rPr lang="sv-SE" dirty="0" smtClean="0">
                <a:latin typeface="Times New Roman" panose="02020603050405020304" pitchFamily="18" charset="0"/>
                <a:cs typeface="Times New Roman" panose="02020603050405020304" pitchFamily="18" charset="0"/>
              </a:rPr>
              <a:t> </a:t>
            </a:r>
            <a:r>
              <a:rPr lang="sv-SE" dirty="0" err="1" smtClean="0">
                <a:latin typeface="Times New Roman" panose="02020603050405020304" pitchFamily="18" charset="0"/>
                <a:cs typeface="Times New Roman" panose="02020603050405020304" pitchFamily="18" charset="0"/>
              </a:rPr>
              <a:t>of</a:t>
            </a:r>
            <a:r>
              <a:rPr lang="sv-SE" dirty="0" smtClean="0">
                <a:latin typeface="Times New Roman" panose="02020603050405020304" pitchFamily="18" charset="0"/>
                <a:cs typeface="Times New Roman" panose="02020603050405020304" pitchFamily="18" charset="0"/>
              </a:rPr>
              <a:t> </a:t>
            </a:r>
            <a:r>
              <a:rPr lang="tr-TR" dirty="0" smtClean="0">
                <a:latin typeface="Times New Roman" panose="02020603050405020304" pitchFamily="18" charset="0"/>
                <a:cs typeface="Times New Roman" panose="02020603050405020304" pitchFamily="18" charset="0"/>
              </a:rPr>
              <a:t>harmonic</a:t>
            </a:r>
            <a:r>
              <a:rPr lang="sv-SE" dirty="0" smtClean="0">
                <a:latin typeface="Times New Roman" panose="02020603050405020304" pitchFamily="18" charset="0"/>
                <a:cs typeface="Times New Roman" panose="02020603050405020304" pitchFamily="18" charset="0"/>
              </a:rPr>
              <a:t> </a:t>
            </a:r>
            <a:r>
              <a:rPr lang="sv-SE" dirty="0" err="1" smtClean="0">
                <a:latin typeface="Times New Roman" panose="02020603050405020304" pitchFamily="18" charset="0"/>
                <a:cs typeface="Times New Roman" panose="02020603050405020304" pitchFamily="18" charset="0"/>
              </a:rPr>
              <a:t>components</a:t>
            </a:r>
            <a:r>
              <a:rPr lang="sv-SE" dirty="0" smtClean="0">
                <a:latin typeface="Times New Roman" panose="02020603050405020304" pitchFamily="18" charset="0"/>
                <a:cs typeface="Times New Roman" panose="02020603050405020304" pitchFamily="18" charset="0"/>
              </a:rPr>
              <a:t>.</a:t>
            </a:r>
            <a:endParaRPr lang="sv-SE" dirty="0">
              <a:latin typeface="Times New Roman" panose="02020603050405020304" pitchFamily="18" charset="0"/>
              <a:cs typeface="Times New Roman" panose="02020603050405020304" pitchFamily="18" charset="0"/>
            </a:endParaRPr>
          </a:p>
        </p:txBody>
      </p:sp>
      <p:pic>
        <p:nvPicPr>
          <p:cNvPr id="11" name="Picture 10">
            <a:extLst>
              <a:ext uri="{FF2B5EF4-FFF2-40B4-BE49-F238E27FC236}">
                <a16:creationId xmlns:a16="http://schemas.microsoft.com/office/drawing/2014/main" id="{29CFDEA6-CBF2-4265-8180-E6A7970CEDEA}"/>
              </a:ext>
            </a:extLst>
          </p:cNvPr>
          <p:cNvPicPr>
            <a:picLocks noChangeAspect="1"/>
          </p:cNvPicPr>
          <p:nvPr/>
        </p:nvPicPr>
        <p:blipFill>
          <a:blip r:embed="rId5"/>
          <a:stretch>
            <a:fillRect/>
          </a:stretch>
        </p:blipFill>
        <p:spPr>
          <a:xfrm>
            <a:off x="6306074" y="4583496"/>
            <a:ext cx="4276853" cy="592429"/>
          </a:xfrm>
          <a:prstGeom prst="rect">
            <a:avLst/>
          </a:prstGeom>
        </p:spPr>
      </p:pic>
    </p:spTree>
    <p:extLst>
      <p:ext uri="{BB962C8B-B14F-4D97-AF65-F5344CB8AC3E}">
        <p14:creationId xmlns:p14="http://schemas.microsoft.com/office/powerpoint/2010/main" val="347486427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14143" y="276122"/>
            <a:ext cx="10990263" cy="568412"/>
          </a:xfrm>
        </p:spPr>
        <p:txBody>
          <a:bodyPr/>
          <a:lstStyle/>
          <a:p>
            <a:r>
              <a:rPr lang="en-US" dirty="0" smtClean="0">
                <a:latin typeface="Times New Roman" panose="02020603050405020304" pitchFamily="18" charset="0"/>
                <a:cs typeface="Times New Roman" panose="02020603050405020304" pitchFamily="18" charset="0"/>
              </a:rPr>
              <a:t>Current Sources of Harmonics</a:t>
            </a:r>
            <a:endParaRPr lang="sv-SE" dirty="0">
              <a:latin typeface="Times New Roman" panose="02020603050405020304" pitchFamily="18" charset="0"/>
              <a:cs typeface="Times New Roman" panose="02020603050405020304" pitchFamily="18" charset="0"/>
            </a:endParaRPr>
          </a:p>
        </p:txBody>
      </p:sp>
      <p:pic>
        <p:nvPicPr>
          <p:cNvPr id="9" name="Content Placeholder 3">
            <a:extLst>
              <a:ext uri="{FF2B5EF4-FFF2-40B4-BE49-F238E27FC236}">
                <a16:creationId xmlns:a16="http://schemas.microsoft.com/office/drawing/2014/main" id="{2152BF20-F541-4796-9466-8B9519526A7D}"/>
              </a:ext>
            </a:extLst>
          </p:cNvPr>
          <p:cNvPicPr>
            <a:picLocks noGrp="1" noChangeAspect="1"/>
          </p:cNvPicPr>
          <p:nvPr>
            <p:ph idx="1"/>
          </p:nvPr>
        </p:nvPicPr>
        <p:blipFill>
          <a:blip r:embed="rId2"/>
          <a:stretch>
            <a:fillRect/>
          </a:stretch>
        </p:blipFill>
        <p:spPr>
          <a:xfrm>
            <a:off x="3675788" y="1318858"/>
            <a:ext cx="4135459" cy="2713598"/>
          </a:xfrm>
          <a:prstGeom prst="rect">
            <a:avLst/>
          </a:prstGeom>
        </p:spPr>
      </p:pic>
      <mc:AlternateContent xmlns:mc="http://schemas.openxmlformats.org/markup-compatibility/2006" xmlns:a14="http://schemas.microsoft.com/office/drawing/2010/main">
        <mc:Choice Requires="a14">
          <p:sp>
            <p:nvSpPr>
              <p:cNvPr id="3" name="TextBox 2"/>
              <p:cNvSpPr txBox="1"/>
              <p:nvPr/>
            </p:nvSpPr>
            <p:spPr>
              <a:xfrm>
                <a:off x="416496" y="4594295"/>
                <a:ext cx="1454139" cy="369332"/>
              </a:xfrm>
              <a:prstGeom prst="rect">
                <a:avLst/>
              </a:prstGeom>
              <a:noFill/>
            </p:spPr>
            <p:txBody>
              <a:bodyPr wrap="square" rtlCol="0">
                <a:spAutoFit/>
              </a:bodyPr>
              <a:lstStyle/>
              <a:p>
                <a14:m>
                  <m:oMath xmlns:m="http://schemas.openxmlformats.org/officeDocument/2006/math">
                    <m:sSub>
                      <m:sSubPr>
                        <m:ctrlPr>
                          <a:rPr lang="en-US" b="0" i="1" smtClean="0">
                            <a:latin typeface="Cambria Math" panose="02040503050406030204" pitchFamily="18" charset="0"/>
                          </a:rPr>
                        </m:ctrlPr>
                      </m:sSubPr>
                      <m:e>
                        <m:r>
                          <a:rPr lang="sv-SE" b="0" i="1" smtClean="0">
                            <a:latin typeface="Cambria Math" panose="02040503050406030204" pitchFamily="18" charset="0"/>
                          </a:rPr>
                          <m:t>𝑆</m:t>
                        </m:r>
                      </m:e>
                      <m:sub>
                        <m:r>
                          <a:rPr lang="en-US" b="0" i="1" smtClean="0">
                            <a:latin typeface="Cambria Math" panose="02040503050406030204" pitchFamily="18" charset="0"/>
                          </a:rPr>
                          <m:t>𝐴</m:t>
                        </m:r>
                      </m:sub>
                    </m:sSub>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𝐴</m:t>
                        </m:r>
                      </m:sub>
                    </m:sSub>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oMath>
                </a14:m>
                <a:r>
                  <a:rPr lang="sv-SE" dirty="0" smtClean="0">
                    <a:latin typeface="Times New Roman" panose="02020603050405020304" pitchFamily="18" charset="0"/>
                    <a:cs typeface="Times New Roman" panose="02020603050405020304" pitchFamily="18" charset="0"/>
                    <a:sym typeface="Wingdings" panose="05000000000000000000" pitchFamily="2" charset="2"/>
                  </a:rPr>
                  <a:t></a:t>
                </a:r>
                <a:endParaRPr lang="sv-SE" dirty="0">
                  <a:latin typeface="Times New Roman" panose="02020603050405020304" pitchFamily="18" charset="0"/>
                  <a:cs typeface="Times New Roman" panose="02020603050405020304" pitchFamily="18" charset="0"/>
                </a:endParaRPr>
              </a:p>
            </p:txBody>
          </p:sp>
        </mc:Choice>
        <mc:Fallback xmlns="">
          <p:sp>
            <p:nvSpPr>
              <p:cNvPr id="3" name="TextBox 2"/>
              <p:cNvSpPr txBox="1">
                <a:spLocks noRot="1" noChangeAspect="1" noMove="1" noResize="1" noEditPoints="1" noAdjustHandles="1" noChangeArrowheads="1" noChangeShapeType="1" noTextEdit="1"/>
              </p:cNvSpPr>
              <p:nvPr/>
            </p:nvSpPr>
            <p:spPr>
              <a:xfrm>
                <a:off x="416496" y="4594295"/>
                <a:ext cx="1454139" cy="369332"/>
              </a:xfrm>
              <a:prstGeom prst="rect">
                <a:avLst/>
              </a:prstGeom>
              <a:blipFill>
                <a:blip r:embed="rId3"/>
                <a:stretch>
                  <a:fillRect t="-10000" r="-837" b="-26667"/>
                </a:stretch>
              </a:blipFill>
            </p:spPr>
            <p:txBody>
              <a:bodyPr/>
              <a:lstStyle/>
              <a:p>
                <a:r>
                  <a:rPr lang="sv-SE">
                    <a:noFill/>
                  </a:rPr>
                  <a:t> </a:t>
                </a:r>
              </a:p>
            </p:txBody>
          </p:sp>
        </mc:Fallback>
      </mc:AlternateContent>
      <p:sp>
        <p:nvSpPr>
          <p:cNvPr id="4" name="Rectangle 3"/>
          <p:cNvSpPr/>
          <p:nvPr/>
        </p:nvSpPr>
        <p:spPr>
          <a:xfrm>
            <a:off x="1757082" y="4127812"/>
            <a:ext cx="2265082" cy="1477328"/>
          </a:xfrm>
          <a:prstGeom prst="rect">
            <a:avLst/>
          </a:prstGeom>
        </p:spPr>
        <p:txBody>
          <a:bodyPr wrap="square">
            <a:spAutoFit/>
          </a:bodyPr>
          <a:lstStyle/>
          <a:p>
            <a:r>
              <a:rPr lang="sv-SE" dirty="0">
                <a:latin typeface="Times New Roman" panose="02020603050405020304" pitchFamily="18" charset="0"/>
                <a:cs typeface="Times New Roman" panose="02020603050405020304" pitchFamily="18" charset="0"/>
                <a:sym typeface="Wingdings" panose="05000000000000000000" pitchFamily="2" charset="2"/>
              </a:rPr>
              <a:t>Leg </a:t>
            </a:r>
            <a:r>
              <a:rPr lang="sv-SE" dirty="0" err="1">
                <a:latin typeface="Times New Roman" panose="02020603050405020304" pitchFamily="18" charset="0"/>
                <a:cs typeface="Times New Roman" panose="02020603050405020304" pitchFamily="18" charset="0"/>
                <a:sym typeface="Wingdings" panose="05000000000000000000" pitchFamily="2" charset="2"/>
              </a:rPr>
              <a:t>current</a:t>
            </a:r>
            <a:r>
              <a:rPr lang="sv-SE" dirty="0">
                <a:latin typeface="Times New Roman" panose="02020603050405020304" pitchFamily="18" charset="0"/>
                <a:cs typeface="Times New Roman" panose="02020603050405020304" pitchFamily="18" charset="0"/>
                <a:sym typeface="Wingdings" panose="05000000000000000000" pitchFamily="2" charset="2"/>
              </a:rPr>
              <a:t> in the  </a:t>
            </a:r>
            <a:r>
              <a:rPr lang="sv-SE" dirty="0" smtClean="0">
                <a:latin typeface="Times New Roman" panose="02020603050405020304" pitchFamily="18" charset="0"/>
                <a:cs typeface="Times New Roman" panose="02020603050405020304" pitchFamily="18" charset="0"/>
                <a:sym typeface="Wingdings" panose="05000000000000000000" pitchFamily="2" charset="2"/>
              </a:rPr>
              <a:t> </a:t>
            </a:r>
            <a:r>
              <a:rPr lang="sv-SE" dirty="0" err="1" smtClean="0">
                <a:latin typeface="Times New Roman" panose="02020603050405020304" pitchFamily="18" charset="0"/>
                <a:cs typeface="Times New Roman" panose="02020603050405020304" pitchFamily="18" charset="0"/>
                <a:sym typeface="Wingdings" panose="05000000000000000000" pitchFamily="2" charset="2"/>
              </a:rPr>
              <a:t>time</a:t>
            </a:r>
            <a:r>
              <a:rPr lang="sv-SE" dirty="0" smtClean="0">
                <a:latin typeface="Times New Roman" panose="02020603050405020304" pitchFamily="18" charset="0"/>
                <a:cs typeface="Times New Roman" panose="02020603050405020304" pitchFamily="18" charset="0"/>
                <a:sym typeface="Wingdings" panose="05000000000000000000" pitchFamily="2" charset="2"/>
              </a:rPr>
              <a:t> </a:t>
            </a:r>
            <a:r>
              <a:rPr lang="sv-SE" dirty="0" err="1">
                <a:latin typeface="Times New Roman" panose="02020603050405020304" pitchFamily="18" charset="0"/>
                <a:cs typeface="Times New Roman" panose="02020603050405020304" pitchFamily="18" charset="0"/>
                <a:sym typeface="Wingdings" panose="05000000000000000000" pitchFamily="2" charset="2"/>
              </a:rPr>
              <a:t>domain</a:t>
            </a:r>
            <a:r>
              <a:rPr lang="sv-SE" dirty="0">
                <a:latin typeface="Times New Roman" panose="02020603050405020304" pitchFamily="18" charset="0"/>
                <a:cs typeface="Times New Roman" panose="02020603050405020304" pitchFamily="18" charset="0"/>
                <a:sym typeface="Wingdings" panose="05000000000000000000" pitchFamily="2" charset="2"/>
              </a:rPr>
              <a:t> is the  </a:t>
            </a:r>
            <a:r>
              <a:rPr lang="sv-SE" dirty="0" err="1">
                <a:latin typeface="Times New Roman" panose="02020603050405020304" pitchFamily="18" charset="0"/>
                <a:cs typeface="Times New Roman" panose="02020603050405020304" pitchFamily="18" charset="0"/>
                <a:sym typeface="Wingdings" panose="05000000000000000000" pitchFamily="2" charset="2"/>
              </a:rPr>
              <a:t>multiplication</a:t>
            </a:r>
            <a:r>
              <a:rPr lang="sv-SE" dirty="0">
                <a:latin typeface="Times New Roman" panose="02020603050405020304" pitchFamily="18" charset="0"/>
                <a:cs typeface="Times New Roman" panose="02020603050405020304" pitchFamily="18" charset="0"/>
                <a:sym typeface="Wingdings" panose="05000000000000000000" pitchFamily="2" charset="2"/>
              </a:rPr>
              <a:t> </a:t>
            </a:r>
            <a:r>
              <a:rPr lang="sv-SE" dirty="0" err="1">
                <a:latin typeface="Times New Roman" panose="02020603050405020304" pitchFamily="18" charset="0"/>
                <a:cs typeface="Times New Roman" panose="02020603050405020304" pitchFamily="18" charset="0"/>
                <a:sym typeface="Wingdings" panose="05000000000000000000" pitchFamily="2" charset="2"/>
              </a:rPr>
              <a:t>of</a:t>
            </a:r>
            <a:r>
              <a:rPr lang="sv-SE" dirty="0">
                <a:latin typeface="Times New Roman" panose="02020603050405020304" pitchFamily="18" charset="0"/>
                <a:cs typeface="Times New Roman" panose="02020603050405020304" pitchFamily="18" charset="0"/>
                <a:sym typeface="Wingdings" panose="05000000000000000000" pitchFamily="2" charset="2"/>
              </a:rPr>
              <a:t> the </a:t>
            </a:r>
            <a:r>
              <a:rPr lang="sv-SE" dirty="0" err="1">
                <a:latin typeface="Times New Roman" panose="02020603050405020304" pitchFamily="18" charset="0"/>
                <a:cs typeface="Times New Roman" panose="02020603050405020304" pitchFamily="18" charset="0"/>
                <a:sym typeface="Wingdings" panose="05000000000000000000" pitchFamily="2" charset="2"/>
              </a:rPr>
              <a:t>phase</a:t>
            </a:r>
            <a:r>
              <a:rPr lang="sv-SE" dirty="0">
                <a:latin typeface="Times New Roman" panose="02020603050405020304" pitchFamily="18" charset="0"/>
                <a:cs typeface="Times New Roman" panose="02020603050405020304" pitchFamily="18" charset="0"/>
                <a:sym typeface="Wingdings" panose="05000000000000000000" pitchFamily="2" charset="2"/>
              </a:rPr>
              <a:t> </a:t>
            </a:r>
            <a:r>
              <a:rPr lang="sv-SE" dirty="0" err="1">
                <a:latin typeface="Times New Roman" panose="02020603050405020304" pitchFamily="18" charset="0"/>
                <a:cs typeface="Times New Roman" panose="02020603050405020304" pitchFamily="18" charset="0"/>
                <a:sym typeface="Wingdings" panose="05000000000000000000" pitchFamily="2" charset="2"/>
              </a:rPr>
              <a:t>current</a:t>
            </a:r>
            <a:r>
              <a:rPr lang="sv-SE" dirty="0">
                <a:latin typeface="Times New Roman" panose="02020603050405020304" pitchFamily="18" charset="0"/>
                <a:cs typeface="Times New Roman" panose="02020603050405020304" pitchFamily="18" charset="0"/>
                <a:sym typeface="Wingdings" panose="05000000000000000000" pitchFamily="2" charset="2"/>
              </a:rPr>
              <a:t> and </a:t>
            </a:r>
            <a:r>
              <a:rPr lang="sv-SE" dirty="0" err="1">
                <a:latin typeface="Times New Roman" panose="02020603050405020304" pitchFamily="18" charset="0"/>
                <a:cs typeface="Times New Roman" panose="02020603050405020304" pitchFamily="18" charset="0"/>
                <a:sym typeface="Wingdings" panose="05000000000000000000" pitchFamily="2" charset="2"/>
              </a:rPr>
              <a:t>switching</a:t>
            </a:r>
            <a:r>
              <a:rPr lang="sv-SE" dirty="0">
                <a:latin typeface="Times New Roman" panose="02020603050405020304" pitchFamily="18" charset="0"/>
                <a:cs typeface="Times New Roman" panose="02020603050405020304" pitchFamily="18" charset="0"/>
                <a:sym typeface="Wingdings" panose="05000000000000000000" pitchFamily="2" charset="2"/>
              </a:rPr>
              <a:t> </a:t>
            </a:r>
            <a:r>
              <a:rPr lang="sv-SE" dirty="0" err="1" smtClean="0">
                <a:latin typeface="Times New Roman" panose="02020603050405020304" pitchFamily="18" charset="0"/>
                <a:cs typeface="Times New Roman" panose="02020603050405020304" pitchFamily="18" charset="0"/>
                <a:sym typeface="Wingdings" panose="05000000000000000000" pitchFamily="2" charset="2"/>
              </a:rPr>
              <a:t>function</a:t>
            </a:r>
            <a:r>
              <a:rPr lang="sv-SE" dirty="0" smtClean="0">
                <a:latin typeface="Times New Roman" panose="02020603050405020304" pitchFamily="18" charset="0"/>
                <a:cs typeface="Times New Roman" panose="02020603050405020304" pitchFamily="18" charset="0"/>
                <a:sym typeface="Wingdings" panose="05000000000000000000" pitchFamily="2" charset="2"/>
              </a:rPr>
              <a:t> </a:t>
            </a:r>
            <a:endParaRPr lang="sv-SE"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16" name="TextBox 15"/>
              <p:cNvSpPr txBox="1"/>
              <p:nvPr/>
            </p:nvSpPr>
            <p:spPr>
              <a:xfrm>
                <a:off x="7191550" y="4506780"/>
                <a:ext cx="2149674" cy="369332"/>
              </a:xfrm>
              <a:prstGeom prst="rect">
                <a:avLst/>
              </a:prstGeom>
              <a:noFill/>
            </p:spPr>
            <p:txBody>
              <a:bodyPr wrap="square" rtlCol="0">
                <a:spAutoFit/>
              </a:bodyPr>
              <a:lstStyle/>
              <a:p>
                <a14:m>
                  <m:oMath xmlns:m="http://schemas.openxmlformats.org/officeDocument/2006/math">
                    <m:sSub>
                      <m:sSubPr>
                        <m:ctrlPr>
                          <a:rPr lang="en-US" b="0" i="1" smtClean="0">
                            <a:latin typeface="Cambria Math" panose="02040503050406030204" pitchFamily="18" charset="0"/>
                          </a:rPr>
                        </m:ctrlPr>
                      </m:sSubPr>
                      <m:e>
                        <m:r>
                          <a:rPr lang="sv-SE" b="0" i="1" smtClean="0">
                            <a:latin typeface="Cambria Math" panose="02040503050406030204" pitchFamily="18" charset="0"/>
                          </a:rPr>
                          <m:t>𝑆</m:t>
                        </m:r>
                      </m:e>
                      <m:sub>
                        <m:r>
                          <a:rPr lang="en-US" b="0" i="1" smtClean="0">
                            <a:latin typeface="Cambria Math" panose="02040503050406030204" pitchFamily="18" charset="0"/>
                          </a:rPr>
                          <m:t>𝐴</m:t>
                        </m:r>
                      </m:sub>
                    </m:sSub>
                    <m:r>
                      <a:rPr lang="en-US" b="0" i="1" smtClean="0">
                        <a:latin typeface="Cambria Math" panose="02040503050406030204" pitchFamily="18" charset="0"/>
                      </a:rPr>
                      <m:t>(</m:t>
                    </m:r>
                    <m:r>
                      <a:rPr lang="en-US" b="0" i="1" smtClean="0">
                        <a:latin typeface="Cambria Math" panose="02040503050406030204" pitchFamily="18" charset="0"/>
                      </a:rPr>
                      <m:t>𝜔</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 </m:t>
                        </m:r>
                        <m:r>
                          <a:rPr lang="en-US" b="0" i="1" smtClean="0">
                            <a:latin typeface="Cambria Math" panose="02040503050406030204" pitchFamily="18" charset="0"/>
                          </a:rPr>
                          <m:t>𝐼</m:t>
                        </m:r>
                      </m:e>
                      <m:sub>
                        <m:r>
                          <a:rPr lang="en-US" b="0" i="1" smtClean="0">
                            <a:latin typeface="Cambria Math" panose="02040503050406030204" pitchFamily="18" charset="0"/>
                          </a:rPr>
                          <m:t>𝐴</m:t>
                        </m:r>
                      </m:sub>
                    </m:sSub>
                    <m:r>
                      <a:rPr lang="en-US" b="0" i="1" smtClean="0">
                        <a:latin typeface="Cambria Math" panose="02040503050406030204" pitchFamily="18" charset="0"/>
                      </a:rPr>
                      <m:t>(</m:t>
                    </m:r>
                    <m:r>
                      <a:rPr lang="en-US" i="1">
                        <a:latin typeface="Cambria Math" panose="02040503050406030204" pitchFamily="18" charset="0"/>
                      </a:rPr>
                      <m:t>𝜔</m:t>
                    </m:r>
                    <m:r>
                      <a:rPr lang="en-US" b="0" i="1" smtClean="0">
                        <a:latin typeface="Cambria Math" panose="02040503050406030204" pitchFamily="18" charset="0"/>
                      </a:rPr>
                      <m:t>)</m:t>
                    </m:r>
                  </m:oMath>
                </a14:m>
                <a:r>
                  <a:rPr lang="sv-SE" dirty="0" smtClean="0">
                    <a:latin typeface="Times New Roman" panose="02020603050405020304" pitchFamily="18" charset="0"/>
                    <a:cs typeface="Times New Roman" panose="02020603050405020304" pitchFamily="18" charset="0"/>
                    <a:sym typeface="Wingdings" panose="05000000000000000000" pitchFamily="2" charset="2"/>
                  </a:rPr>
                  <a:t></a:t>
                </a:r>
                <a:endParaRPr lang="sv-SE" dirty="0">
                  <a:latin typeface="Times New Roman" panose="02020603050405020304" pitchFamily="18" charset="0"/>
                  <a:cs typeface="Times New Roman" panose="02020603050405020304" pitchFamily="18" charset="0"/>
                </a:endParaRPr>
              </a:p>
            </p:txBody>
          </p:sp>
        </mc:Choice>
        <mc:Fallback xmlns="">
          <p:sp>
            <p:nvSpPr>
              <p:cNvPr id="16" name="TextBox 15"/>
              <p:cNvSpPr txBox="1">
                <a:spLocks noRot="1" noChangeAspect="1" noMove="1" noResize="1" noEditPoints="1" noAdjustHandles="1" noChangeArrowheads="1" noChangeShapeType="1" noTextEdit="1"/>
              </p:cNvSpPr>
              <p:nvPr/>
            </p:nvSpPr>
            <p:spPr>
              <a:xfrm>
                <a:off x="7191550" y="4506780"/>
                <a:ext cx="2149674" cy="369332"/>
              </a:xfrm>
              <a:prstGeom prst="rect">
                <a:avLst/>
              </a:prstGeom>
              <a:blipFill>
                <a:blip r:embed="rId4"/>
                <a:stretch>
                  <a:fillRect t="-8197" b="-24590"/>
                </a:stretch>
              </a:blipFill>
            </p:spPr>
            <p:txBody>
              <a:bodyPr/>
              <a:lstStyle/>
              <a:p>
                <a:r>
                  <a:rPr lang="sv-SE">
                    <a:noFill/>
                  </a:rPr>
                  <a:t> </a:t>
                </a:r>
              </a:p>
            </p:txBody>
          </p:sp>
        </mc:Fallback>
      </mc:AlternateContent>
      <p:sp>
        <p:nvSpPr>
          <p:cNvPr id="18" name="Rectangle 17"/>
          <p:cNvSpPr/>
          <p:nvPr/>
        </p:nvSpPr>
        <p:spPr>
          <a:xfrm>
            <a:off x="9105153" y="4040297"/>
            <a:ext cx="2265082" cy="1477328"/>
          </a:xfrm>
          <a:prstGeom prst="rect">
            <a:avLst/>
          </a:prstGeom>
        </p:spPr>
        <p:txBody>
          <a:bodyPr wrap="square">
            <a:spAutoFit/>
          </a:bodyPr>
          <a:lstStyle/>
          <a:p>
            <a:r>
              <a:rPr lang="sv-SE" dirty="0">
                <a:latin typeface="Times New Roman" panose="02020603050405020304" pitchFamily="18" charset="0"/>
                <a:cs typeface="Times New Roman" panose="02020603050405020304" pitchFamily="18" charset="0"/>
                <a:sym typeface="Wingdings" panose="05000000000000000000" pitchFamily="2" charset="2"/>
              </a:rPr>
              <a:t>Leg </a:t>
            </a:r>
            <a:r>
              <a:rPr lang="sv-SE" dirty="0" err="1">
                <a:latin typeface="Times New Roman" panose="02020603050405020304" pitchFamily="18" charset="0"/>
                <a:cs typeface="Times New Roman" panose="02020603050405020304" pitchFamily="18" charset="0"/>
                <a:sym typeface="Wingdings" panose="05000000000000000000" pitchFamily="2" charset="2"/>
              </a:rPr>
              <a:t>current</a:t>
            </a:r>
            <a:r>
              <a:rPr lang="sv-SE" dirty="0">
                <a:latin typeface="Times New Roman" panose="02020603050405020304" pitchFamily="18" charset="0"/>
                <a:cs typeface="Times New Roman" panose="02020603050405020304" pitchFamily="18" charset="0"/>
                <a:sym typeface="Wingdings" panose="05000000000000000000" pitchFamily="2" charset="2"/>
              </a:rPr>
              <a:t> in the  </a:t>
            </a:r>
            <a:r>
              <a:rPr lang="sv-SE" dirty="0" smtClean="0">
                <a:latin typeface="Times New Roman" panose="02020603050405020304" pitchFamily="18" charset="0"/>
                <a:cs typeface="Times New Roman" panose="02020603050405020304" pitchFamily="18" charset="0"/>
                <a:sym typeface="Wingdings" panose="05000000000000000000" pitchFamily="2" charset="2"/>
              </a:rPr>
              <a:t> </a:t>
            </a:r>
            <a:r>
              <a:rPr lang="sv-SE" dirty="0" err="1" smtClean="0">
                <a:latin typeface="Times New Roman" panose="02020603050405020304" pitchFamily="18" charset="0"/>
                <a:cs typeface="Times New Roman" panose="02020603050405020304" pitchFamily="18" charset="0"/>
                <a:sym typeface="Wingdings" panose="05000000000000000000" pitchFamily="2" charset="2"/>
              </a:rPr>
              <a:t>frequency</a:t>
            </a:r>
            <a:r>
              <a:rPr lang="sv-SE" dirty="0" smtClean="0">
                <a:latin typeface="Times New Roman" panose="02020603050405020304" pitchFamily="18" charset="0"/>
                <a:cs typeface="Times New Roman" panose="02020603050405020304" pitchFamily="18" charset="0"/>
                <a:sym typeface="Wingdings" panose="05000000000000000000" pitchFamily="2" charset="2"/>
              </a:rPr>
              <a:t> </a:t>
            </a:r>
            <a:r>
              <a:rPr lang="sv-SE" dirty="0" err="1">
                <a:latin typeface="Times New Roman" panose="02020603050405020304" pitchFamily="18" charset="0"/>
                <a:cs typeface="Times New Roman" panose="02020603050405020304" pitchFamily="18" charset="0"/>
                <a:sym typeface="Wingdings" panose="05000000000000000000" pitchFamily="2" charset="2"/>
              </a:rPr>
              <a:t>domain</a:t>
            </a:r>
            <a:r>
              <a:rPr lang="sv-SE" dirty="0">
                <a:latin typeface="Times New Roman" panose="02020603050405020304" pitchFamily="18" charset="0"/>
                <a:cs typeface="Times New Roman" panose="02020603050405020304" pitchFamily="18" charset="0"/>
                <a:sym typeface="Wingdings" panose="05000000000000000000" pitchFamily="2" charset="2"/>
              </a:rPr>
              <a:t> is the  </a:t>
            </a:r>
            <a:r>
              <a:rPr lang="sv-SE" dirty="0" err="1" smtClean="0">
                <a:latin typeface="Times New Roman" panose="02020603050405020304" pitchFamily="18" charset="0"/>
                <a:cs typeface="Times New Roman" panose="02020603050405020304" pitchFamily="18" charset="0"/>
                <a:sym typeface="Wingdings" panose="05000000000000000000" pitchFamily="2" charset="2"/>
              </a:rPr>
              <a:t>convolution</a:t>
            </a:r>
            <a:r>
              <a:rPr lang="sv-SE" dirty="0" smtClean="0">
                <a:latin typeface="Times New Roman" panose="02020603050405020304" pitchFamily="18" charset="0"/>
                <a:cs typeface="Times New Roman" panose="02020603050405020304" pitchFamily="18" charset="0"/>
                <a:sym typeface="Wingdings" panose="05000000000000000000" pitchFamily="2" charset="2"/>
              </a:rPr>
              <a:t> </a:t>
            </a:r>
            <a:r>
              <a:rPr lang="sv-SE" dirty="0" err="1">
                <a:latin typeface="Times New Roman" panose="02020603050405020304" pitchFamily="18" charset="0"/>
                <a:cs typeface="Times New Roman" panose="02020603050405020304" pitchFamily="18" charset="0"/>
                <a:sym typeface="Wingdings" panose="05000000000000000000" pitchFamily="2" charset="2"/>
              </a:rPr>
              <a:t>of</a:t>
            </a:r>
            <a:r>
              <a:rPr lang="sv-SE" dirty="0">
                <a:latin typeface="Times New Roman" panose="02020603050405020304" pitchFamily="18" charset="0"/>
                <a:cs typeface="Times New Roman" panose="02020603050405020304" pitchFamily="18" charset="0"/>
                <a:sym typeface="Wingdings" panose="05000000000000000000" pitchFamily="2" charset="2"/>
              </a:rPr>
              <a:t> the </a:t>
            </a:r>
            <a:r>
              <a:rPr lang="sv-SE" dirty="0" err="1">
                <a:latin typeface="Times New Roman" panose="02020603050405020304" pitchFamily="18" charset="0"/>
                <a:cs typeface="Times New Roman" panose="02020603050405020304" pitchFamily="18" charset="0"/>
                <a:sym typeface="Wingdings" panose="05000000000000000000" pitchFamily="2" charset="2"/>
              </a:rPr>
              <a:t>phase</a:t>
            </a:r>
            <a:r>
              <a:rPr lang="sv-SE" dirty="0">
                <a:latin typeface="Times New Roman" panose="02020603050405020304" pitchFamily="18" charset="0"/>
                <a:cs typeface="Times New Roman" panose="02020603050405020304" pitchFamily="18" charset="0"/>
                <a:sym typeface="Wingdings" panose="05000000000000000000" pitchFamily="2" charset="2"/>
              </a:rPr>
              <a:t> </a:t>
            </a:r>
            <a:r>
              <a:rPr lang="sv-SE" dirty="0" err="1">
                <a:latin typeface="Times New Roman" panose="02020603050405020304" pitchFamily="18" charset="0"/>
                <a:cs typeface="Times New Roman" panose="02020603050405020304" pitchFamily="18" charset="0"/>
                <a:sym typeface="Wingdings" panose="05000000000000000000" pitchFamily="2" charset="2"/>
              </a:rPr>
              <a:t>current</a:t>
            </a:r>
            <a:r>
              <a:rPr lang="sv-SE" dirty="0">
                <a:latin typeface="Times New Roman" panose="02020603050405020304" pitchFamily="18" charset="0"/>
                <a:cs typeface="Times New Roman" panose="02020603050405020304" pitchFamily="18" charset="0"/>
                <a:sym typeface="Wingdings" panose="05000000000000000000" pitchFamily="2" charset="2"/>
              </a:rPr>
              <a:t> and </a:t>
            </a:r>
            <a:r>
              <a:rPr lang="sv-SE" dirty="0" err="1">
                <a:latin typeface="Times New Roman" panose="02020603050405020304" pitchFamily="18" charset="0"/>
                <a:cs typeface="Times New Roman" panose="02020603050405020304" pitchFamily="18" charset="0"/>
                <a:sym typeface="Wingdings" panose="05000000000000000000" pitchFamily="2" charset="2"/>
              </a:rPr>
              <a:t>switching</a:t>
            </a:r>
            <a:r>
              <a:rPr lang="sv-SE" dirty="0">
                <a:latin typeface="Times New Roman" panose="02020603050405020304" pitchFamily="18" charset="0"/>
                <a:cs typeface="Times New Roman" panose="02020603050405020304" pitchFamily="18" charset="0"/>
                <a:sym typeface="Wingdings" panose="05000000000000000000" pitchFamily="2" charset="2"/>
              </a:rPr>
              <a:t> </a:t>
            </a:r>
            <a:r>
              <a:rPr lang="sv-SE" dirty="0" err="1" smtClean="0">
                <a:latin typeface="Times New Roman" panose="02020603050405020304" pitchFamily="18" charset="0"/>
                <a:cs typeface="Times New Roman" panose="02020603050405020304" pitchFamily="18" charset="0"/>
                <a:sym typeface="Wingdings" panose="05000000000000000000" pitchFamily="2" charset="2"/>
              </a:rPr>
              <a:t>function</a:t>
            </a:r>
            <a:r>
              <a:rPr lang="sv-SE" dirty="0" smtClean="0">
                <a:latin typeface="Times New Roman" panose="02020603050405020304" pitchFamily="18" charset="0"/>
                <a:cs typeface="Times New Roman" panose="02020603050405020304" pitchFamily="18" charset="0"/>
                <a:sym typeface="Wingdings" panose="05000000000000000000" pitchFamily="2" charset="2"/>
              </a:rPr>
              <a:t> </a:t>
            </a:r>
            <a:endParaRPr lang="sv-SE"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477324900"/>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72216" y="252950"/>
            <a:ext cx="10990263" cy="568412"/>
          </a:xfrm>
        </p:spPr>
        <p:txBody>
          <a:bodyPr/>
          <a:lstStyle/>
          <a:p>
            <a:r>
              <a:rPr lang="en-US" dirty="0" smtClean="0"/>
              <a:t>Impedance Model of an Inverter</a:t>
            </a:r>
            <a:endParaRPr lang="sv-SE" dirty="0"/>
          </a:p>
        </p:txBody>
      </p:sp>
      <p:pic>
        <p:nvPicPr>
          <p:cNvPr id="4" name="Picture 3">
            <a:extLst>
              <a:ext uri="{FF2B5EF4-FFF2-40B4-BE49-F238E27FC236}">
                <a16:creationId xmlns:a16="http://schemas.microsoft.com/office/drawing/2014/main" id="{19403319-733C-4DA3-A9D6-8691AD8FDE7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779297" y="1395854"/>
            <a:ext cx="5725220" cy="3119963"/>
          </a:xfrm>
          <a:prstGeom prst="rect">
            <a:avLst/>
          </a:prstGeom>
        </p:spPr>
      </p:pic>
      <p:sp>
        <p:nvSpPr>
          <p:cNvPr id="5" name="TextBox 4"/>
          <p:cNvSpPr txBox="1"/>
          <p:nvPr/>
        </p:nvSpPr>
        <p:spPr>
          <a:xfrm>
            <a:off x="2838825" y="923942"/>
            <a:ext cx="6592046" cy="369332"/>
          </a:xfrm>
          <a:prstGeom prst="rect">
            <a:avLst/>
          </a:prstGeom>
          <a:noFill/>
        </p:spPr>
        <p:txBody>
          <a:bodyPr wrap="square" rtlCol="0">
            <a:spAutoFit/>
          </a:bodyPr>
          <a:lstStyle/>
          <a:p>
            <a:r>
              <a:rPr lang="en-US" dirty="0" smtClean="0"/>
              <a:t>Simplified 3 capacitors and 3 phase Parasitic Model </a:t>
            </a:r>
            <a:endParaRPr lang="sv-SE" dirty="0"/>
          </a:p>
        </p:txBody>
      </p:sp>
      <p:pic>
        <p:nvPicPr>
          <p:cNvPr id="6" name="Picture 5">
            <a:extLst>
              <a:ext uri="{FF2B5EF4-FFF2-40B4-BE49-F238E27FC236}">
                <a16:creationId xmlns:a16="http://schemas.microsoft.com/office/drawing/2014/main" id="{B4BC7DF3-6D61-4EAD-8042-A937582C2F5E}"/>
              </a:ext>
            </a:extLst>
          </p:cNvPr>
          <p:cNvPicPr>
            <a:picLocks noChangeAspect="1"/>
          </p:cNvPicPr>
          <p:nvPr/>
        </p:nvPicPr>
        <p:blipFill>
          <a:blip r:embed="rId3"/>
          <a:stretch>
            <a:fillRect/>
          </a:stretch>
        </p:blipFill>
        <p:spPr>
          <a:xfrm>
            <a:off x="405279" y="4793752"/>
            <a:ext cx="2499524" cy="1460787"/>
          </a:xfrm>
          <a:prstGeom prst="rect">
            <a:avLst/>
          </a:prstGeom>
        </p:spPr>
      </p:pic>
      <p:sp>
        <p:nvSpPr>
          <p:cNvPr id="7" name="TextBox 6"/>
          <p:cNvSpPr txBox="1"/>
          <p:nvPr/>
        </p:nvSpPr>
        <p:spPr>
          <a:xfrm>
            <a:off x="863038" y="6254539"/>
            <a:ext cx="2271059" cy="369332"/>
          </a:xfrm>
          <a:prstGeom prst="rect">
            <a:avLst/>
          </a:prstGeom>
          <a:noFill/>
        </p:spPr>
        <p:txBody>
          <a:bodyPr wrap="square" rtlCol="0">
            <a:spAutoFit/>
          </a:bodyPr>
          <a:lstStyle/>
          <a:p>
            <a:r>
              <a:rPr lang="en-US" dirty="0" smtClean="0"/>
              <a:t>Only Phase A</a:t>
            </a:r>
            <a:endParaRPr lang="sv-SE" dirty="0"/>
          </a:p>
        </p:txBody>
      </p:sp>
      <p:pic>
        <p:nvPicPr>
          <p:cNvPr id="8" name="Picture 7">
            <a:extLst>
              <a:ext uri="{FF2B5EF4-FFF2-40B4-BE49-F238E27FC236}">
                <a16:creationId xmlns:a16="http://schemas.microsoft.com/office/drawing/2014/main" id="{E90F9D6B-9ABD-430E-AB3E-609D3C47CC48}"/>
              </a:ext>
            </a:extLst>
          </p:cNvPr>
          <p:cNvPicPr>
            <a:picLocks noChangeAspect="1"/>
          </p:cNvPicPr>
          <p:nvPr/>
        </p:nvPicPr>
        <p:blipFill>
          <a:blip r:embed="rId4"/>
          <a:stretch>
            <a:fillRect/>
          </a:stretch>
        </p:blipFill>
        <p:spPr>
          <a:xfrm>
            <a:off x="3896659" y="4618397"/>
            <a:ext cx="2980757" cy="1723175"/>
          </a:xfrm>
          <a:prstGeom prst="rect">
            <a:avLst/>
          </a:prstGeom>
        </p:spPr>
      </p:pic>
      <p:pic>
        <p:nvPicPr>
          <p:cNvPr id="9" name="Picture 8">
            <a:extLst>
              <a:ext uri="{FF2B5EF4-FFF2-40B4-BE49-F238E27FC236}">
                <a16:creationId xmlns:a16="http://schemas.microsoft.com/office/drawing/2014/main" id="{2212C732-9EC1-4A4B-B97D-AF19098FB8AB}"/>
              </a:ext>
            </a:extLst>
          </p:cNvPr>
          <p:cNvPicPr>
            <a:picLocks noChangeAspect="1"/>
          </p:cNvPicPr>
          <p:nvPr/>
        </p:nvPicPr>
        <p:blipFill>
          <a:blip r:embed="rId5"/>
          <a:stretch>
            <a:fillRect/>
          </a:stretch>
        </p:blipFill>
        <p:spPr>
          <a:xfrm>
            <a:off x="7843658" y="4595627"/>
            <a:ext cx="3305430" cy="1745945"/>
          </a:xfrm>
          <a:prstGeom prst="rect">
            <a:avLst/>
          </a:prstGeom>
        </p:spPr>
      </p:pic>
      <p:sp>
        <p:nvSpPr>
          <p:cNvPr id="10" name="TextBox 9"/>
          <p:cNvSpPr txBox="1"/>
          <p:nvPr/>
        </p:nvSpPr>
        <p:spPr>
          <a:xfrm>
            <a:off x="4667061" y="6341572"/>
            <a:ext cx="2271059" cy="369332"/>
          </a:xfrm>
          <a:prstGeom prst="rect">
            <a:avLst/>
          </a:prstGeom>
          <a:noFill/>
        </p:spPr>
        <p:txBody>
          <a:bodyPr wrap="square" rtlCol="0">
            <a:spAutoFit/>
          </a:bodyPr>
          <a:lstStyle/>
          <a:p>
            <a:r>
              <a:rPr lang="en-US" dirty="0" smtClean="0"/>
              <a:t>Only Phase B</a:t>
            </a:r>
            <a:endParaRPr lang="sv-SE" dirty="0"/>
          </a:p>
        </p:txBody>
      </p:sp>
      <p:sp>
        <p:nvSpPr>
          <p:cNvPr id="11" name="TextBox 10"/>
          <p:cNvSpPr txBox="1"/>
          <p:nvPr/>
        </p:nvSpPr>
        <p:spPr>
          <a:xfrm>
            <a:off x="8760944" y="6341572"/>
            <a:ext cx="2271059" cy="369332"/>
          </a:xfrm>
          <a:prstGeom prst="rect">
            <a:avLst/>
          </a:prstGeom>
          <a:noFill/>
        </p:spPr>
        <p:txBody>
          <a:bodyPr wrap="square" rtlCol="0">
            <a:spAutoFit/>
          </a:bodyPr>
          <a:lstStyle/>
          <a:p>
            <a:r>
              <a:rPr lang="en-US" dirty="0" smtClean="0"/>
              <a:t>Only Phase C</a:t>
            </a:r>
            <a:endParaRPr lang="sv-SE" dirty="0"/>
          </a:p>
        </p:txBody>
      </p:sp>
    </p:spTree>
    <p:extLst>
      <p:ext uri="{BB962C8B-B14F-4D97-AF65-F5344CB8AC3E}">
        <p14:creationId xmlns:p14="http://schemas.microsoft.com/office/powerpoint/2010/main" val="255899143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72216" y="252950"/>
            <a:ext cx="10990263" cy="568412"/>
          </a:xfrm>
        </p:spPr>
        <p:txBody>
          <a:bodyPr/>
          <a:lstStyle/>
          <a:p>
            <a:r>
              <a:rPr lang="en-US" dirty="0" smtClean="0"/>
              <a:t>The Aim of Using Impedance Model</a:t>
            </a:r>
            <a:endParaRPr lang="sv-SE" dirty="0"/>
          </a:p>
        </p:txBody>
      </p:sp>
      <p:sp>
        <p:nvSpPr>
          <p:cNvPr id="20" name="TextBox 19"/>
          <p:cNvSpPr txBox="1"/>
          <p:nvPr/>
        </p:nvSpPr>
        <p:spPr>
          <a:xfrm>
            <a:off x="251011" y="1141471"/>
            <a:ext cx="5354918" cy="5355312"/>
          </a:xfrm>
          <a:prstGeom prst="rect">
            <a:avLst/>
          </a:prstGeom>
          <a:noFill/>
        </p:spPr>
        <p:txBody>
          <a:bodyPr wrap="square" rtlCol="0">
            <a:spAutoFit/>
          </a:bodyPr>
          <a:lstStyle/>
          <a:p>
            <a:pPr marL="342900" indent="-342900" algn="just">
              <a:buFont typeface="+mj-lt"/>
              <a:buAutoNum type="arabicPeriod"/>
            </a:pPr>
            <a:r>
              <a:rPr lang="en-US" dirty="0" smtClean="0"/>
              <a:t>A simplified model does not provide the effective capacitance values for each phase. </a:t>
            </a:r>
          </a:p>
          <a:p>
            <a:pPr marL="342900" indent="-342900" algn="just">
              <a:buFont typeface="+mj-lt"/>
              <a:buAutoNum type="arabicPeriod"/>
            </a:pPr>
            <a:endParaRPr lang="en-US" dirty="0"/>
          </a:p>
          <a:p>
            <a:pPr marL="342900" indent="-342900" algn="just">
              <a:buFont typeface="+mj-lt"/>
              <a:buAutoNum type="arabicPeriod"/>
            </a:pPr>
            <a:r>
              <a:rPr lang="en-US" dirty="0"/>
              <a:t>A simplified model does not provide the current distribution of the capacitors. </a:t>
            </a:r>
            <a:endParaRPr lang="en-US" dirty="0" smtClean="0"/>
          </a:p>
          <a:p>
            <a:pPr marL="342900" indent="-342900" algn="just">
              <a:buFont typeface="+mj-lt"/>
              <a:buAutoNum type="arabicPeriod"/>
            </a:pPr>
            <a:endParaRPr lang="en-US" dirty="0"/>
          </a:p>
          <a:p>
            <a:pPr marL="342900" indent="-342900" algn="just">
              <a:buFont typeface="+mj-lt"/>
              <a:buAutoNum type="arabicPeriod"/>
            </a:pPr>
            <a:r>
              <a:rPr lang="en-US" dirty="0"/>
              <a:t>The uneven current distribution leads to thermal unbalance, which </a:t>
            </a:r>
            <a:r>
              <a:rPr lang="en-US" dirty="0" smtClean="0"/>
              <a:t>affects </a:t>
            </a:r>
            <a:r>
              <a:rPr lang="en-US" dirty="0"/>
              <a:t>the lifetime of the capacitors. </a:t>
            </a:r>
            <a:endParaRPr lang="en-US" dirty="0" smtClean="0"/>
          </a:p>
          <a:p>
            <a:pPr marL="342900" indent="-342900" algn="just">
              <a:buFont typeface="+mj-lt"/>
              <a:buAutoNum type="arabicPeriod"/>
            </a:pPr>
            <a:endParaRPr lang="en-US" dirty="0"/>
          </a:p>
          <a:p>
            <a:pPr marL="342900" indent="-342900" algn="just">
              <a:buFont typeface="+mj-lt"/>
              <a:buAutoNum type="arabicPeriod"/>
            </a:pPr>
            <a:r>
              <a:rPr lang="en-US" dirty="0"/>
              <a:t>The individual capacitance values of the capacitors, but the total capacitance value </a:t>
            </a:r>
            <a:r>
              <a:rPr lang="en-US" dirty="0" smtClean="0"/>
              <a:t>kept </a:t>
            </a:r>
            <a:r>
              <a:rPr lang="en-US" dirty="0"/>
              <a:t>the same, can be re-selected to balance the losses and thermal stress.  </a:t>
            </a:r>
          </a:p>
          <a:p>
            <a:pPr marL="342900" indent="-342900" algn="just">
              <a:buFont typeface="+mj-lt"/>
              <a:buAutoNum type="arabicPeriod"/>
            </a:pPr>
            <a:endParaRPr lang="en-US" dirty="0" smtClean="0"/>
          </a:p>
          <a:p>
            <a:pPr marL="342900" indent="-342900" algn="just">
              <a:buFont typeface="+mj-lt"/>
              <a:buAutoNum type="arabicPeriod"/>
            </a:pPr>
            <a:r>
              <a:rPr lang="en-US" dirty="0"/>
              <a:t>Additionally, </a:t>
            </a:r>
            <a:r>
              <a:rPr lang="en-US" dirty="0" smtClean="0"/>
              <a:t>a resonant structure is created because of the capacitors and stray inductances, which create high impedance for some frequencies. </a:t>
            </a:r>
          </a:p>
        </p:txBody>
      </p:sp>
      <p:pic>
        <p:nvPicPr>
          <p:cNvPr id="22" name="Picture 21"/>
          <p:cNvPicPr>
            <a:picLocks noChangeAspect="1"/>
          </p:cNvPicPr>
          <p:nvPr/>
        </p:nvPicPr>
        <p:blipFill>
          <a:blip r:embed="rId2"/>
          <a:stretch>
            <a:fillRect/>
          </a:stretch>
        </p:blipFill>
        <p:spPr>
          <a:xfrm>
            <a:off x="5947429" y="1807149"/>
            <a:ext cx="5682783" cy="4023955"/>
          </a:xfrm>
          <a:prstGeom prst="rect">
            <a:avLst/>
          </a:prstGeom>
        </p:spPr>
      </p:pic>
      <p:cxnSp>
        <p:nvCxnSpPr>
          <p:cNvPr id="24" name="Straight Arrow Connector 23"/>
          <p:cNvCxnSpPr/>
          <p:nvPr/>
        </p:nvCxnSpPr>
        <p:spPr>
          <a:xfrm flipV="1">
            <a:off x="9418918" y="1141471"/>
            <a:ext cx="561788" cy="167344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p:cNvCxnSpPr/>
          <p:nvPr/>
        </p:nvCxnSpPr>
        <p:spPr>
          <a:xfrm flipV="1">
            <a:off x="9705788" y="1141471"/>
            <a:ext cx="400424" cy="193043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8" name="TextBox 27"/>
          <p:cNvSpPr txBox="1"/>
          <p:nvPr/>
        </p:nvSpPr>
        <p:spPr>
          <a:xfrm>
            <a:off x="8887013" y="636696"/>
            <a:ext cx="2743199" cy="369332"/>
          </a:xfrm>
          <a:prstGeom prst="rect">
            <a:avLst/>
          </a:prstGeom>
          <a:noFill/>
        </p:spPr>
        <p:txBody>
          <a:bodyPr wrap="square" rtlCol="0">
            <a:spAutoFit/>
          </a:bodyPr>
          <a:lstStyle/>
          <a:p>
            <a:r>
              <a:rPr lang="en-US" dirty="0" smtClean="0"/>
              <a:t>High impedance points</a:t>
            </a:r>
            <a:endParaRPr lang="sv-SE" dirty="0"/>
          </a:p>
        </p:txBody>
      </p:sp>
    </p:spTree>
    <p:extLst>
      <p:ext uri="{BB962C8B-B14F-4D97-AF65-F5344CB8AC3E}">
        <p14:creationId xmlns:p14="http://schemas.microsoft.com/office/powerpoint/2010/main" val="102220716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72216" y="252950"/>
            <a:ext cx="10990263" cy="568412"/>
          </a:xfrm>
        </p:spPr>
        <p:txBody>
          <a:bodyPr/>
          <a:lstStyle/>
          <a:p>
            <a:r>
              <a:rPr lang="en-US" dirty="0" smtClean="0">
                <a:latin typeface="Times New Roman" panose="02020603050405020304" pitchFamily="18" charset="0"/>
                <a:cs typeface="Times New Roman" panose="02020603050405020304" pitchFamily="18" charset="0"/>
              </a:rPr>
              <a:t>Impedance Model</a:t>
            </a:r>
            <a:endParaRPr lang="sv-SE"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graphicFrame>
            <p:nvGraphicFramePr>
              <p:cNvPr id="3" name="Table 2"/>
              <p:cNvGraphicFramePr>
                <a:graphicFrameLocks noGrp="1"/>
              </p:cNvGraphicFramePr>
              <p:nvPr>
                <p:extLst>
                  <p:ext uri="{D42A27DB-BD31-4B8C-83A1-F6EECF244321}">
                    <p14:modId xmlns:p14="http://schemas.microsoft.com/office/powerpoint/2010/main" val="1439102026"/>
                  </p:ext>
                </p:extLst>
              </p:nvPr>
            </p:nvGraphicFramePr>
            <p:xfrm>
              <a:off x="1231154" y="1762561"/>
              <a:ext cx="8128000" cy="184912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278631582"/>
                        </a:ext>
                      </a:extLst>
                    </a:gridCol>
                    <a:gridCol w="2032000">
                      <a:extLst>
                        <a:ext uri="{9D8B030D-6E8A-4147-A177-3AD203B41FA5}">
                          <a16:colId xmlns:a16="http://schemas.microsoft.com/office/drawing/2014/main" val="844494951"/>
                        </a:ext>
                      </a:extLst>
                    </a:gridCol>
                    <a:gridCol w="2032000">
                      <a:extLst>
                        <a:ext uri="{9D8B030D-6E8A-4147-A177-3AD203B41FA5}">
                          <a16:colId xmlns:a16="http://schemas.microsoft.com/office/drawing/2014/main" val="3775262176"/>
                        </a:ext>
                      </a:extLst>
                    </a:gridCol>
                    <a:gridCol w="2032000">
                      <a:extLst>
                        <a:ext uri="{9D8B030D-6E8A-4147-A177-3AD203B41FA5}">
                          <a16:colId xmlns:a16="http://schemas.microsoft.com/office/drawing/2014/main" val="3461459550"/>
                        </a:ext>
                      </a:extLst>
                    </a:gridCol>
                  </a:tblGrid>
                  <a:tr h="0">
                    <a:tc>
                      <a:txBody>
                        <a:bodyPr/>
                        <a:lstStyle/>
                        <a:p>
                          <a:endParaRPr lang="sv-SE" dirty="0"/>
                        </a:p>
                      </a:txBody>
                      <a:tcPr/>
                    </a:tc>
                    <a:tc>
                      <a:txBody>
                        <a:bodyPr/>
                        <a:lstStyle/>
                        <a:p>
                          <a:r>
                            <a:rPr lang="en-US" dirty="0" smtClean="0"/>
                            <a:t>Leg</a:t>
                          </a:r>
                          <a:r>
                            <a:rPr lang="en-US" baseline="0" dirty="0" smtClean="0"/>
                            <a:t> A</a:t>
                          </a:r>
                          <a:endParaRPr lang="sv-SE"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smtClean="0"/>
                            <a:t>Leg</a:t>
                          </a:r>
                          <a:r>
                            <a:rPr lang="en-US" baseline="0" dirty="0" smtClean="0"/>
                            <a:t> B</a:t>
                          </a:r>
                          <a:endParaRPr lang="sv-SE" dirty="0" smtClean="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smtClean="0"/>
                            <a:t>Leg</a:t>
                          </a:r>
                          <a:r>
                            <a:rPr lang="en-US" baseline="0" dirty="0" smtClean="0"/>
                            <a:t> C</a:t>
                          </a:r>
                          <a:endParaRPr lang="sv-SE" dirty="0" smtClean="0"/>
                        </a:p>
                      </a:txBody>
                      <a:tcPr/>
                    </a:tc>
                    <a:extLst>
                      <a:ext uri="{0D108BD9-81ED-4DB2-BD59-A6C34878D82A}">
                        <a16:rowId xmlns:a16="http://schemas.microsoft.com/office/drawing/2014/main" val="3784776413"/>
                      </a:ext>
                    </a:extLst>
                  </a:tr>
                  <a:tr h="370840">
                    <a:tc>
                      <a:txBody>
                        <a:bodyPr/>
                        <a:lstStyle/>
                        <a:p>
                          <a:r>
                            <a:rPr lang="en-US" dirty="0" smtClean="0"/>
                            <a:t>Capacitor-1</a:t>
                          </a:r>
                          <a:endParaRPr lang="sv-SE"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tr-TR" b="0" i="1" smtClean="0">
                                        <a:latin typeface="Cambria Math" panose="02040503050406030204" pitchFamily="18" charset="0"/>
                                      </a:rPr>
                                    </m:ctrlPr>
                                  </m:sSubPr>
                                  <m:e>
                                    <m:r>
                                      <a:rPr lang="tr-TR" b="0" i="1" smtClean="0">
                                        <a:latin typeface="Cambria Math" panose="02040503050406030204" pitchFamily="18" charset="0"/>
                                      </a:rPr>
                                      <m:t>𝐻</m:t>
                                    </m:r>
                                  </m:e>
                                  <m:sub>
                                    <m:r>
                                      <a:rPr lang="en-US" b="0" i="1" smtClean="0">
                                        <a:latin typeface="Cambria Math" panose="02040503050406030204" pitchFamily="18" charset="0"/>
                                      </a:rPr>
                                      <m:t>1</m:t>
                                    </m:r>
                                    <m:r>
                                      <a:rPr lang="en-US" b="0" i="1" smtClean="0">
                                        <a:latin typeface="Cambria Math" panose="02040503050406030204" pitchFamily="18" charset="0"/>
                                      </a:rPr>
                                      <m:t>𝐴</m:t>
                                    </m:r>
                                  </m:sub>
                                </m:sSub>
                                <m:r>
                                  <a:rPr lang="tr-TR" b="0" i="1" smtClean="0">
                                    <a:latin typeface="Cambria Math" panose="02040503050406030204" pitchFamily="18" charset="0"/>
                                  </a:rPr>
                                  <m:t>(</m:t>
                                </m:r>
                                <m:r>
                                  <a:rPr lang="tr-TR" b="0" i="1" smtClean="0">
                                    <a:latin typeface="Cambria Math" panose="02040503050406030204" pitchFamily="18" charset="0"/>
                                  </a:rPr>
                                  <m:t>𝜔</m:t>
                                </m:r>
                                <m:r>
                                  <a:rPr lang="tr-TR" b="0" i="1" smtClean="0">
                                    <a:latin typeface="Cambria Math" panose="02040503050406030204" pitchFamily="18" charset="0"/>
                                  </a:rPr>
                                  <m:t>)</m:t>
                                </m:r>
                              </m:oMath>
                            </m:oMathPara>
                          </a14:m>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tr-TR" b="0" i="1" smtClean="0">
                                        <a:latin typeface="Cambria Math" panose="02040503050406030204" pitchFamily="18" charset="0"/>
                                      </a:rPr>
                                    </m:ctrlPr>
                                  </m:sSubPr>
                                  <m:e>
                                    <m:r>
                                      <a:rPr lang="tr-TR" b="0" i="1" smtClean="0">
                                        <a:latin typeface="Cambria Math" panose="02040503050406030204" pitchFamily="18" charset="0"/>
                                      </a:rPr>
                                      <m:t>𝐻</m:t>
                                    </m:r>
                                  </m:e>
                                  <m:sub>
                                    <m:r>
                                      <a:rPr lang="en-US" b="0" i="1" smtClean="0">
                                        <a:latin typeface="Cambria Math" panose="02040503050406030204" pitchFamily="18" charset="0"/>
                                      </a:rPr>
                                      <m:t>1</m:t>
                                    </m:r>
                                    <m:r>
                                      <a:rPr lang="en-US" b="0" i="1" smtClean="0">
                                        <a:latin typeface="Cambria Math" panose="02040503050406030204" pitchFamily="18" charset="0"/>
                                      </a:rPr>
                                      <m:t>𝐵</m:t>
                                    </m:r>
                                  </m:sub>
                                </m:sSub>
                                <m:r>
                                  <a:rPr lang="tr-TR" b="0" i="1" smtClean="0">
                                    <a:latin typeface="Cambria Math" panose="02040503050406030204" pitchFamily="18" charset="0"/>
                                  </a:rPr>
                                  <m:t>(</m:t>
                                </m:r>
                                <m:r>
                                  <a:rPr lang="tr-TR" b="0" i="1" smtClean="0">
                                    <a:latin typeface="Cambria Math" panose="02040503050406030204" pitchFamily="18" charset="0"/>
                                  </a:rPr>
                                  <m:t>𝜔</m:t>
                                </m:r>
                                <m:r>
                                  <a:rPr lang="tr-TR" b="0" i="1" smtClean="0">
                                    <a:latin typeface="Cambria Math" panose="02040503050406030204" pitchFamily="18" charset="0"/>
                                  </a:rPr>
                                  <m:t>)</m:t>
                                </m:r>
                              </m:oMath>
                            </m:oMathPara>
                          </a14:m>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tr-TR" b="0" i="1" smtClean="0">
                                        <a:latin typeface="Cambria Math" panose="02040503050406030204" pitchFamily="18" charset="0"/>
                                      </a:rPr>
                                    </m:ctrlPr>
                                  </m:sSubPr>
                                  <m:e>
                                    <m:r>
                                      <a:rPr lang="tr-TR" b="0" i="1" smtClean="0">
                                        <a:latin typeface="Cambria Math" panose="02040503050406030204" pitchFamily="18" charset="0"/>
                                      </a:rPr>
                                      <m:t>𝐻</m:t>
                                    </m:r>
                                  </m:e>
                                  <m:sub>
                                    <m:r>
                                      <a:rPr lang="en-US" b="0" i="1" smtClean="0">
                                        <a:latin typeface="Cambria Math" panose="02040503050406030204" pitchFamily="18" charset="0"/>
                                      </a:rPr>
                                      <m:t>1</m:t>
                                    </m:r>
                                    <m:r>
                                      <a:rPr lang="en-US" b="0" i="1" smtClean="0">
                                        <a:latin typeface="Cambria Math" panose="02040503050406030204" pitchFamily="18" charset="0"/>
                                      </a:rPr>
                                      <m:t>𝐶</m:t>
                                    </m:r>
                                  </m:sub>
                                </m:sSub>
                                <m:r>
                                  <a:rPr lang="tr-TR" b="0" i="1" smtClean="0">
                                    <a:latin typeface="Cambria Math" panose="02040503050406030204" pitchFamily="18" charset="0"/>
                                  </a:rPr>
                                  <m:t>(</m:t>
                                </m:r>
                                <m:r>
                                  <a:rPr lang="tr-TR" b="0" i="1" smtClean="0">
                                    <a:latin typeface="Cambria Math" panose="02040503050406030204" pitchFamily="18" charset="0"/>
                                  </a:rPr>
                                  <m:t>𝜔</m:t>
                                </m:r>
                                <m:r>
                                  <a:rPr lang="tr-TR" b="0" i="1" smtClean="0">
                                    <a:latin typeface="Cambria Math" panose="02040503050406030204" pitchFamily="18" charset="0"/>
                                  </a:rPr>
                                  <m:t>)</m:t>
                                </m:r>
                              </m:oMath>
                            </m:oMathPara>
                          </a14:m>
                          <a:endParaRPr lang="en-US" dirty="0"/>
                        </a:p>
                      </a:txBody>
                      <a:tcPr/>
                    </a:tc>
                    <a:extLst>
                      <a:ext uri="{0D108BD9-81ED-4DB2-BD59-A6C34878D82A}">
                        <a16:rowId xmlns:a16="http://schemas.microsoft.com/office/drawing/2014/main" val="330419332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smtClean="0"/>
                            <a:t>Capacitor-2</a:t>
                          </a:r>
                          <a:endParaRPr lang="sv-SE" dirty="0" smtClean="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tr-TR" b="0" i="1" smtClean="0">
                                        <a:latin typeface="Cambria Math" panose="02040503050406030204" pitchFamily="18" charset="0"/>
                                      </a:rPr>
                                    </m:ctrlPr>
                                  </m:sSubPr>
                                  <m:e>
                                    <m:r>
                                      <a:rPr lang="tr-TR" b="0" i="1" smtClean="0">
                                        <a:latin typeface="Cambria Math" panose="02040503050406030204" pitchFamily="18" charset="0"/>
                                      </a:rPr>
                                      <m:t>𝐻</m:t>
                                    </m:r>
                                  </m:e>
                                  <m:sub>
                                    <m:r>
                                      <a:rPr lang="en-US" b="0" i="1" smtClean="0">
                                        <a:latin typeface="Cambria Math" panose="02040503050406030204" pitchFamily="18" charset="0"/>
                                      </a:rPr>
                                      <m:t>2</m:t>
                                    </m:r>
                                    <m:r>
                                      <a:rPr lang="en-US" b="0" i="1" smtClean="0">
                                        <a:latin typeface="Cambria Math" panose="02040503050406030204" pitchFamily="18" charset="0"/>
                                      </a:rPr>
                                      <m:t>𝐴</m:t>
                                    </m:r>
                                  </m:sub>
                                </m:sSub>
                                <m:r>
                                  <a:rPr lang="tr-TR" b="0" i="1" smtClean="0">
                                    <a:latin typeface="Cambria Math" panose="02040503050406030204" pitchFamily="18" charset="0"/>
                                  </a:rPr>
                                  <m:t>(</m:t>
                                </m:r>
                                <m:r>
                                  <a:rPr lang="tr-TR" b="0" i="1" smtClean="0">
                                    <a:latin typeface="Cambria Math" panose="02040503050406030204" pitchFamily="18" charset="0"/>
                                  </a:rPr>
                                  <m:t>𝜔</m:t>
                                </m:r>
                                <m:r>
                                  <a:rPr lang="tr-TR" b="0" i="1" smtClean="0">
                                    <a:latin typeface="Cambria Math" panose="02040503050406030204" pitchFamily="18" charset="0"/>
                                  </a:rPr>
                                  <m:t>)</m:t>
                                </m:r>
                              </m:oMath>
                            </m:oMathPara>
                          </a14:m>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tr-TR" b="0" i="1" smtClean="0">
                                        <a:latin typeface="Cambria Math" panose="02040503050406030204" pitchFamily="18" charset="0"/>
                                      </a:rPr>
                                    </m:ctrlPr>
                                  </m:sSubPr>
                                  <m:e>
                                    <m:r>
                                      <a:rPr lang="tr-TR" b="0" i="1" smtClean="0">
                                        <a:latin typeface="Cambria Math" panose="02040503050406030204" pitchFamily="18" charset="0"/>
                                      </a:rPr>
                                      <m:t>𝐻</m:t>
                                    </m:r>
                                  </m:e>
                                  <m:sub>
                                    <m:r>
                                      <a:rPr lang="en-US" b="0" i="1" smtClean="0">
                                        <a:latin typeface="Cambria Math" panose="02040503050406030204" pitchFamily="18" charset="0"/>
                                      </a:rPr>
                                      <m:t>2</m:t>
                                    </m:r>
                                    <m:r>
                                      <a:rPr lang="en-US" b="0" i="1" smtClean="0">
                                        <a:latin typeface="Cambria Math" panose="02040503050406030204" pitchFamily="18" charset="0"/>
                                      </a:rPr>
                                      <m:t>𝐵</m:t>
                                    </m:r>
                                  </m:sub>
                                </m:sSub>
                                <m:r>
                                  <a:rPr lang="tr-TR" b="0" i="1" smtClean="0">
                                    <a:latin typeface="Cambria Math" panose="02040503050406030204" pitchFamily="18" charset="0"/>
                                  </a:rPr>
                                  <m:t>(</m:t>
                                </m:r>
                                <m:r>
                                  <a:rPr lang="tr-TR" b="0" i="1" smtClean="0">
                                    <a:latin typeface="Cambria Math" panose="02040503050406030204" pitchFamily="18" charset="0"/>
                                  </a:rPr>
                                  <m:t>𝜔</m:t>
                                </m:r>
                                <m:r>
                                  <a:rPr lang="tr-TR" b="0" i="1" smtClean="0">
                                    <a:latin typeface="Cambria Math" panose="02040503050406030204" pitchFamily="18" charset="0"/>
                                  </a:rPr>
                                  <m:t>)</m:t>
                                </m:r>
                              </m:oMath>
                            </m:oMathPara>
                          </a14:m>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tr-TR" b="0" i="1" smtClean="0">
                                        <a:latin typeface="Cambria Math" panose="02040503050406030204" pitchFamily="18" charset="0"/>
                                      </a:rPr>
                                    </m:ctrlPr>
                                  </m:sSubPr>
                                  <m:e>
                                    <m:r>
                                      <a:rPr lang="tr-TR" b="0" i="1" smtClean="0">
                                        <a:latin typeface="Cambria Math" panose="02040503050406030204" pitchFamily="18" charset="0"/>
                                      </a:rPr>
                                      <m:t>𝐻</m:t>
                                    </m:r>
                                  </m:e>
                                  <m:sub>
                                    <m:r>
                                      <a:rPr lang="en-US" b="0" i="1" smtClean="0">
                                        <a:latin typeface="Cambria Math" panose="02040503050406030204" pitchFamily="18" charset="0"/>
                                      </a:rPr>
                                      <m:t>2</m:t>
                                    </m:r>
                                    <m:r>
                                      <a:rPr lang="en-US" b="0" i="1" smtClean="0">
                                        <a:latin typeface="Cambria Math" panose="02040503050406030204" pitchFamily="18" charset="0"/>
                                      </a:rPr>
                                      <m:t>𝐶</m:t>
                                    </m:r>
                                  </m:sub>
                                </m:sSub>
                                <m:r>
                                  <a:rPr lang="tr-TR" b="0" i="1" smtClean="0">
                                    <a:latin typeface="Cambria Math" panose="02040503050406030204" pitchFamily="18" charset="0"/>
                                  </a:rPr>
                                  <m:t>(</m:t>
                                </m:r>
                                <m:r>
                                  <a:rPr lang="tr-TR" b="0" i="1" smtClean="0">
                                    <a:latin typeface="Cambria Math" panose="02040503050406030204" pitchFamily="18" charset="0"/>
                                  </a:rPr>
                                  <m:t>𝜔</m:t>
                                </m:r>
                                <m:r>
                                  <a:rPr lang="tr-TR" b="0" i="1" smtClean="0">
                                    <a:latin typeface="Cambria Math" panose="02040503050406030204" pitchFamily="18" charset="0"/>
                                  </a:rPr>
                                  <m:t>)</m:t>
                                </m:r>
                              </m:oMath>
                            </m:oMathPara>
                          </a14:m>
                          <a:endParaRPr lang="en-US" dirty="0"/>
                        </a:p>
                      </a:txBody>
                      <a:tcPr/>
                    </a:tc>
                    <a:extLst>
                      <a:ext uri="{0D108BD9-81ED-4DB2-BD59-A6C34878D82A}">
                        <a16:rowId xmlns:a16="http://schemas.microsoft.com/office/drawing/2014/main" val="904248960"/>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smtClean="0"/>
                            <a:t>Capacitor-3</a:t>
                          </a:r>
                          <a:endParaRPr lang="sv-SE" dirty="0" smtClean="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tr-TR" b="0" i="1" smtClean="0">
                                        <a:latin typeface="Cambria Math" panose="02040503050406030204" pitchFamily="18" charset="0"/>
                                      </a:rPr>
                                    </m:ctrlPr>
                                  </m:sSubPr>
                                  <m:e>
                                    <m:r>
                                      <a:rPr lang="tr-TR" b="0" i="1" smtClean="0">
                                        <a:latin typeface="Cambria Math" panose="02040503050406030204" pitchFamily="18" charset="0"/>
                                      </a:rPr>
                                      <m:t>𝐻</m:t>
                                    </m:r>
                                  </m:e>
                                  <m:sub>
                                    <m:r>
                                      <a:rPr lang="en-US" b="0" i="1" smtClean="0">
                                        <a:latin typeface="Cambria Math" panose="02040503050406030204" pitchFamily="18" charset="0"/>
                                      </a:rPr>
                                      <m:t>3</m:t>
                                    </m:r>
                                    <m:r>
                                      <a:rPr lang="en-US" b="0" i="1" smtClean="0">
                                        <a:latin typeface="Cambria Math" panose="02040503050406030204" pitchFamily="18" charset="0"/>
                                      </a:rPr>
                                      <m:t>𝐴</m:t>
                                    </m:r>
                                  </m:sub>
                                </m:sSub>
                                <m:r>
                                  <a:rPr lang="tr-TR" b="0" i="1" smtClean="0">
                                    <a:latin typeface="Cambria Math" panose="02040503050406030204" pitchFamily="18" charset="0"/>
                                  </a:rPr>
                                  <m:t>(</m:t>
                                </m:r>
                                <m:r>
                                  <a:rPr lang="tr-TR" b="0" i="1" smtClean="0">
                                    <a:latin typeface="Cambria Math" panose="02040503050406030204" pitchFamily="18" charset="0"/>
                                  </a:rPr>
                                  <m:t>𝜔</m:t>
                                </m:r>
                                <m:r>
                                  <a:rPr lang="tr-TR" b="0" i="1" smtClean="0">
                                    <a:latin typeface="Cambria Math" panose="02040503050406030204" pitchFamily="18" charset="0"/>
                                  </a:rPr>
                                  <m:t>)</m:t>
                                </m:r>
                              </m:oMath>
                            </m:oMathPara>
                          </a14:m>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tr-TR" b="0" i="1" smtClean="0">
                                        <a:latin typeface="Cambria Math" panose="02040503050406030204" pitchFamily="18" charset="0"/>
                                      </a:rPr>
                                    </m:ctrlPr>
                                  </m:sSubPr>
                                  <m:e>
                                    <m:r>
                                      <a:rPr lang="tr-TR" b="0" i="1" smtClean="0">
                                        <a:latin typeface="Cambria Math" panose="02040503050406030204" pitchFamily="18" charset="0"/>
                                      </a:rPr>
                                      <m:t>𝐻</m:t>
                                    </m:r>
                                  </m:e>
                                  <m:sub>
                                    <m:r>
                                      <a:rPr lang="en-US" b="0" i="1" smtClean="0">
                                        <a:latin typeface="Cambria Math" panose="02040503050406030204" pitchFamily="18" charset="0"/>
                                      </a:rPr>
                                      <m:t>3</m:t>
                                    </m:r>
                                    <m:r>
                                      <a:rPr lang="en-US" b="0" i="1" smtClean="0">
                                        <a:latin typeface="Cambria Math" panose="02040503050406030204" pitchFamily="18" charset="0"/>
                                      </a:rPr>
                                      <m:t>𝐵</m:t>
                                    </m:r>
                                  </m:sub>
                                </m:sSub>
                                <m:r>
                                  <a:rPr lang="tr-TR" b="0" i="1" smtClean="0">
                                    <a:latin typeface="Cambria Math" panose="02040503050406030204" pitchFamily="18" charset="0"/>
                                  </a:rPr>
                                  <m:t>(</m:t>
                                </m:r>
                                <m:r>
                                  <a:rPr lang="tr-TR" b="0" i="1" smtClean="0">
                                    <a:latin typeface="Cambria Math" panose="02040503050406030204" pitchFamily="18" charset="0"/>
                                  </a:rPr>
                                  <m:t>𝜔</m:t>
                                </m:r>
                                <m:r>
                                  <a:rPr lang="tr-TR" b="0" i="1" smtClean="0">
                                    <a:latin typeface="Cambria Math" panose="02040503050406030204" pitchFamily="18" charset="0"/>
                                  </a:rPr>
                                  <m:t>)</m:t>
                                </m:r>
                              </m:oMath>
                            </m:oMathPara>
                          </a14:m>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tr-TR" b="0" i="1" smtClean="0">
                                        <a:latin typeface="Cambria Math" panose="02040503050406030204" pitchFamily="18" charset="0"/>
                                      </a:rPr>
                                    </m:ctrlPr>
                                  </m:sSubPr>
                                  <m:e>
                                    <m:r>
                                      <a:rPr lang="tr-TR" b="0" i="1" smtClean="0">
                                        <a:latin typeface="Cambria Math" panose="02040503050406030204" pitchFamily="18" charset="0"/>
                                      </a:rPr>
                                      <m:t>𝐻</m:t>
                                    </m:r>
                                  </m:e>
                                  <m:sub>
                                    <m:r>
                                      <a:rPr lang="en-US" b="0" i="1" smtClean="0">
                                        <a:latin typeface="Cambria Math" panose="02040503050406030204" pitchFamily="18" charset="0"/>
                                      </a:rPr>
                                      <m:t>3</m:t>
                                    </m:r>
                                    <m:r>
                                      <a:rPr lang="en-US" b="0" i="1" smtClean="0">
                                        <a:latin typeface="Cambria Math" panose="02040503050406030204" pitchFamily="18" charset="0"/>
                                      </a:rPr>
                                      <m:t>𝐶</m:t>
                                    </m:r>
                                  </m:sub>
                                </m:sSub>
                                <m:r>
                                  <a:rPr lang="tr-TR" b="0" i="1" smtClean="0">
                                    <a:latin typeface="Cambria Math" panose="02040503050406030204" pitchFamily="18" charset="0"/>
                                  </a:rPr>
                                  <m:t>(</m:t>
                                </m:r>
                                <m:r>
                                  <a:rPr lang="tr-TR" b="0" i="1" smtClean="0">
                                    <a:latin typeface="Cambria Math" panose="02040503050406030204" pitchFamily="18" charset="0"/>
                                  </a:rPr>
                                  <m:t>𝜔</m:t>
                                </m:r>
                                <m:r>
                                  <a:rPr lang="tr-TR" b="0" i="1" smtClean="0">
                                    <a:latin typeface="Cambria Math" panose="02040503050406030204" pitchFamily="18" charset="0"/>
                                  </a:rPr>
                                  <m:t>)</m:t>
                                </m:r>
                              </m:oMath>
                            </m:oMathPara>
                          </a14:m>
                          <a:endParaRPr lang="en-US" dirty="0"/>
                        </a:p>
                      </a:txBody>
                      <a:tcPr/>
                    </a:tc>
                    <a:extLst>
                      <a:ext uri="{0D108BD9-81ED-4DB2-BD59-A6C34878D82A}">
                        <a16:rowId xmlns:a16="http://schemas.microsoft.com/office/drawing/2014/main" val="2005996215"/>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smtClean="0"/>
                            <a:t>Capacitor-4</a:t>
                          </a:r>
                          <a:endParaRPr lang="sv-SE" dirty="0" smtClean="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tr-TR" b="0" i="1" smtClean="0">
                                        <a:latin typeface="Cambria Math" panose="02040503050406030204" pitchFamily="18" charset="0"/>
                                      </a:rPr>
                                    </m:ctrlPr>
                                  </m:sSubPr>
                                  <m:e>
                                    <m:r>
                                      <a:rPr lang="tr-TR" b="0" i="1" smtClean="0">
                                        <a:latin typeface="Cambria Math" panose="02040503050406030204" pitchFamily="18" charset="0"/>
                                      </a:rPr>
                                      <m:t>𝐻</m:t>
                                    </m:r>
                                  </m:e>
                                  <m:sub>
                                    <m:r>
                                      <a:rPr lang="en-US" b="0" i="1" smtClean="0">
                                        <a:latin typeface="Cambria Math" panose="02040503050406030204" pitchFamily="18" charset="0"/>
                                      </a:rPr>
                                      <m:t>4</m:t>
                                    </m:r>
                                    <m:r>
                                      <a:rPr lang="tr-TR" b="0" i="1" smtClean="0">
                                        <a:latin typeface="Cambria Math" panose="02040503050406030204" pitchFamily="18" charset="0"/>
                                      </a:rPr>
                                      <m:t>𝐴</m:t>
                                    </m:r>
                                  </m:sub>
                                </m:sSub>
                                <m:r>
                                  <a:rPr lang="tr-TR" b="0" i="1" smtClean="0">
                                    <a:latin typeface="Cambria Math" panose="02040503050406030204" pitchFamily="18" charset="0"/>
                                  </a:rPr>
                                  <m:t>(</m:t>
                                </m:r>
                                <m:r>
                                  <a:rPr lang="tr-TR" b="0" i="1" smtClean="0">
                                    <a:latin typeface="Cambria Math" panose="02040503050406030204" pitchFamily="18" charset="0"/>
                                  </a:rPr>
                                  <m:t>𝜔</m:t>
                                </m:r>
                                <m:r>
                                  <a:rPr lang="tr-TR" b="0" i="1" smtClean="0">
                                    <a:latin typeface="Cambria Math" panose="02040503050406030204" pitchFamily="18" charset="0"/>
                                  </a:rPr>
                                  <m:t>)</m:t>
                                </m:r>
                              </m:oMath>
                            </m:oMathPara>
                          </a14:m>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tr-TR" b="0" i="1" smtClean="0">
                                        <a:latin typeface="Cambria Math" panose="02040503050406030204" pitchFamily="18" charset="0"/>
                                      </a:rPr>
                                    </m:ctrlPr>
                                  </m:sSubPr>
                                  <m:e>
                                    <m:r>
                                      <a:rPr lang="tr-TR" b="0" i="1" smtClean="0">
                                        <a:latin typeface="Cambria Math" panose="02040503050406030204" pitchFamily="18" charset="0"/>
                                      </a:rPr>
                                      <m:t>𝐻</m:t>
                                    </m:r>
                                  </m:e>
                                  <m:sub>
                                    <m:r>
                                      <a:rPr lang="en-US" b="0" i="1" smtClean="0">
                                        <a:latin typeface="Cambria Math" panose="02040503050406030204" pitchFamily="18" charset="0"/>
                                      </a:rPr>
                                      <m:t>4</m:t>
                                    </m:r>
                                    <m:r>
                                      <a:rPr lang="en-US" b="0" i="1" smtClean="0">
                                        <a:latin typeface="Cambria Math" panose="02040503050406030204" pitchFamily="18" charset="0"/>
                                      </a:rPr>
                                      <m:t>𝐵</m:t>
                                    </m:r>
                                  </m:sub>
                                </m:sSub>
                                <m:r>
                                  <a:rPr lang="tr-TR" b="0" i="1" smtClean="0">
                                    <a:latin typeface="Cambria Math" panose="02040503050406030204" pitchFamily="18" charset="0"/>
                                  </a:rPr>
                                  <m:t>(</m:t>
                                </m:r>
                                <m:r>
                                  <a:rPr lang="tr-TR" b="0" i="1" smtClean="0">
                                    <a:latin typeface="Cambria Math" panose="02040503050406030204" pitchFamily="18" charset="0"/>
                                  </a:rPr>
                                  <m:t>𝜔</m:t>
                                </m:r>
                                <m:r>
                                  <a:rPr lang="tr-TR" b="0" i="1" smtClean="0">
                                    <a:latin typeface="Cambria Math" panose="02040503050406030204" pitchFamily="18" charset="0"/>
                                  </a:rPr>
                                  <m:t>)</m:t>
                                </m:r>
                              </m:oMath>
                            </m:oMathPara>
                          </a14:m>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tr-TR" b="0" i="1" smtClean="0">
                                        <a:latin typeface="Cambria Math" panose="02040503050406030204" pitchFamily="18" charset="0"/>
                                      </a:rPr>
                                    </m:ctrlPr>
                                  </m:sSubPr>
                                  <m:e>
                                    <m:r>
                                      <a:rPr lang="tr-TR" b="0" i="1" smtClean="0">
                                        <a:latin typeface="Cambria Math" panose="02040503050406030204" pitchFamily="18" charset="0"/>
                                      </a:rPr>
                                      <m:t>𝐻</m:t>
                                    </m:r>
                                  </m:e>
                                  <m:sub>
                                    <m:r>
                                      <a:rPr lang="en-US" b="0" i="1" smtClean="0">
                                        <a:latin typeface="Cambria Math" panose="02040503050406030204" pitchFamily="18" charset="0"/>
                                      </a:rPr>
                                      <m:t>4</m:t>
                                    </m:r>
                                    <m:r>
                                      <a:rPr lang="en-US" b="0" i="1" smtClean="0">
                                        <a:latin typeface="Cambria Math" panose="02040503050406030204" pitchFamily="18" charset="0"/>
                                      </a:rPr>
                                      <m:t>𝐶</m:t>
                                    </m:r>
                                  </m:sub>
                                </m:sSub>
                                <m:r>
                                  <a:rPr lang="tr-TR" b="0" i="1" smtClean="0">
                                    <a:latin typeface="Cambria Math" panose="02040503050406030204" pitchFamily="18" charset="0"/>
                                  </a:rPr>
                                  <m:t>(</m:t>
                                </m:r>
                                <m:r>
                                  <a:rPr lang="tr-TR" b="0" i="1" smtClean="0">
                                    <a:latin typeface="Cambria Math" panose="02040503050406030204" pitchFamily="18" charset="0"/>
                                  </a:rPr>
                                  <m:t>𝜔</m:t>
                                </m:r>
                                <m:r>
                                  <a:rPr lang="tr-TR" b="0" i="1" smtClean="0">
                                    <a:latin typeface="Cambria Math" panose="02040503050406030204" pitchFamily="18" charset="0"/>
                                  </a:rPr>
                                  <m:t>)</m:t>
                                </m:r>
                              </m:oMath>
                            </m:oMathPara>
                          </a14:m>
                          <a:endParaRPr lang="en-US" dirty="0"/>
                        </a:p>
                      </a:txBody>
                      <a:tcPr/>
                    </a:tc>
                    <a:extLst>
                      <a:ext uri="{0D108BD9-81ED-4DB2-BD59-A6C34878D82A}">
                        <a16:rowId xmlns:a16="http://schemas.microsoft.com/office/drawing/2014/main" val="1700131790"/>
                      </a:ext>
                    </a:extLst>
                  </a:tr>
                </a:tbl>
              </a:graphicData>
            </a:graphic>
          </p:graphicFrame>
        </mc:Choice>
        <mc:Fallback xmlns="">
          <p:graphicFrame>
            <p:nvGraphicFramePr>
              <p:cNvPr id="3" name="Table 2"/>
              <p:cNvGraphicFramePr>
                <a:graphicFrameLocks noGrp="1"/>
              </p:cNvGraphicFramePr>
              <p:nvPr>
                <p:extLst>
                  <p:ext uri="{D42A27DB-BD31-4B8C-83A1-F6EECF244321}">
                    <p14:modId xmlns:p14="http://schemas.microsoft.com/office/powerpoint/2010/main" val="1439102026"/>
                  </p:ext>
                </p:extLst>
              </p:nvPr>
            </p:nvGraphicFramePr>
            <p:xfrm>
              <a:off x="1231154" y="1762561"/>
              <a:ext cx="8128000" cy="184912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278631582"/>
                        </a:ext>
                      </a:extLst>
                    </a:gridCol>
                    <a:gridCol w="2032000">
                      <a:extLst>
                        <a:ext uri="{9D8B030D-6E8A-4147-A177-3AD203B41FA5}">
                          <a16:colId xmlns:a16="http://schemas.microsoft.com/office/drawing/2014/main" val="844494951"/>
                        </a:ext>
                      </a:extLst>
                    </a:gridCol>
                    <a:gridCol w="2032000">
                      <a:extLst>
                        <a:ext uri="{9D8B030D-6E8A-4147-A177-3AD203B41FA5}">
                          <a16:colId xmlns:a16="http://schemas.microsoft.com/office/drawing/2014/main" val="3775262176"/>
                        </a:ext>
                      </a:extLst>
                    </a:gridCol>
                    <a:gridCol w="2032000">
                      <a:extLst>
                        <a:ext uri="{9D8B030D-6E8A-4147-A177-3AD203B41FA5}">
                          <a16:colId xmlns:a16="http://schemas.microsoft.com/office/drawing/2014/main" val="3461459550"/>
                        </a:ext>
                      </a:extLst>
                    </a:gridCol>
                  </a:tblGrid>
                  <a:tr h="365760">
                    <a:tc>
                      <a:txBody>
                        <a:bodyPr/>
                        <a:lstStyle/>
                        <a:p>
                          <a:endParaRPr lang="sv-SE" dirty="0"/>
                        </a:p>
                      </a:txBody>
                      <a:tcPr/>
                    </a:tc>
                    <a:tc>
                      <a:txBody>
                        <a:bodyPr/>
                        <a:lstStyle/>
                        <a:p>
                          <a:r>
                            <a:rPr lang="en-US" dirty="0" smtClean="0"/>
                            <a:t>Leg</a:t>
                          </a:r>
                          <a:r>
                            <a:rPr lang="en-US" baseline="0" dirty="0" smtClean="0"/>
                            <a:t> A</a:t>
                          </a:r>
                          <a:endParaRPr lang="sv-SE"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smtClean="0"/>
                            <a:t>Leg</a:t>
                          </a:r>
                          <a:r>
                            <a:rPr lang="en-US" baseline="0" dirty="0" smtClean="0"/>
                            <a:t> B</a:t>
                          </a:r>
                          <a:endParaRPr lang="sv-SE" dirty="0" smtClean="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smtClean="0"/>
                            <a:t>Leg</a:t>
                          </a:r>
                          <a:r>
                            <a:rPr lang="en-US" baseline="0" dirty="0" smtClean="0"/>
                            <a:t> C</a:t>
                          </a:r>
                          <a:endParaRPr lang="sv-SE" dirty="0" smtClean="0"/>
                        </a:p>
                      </a:txBody>
                      <a:tcPr/>
                    </a:tc>
                    <a:extLst>
                      <a:ext uri="{0D108BD9-81ED-4DB2-BD59-A6C34878D82A}">
                        <a16:rowId xmlns:a16="http://schemas.microsoft.com/office/drawing/2014/main" val="3784776413"/>
                      </a:ext>
                    </a:extLst>
                  </a:tr>
                  <a:tr h="370840">
                    <a:tc>
                      <a:txBody>
                        <a:bodyPr/>
                        <a:lstStyle/>
                        <a:p>
                          <a:r>
                            <a:rPr lang="en-US" dirty="0" smtClean="0"/>
                            <a:t>Capacitor-1</a:t>
                          </a:r>
                          <a:endParaRPr lang="sv-SE" dirty="0"/>
                        </a:p>
                      </a:txBody>
                      <a:tcPr/>
                    </a:tc>
                    <a:tc>
                      <a:txBody>
                        <a:bodyPr/>
                        <a:lstStyle/>
                        <a:p>
                          <a:endParaRPr lang="sv-SE"/>
                        </a:p>
                      </a:txBody>
                      <a:tcPr>
                        <a:blipFill>
                          <a:blip r:embed="rId2"/>
                          <a:stretch>
                            <a:fillRect l="-100299" t="-106557" r="-200898" b="-324590"/>
                          </a:stretch>
                        </a:blipFill>
                      </a:tcPr>
                    </a:tc>
                    <a:tc>
                      <a:txBody>
                        <a:bodyPr/>
                        <a:lstStyle/>
                        <a:p>
                          <a:endParaRPr lang="sv-SE"/>
                        </a:p>
                      </a:txBody>
                      <a:tcPr>
                        <a:blipFill>
                          <a:blip r:embed="rId2"/>
                          <a:stretch>
                            <a:fillRect l="-200901" t="-106557" r="-101502" b="-324590"/>
                          </a:stretch>
                        </a:blipFill>
                      </a:tcPr>
                    </a:tc>
                    <a:tc>
                      <a:txBody>
                        <a:bodyPr/>
                        <a:lstStyle/>
                        <a:p>
                          <a:endParaRPr lang="sv-SE"/>
                        </a:p>
                      </a:txBody>
                      <a:tcPr>
                        <a:blipFill>
                          <a:blip r:embed="rId2"/>
                          <a:stretch>
                            <a:fillRect l="-300000" t="-106557" r="-1198" b="-324590"/>
                          </a:stretch>
                        </a:blipFill>
                      </a:tcPr>
                    </a:tc>
                    <a:extLst>
                      <a:ext uri="{0D108BD9-81ED-4DB2-BD59-A6C34878D82A}">
                        <a16:rowId xmlns:a16="http://schemas.microsoft.com/office/drawing/2014/main" val="330419332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smtClean="0"/>
                            <a:t>Capacitor-2</a:t>
                          </a:r>
                          <a:endParaRPr lang="sv-SE" dirty="0" smtClean="0"/>
                        </a:p>
                      </a:txBody>
                      <a:tcPr/>
                    </a:tc>
                    <a:tc>
                      <a:txBody>
                        <a:bodyPr/>
                        <a:lstStyle/>
                        <a:p>
                          <a:endParaRPr lang="sv-SE"/>
                        </a:p>
                      </a:txBody>
                      <a:tcPr>
                        <a:blipFill>
                          <a:blip r:embed="rId2"/>
                          <a:stretch>
                            <a:fillRect l="-100299" t="-206557" r="-200898" b="-224590"/>
                          </a:stretch>
                        </a:blipFill>
                      </a:tcPr>
                    </a:tc>
                    <a:tc>
                      <a:txBody>
                        <a:bodyPr/>
                        <a:lstStyle/>
                        <a:p>
                          <a:endParaRPr lang="sv-SE"/>
                        </a:p>
                      </a:txBody>
                      <a:tcPr>
                        <a:blipFill>
                          <a:blip r:embed="rId2"/>
                          <a:stretch>
                            <a:fillRect l="-200901" t="-206557" r="-101502" b="-224590"/>
                          </a:stretch>
                        </a:blipFill>
                      </a:tcPr>
                    </a:tc>
                    <a:tc>
                      <a:txBody>
                        <a:bodyPr/>
                        <a:lstStyle/>
                        <a:p>
                          <a:endParaRPr lang="sv-SE"/>
                        </a:p>
                      </a:txBody>
                      <a:tcPr>
                        <a:blipFill>
                          <a:blip r:embed="rId2"/>
                          <a:stretch>
                            <a:fillRect l="-300000" t="-206557" r="-1198" b="-224590"/>
                          </a:stretch>
                        </a:blipFill>
                      </a:tcPr>
                    </a:tc>
                    <a:extLst>
                      <a:ext uri="{0D108BD9-81ED-4DB2-BD59-A6C34878D82A}">
                        <a16:rowId xmlns:a16="http://schemas.microsoft.com/office/drawing/2014/main" val="904248960"/>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smtClean="0"/>
                            <a:t>Capacitor-3</a:t>
                          </a:r>
                          <a:endParaRPr lang="sv-SE" dirty="0" smtClean="0"/>
                        </a:p>
                      </a:txBody>
                      <a:tcPr/>
                    </a:tc>
                    <a:tc>
                      <a:txBody>
                        <a:bodyPr/>
                        <a:lstStyle/>
                        <a:p>
                          <a:endParaRPr lang="sv-SE"/>
                        </a:p>
                      </a:txBody>
                      <a:tcPr>
                        <a:blipFill>
                          <a:blip r:embed="rId2"/>
                          <a:stretch>
                            <a:fillRect l="-100299" t="-306557" r="-200898" b="-124590"/>
                          </a:stretch>
                        </a:blipFill>
                      </a:tcPr>
                    </a:tc>
                    <a:tc>
                      <a:txBody>
                        <a:bodyPr/>
                        <a:lstStyle/>
                        <a:p>
                          <a:endParaRPr lang="sv-SE"/>
                        </a:p>
                      </a:txBody>
                      <a:tcPr>
                        <a:blipFill>
                          <a:blip r:embed="rId2"/>
                          <a:stretch>
                            <a:fillRect l="-200901" t="-306557" r="-101502" b="-124590"/>
                          </a:stretch>
                        </a:blipFill>
                      </a:tcPr>
                    </a:tc>
                    <a:tc>
                      <a:txBody>
                        <a:bodyPr/>
                        <a:lstStyle/>
                        <a:p>
                          <a:endParaRPr lang="sv-SE"/>
                        </a:p>
                      </a:txBody>
                      <a:tcPr>
                        <a:blipFill>
                          <a:blip r:embed="rId2"/>
                          <a:stretch>
                            <a:fillRect l="-300000" t="-306557" r="-1198" b="-124590"/>
                          </a:stretch>
                        </a:blipFill>
                      </a:tcPr>
                    </a:tc>
                    <a:extLst>
                      <a:ext uri="{0D108BD9-81ED-4DB2-BD59-A6C34878D82A}">
                        <a16:rowId xmlns:a16="http://schemas.microsoft.com/office/drawing/2014/main" val="2005996215"/>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smtClean="0"/>
                            <a:t>Capacitor-4</a:t>
                          </a:r>
                          <a:endParaRPr lang="sv-SE" dirty="0" smtClean="0"/>
                        </a:p>
                      </a:txBody>
                      <a:tcPr/>
                    </a:tc>
                    <a:tc>
                      <a:txBody>
                        <a:bodyPr/>
                        <a:lstStyle/>
                        <a:p>
                          <a:endParaRPr lang="sv-SE"/>
                        </a:p>
                      </a:txBody>
                      <a:tcPr>
                        <a:blipFill>
                          <a:blip r:embed="rId2"/>
                          <a:stretch>
                            <a:fillRect l="-100299" t="-406557" r="-200898" b="-24590"/>
                          </a:stretch>
                        </a:blipFill>
                      </a:tcPr>
                    </a:tc>
                    <a:tc>
                      <a:txBody>
                        <a:bodyPr/>
                        <a:lstStyle/>
                        <a:p>
                          <a:endParaRPr lang="sv-SE"/>
                        </a:p>
                      </a:txBody>
                      <a:tcPr>
                        <a:blipFill>
                          <a:blip r:embed="rId2"/>
                          <a:stretch>
                            <a:fillRect l="-200901" t="-406557" r="-101502" b="-24590"/>
                          </a:stretch>
                        </a:blipFill>
                      </a:tcPr>
                    </a:tc>
                    <a:tc>
                      <a:txBody>
                        <a:bodyPr/>
                        <a:lstStyle/>
                        <a:p>
                          <a:endParaRPr lang="sv-SE"/>
                        </a:p>
                      </a:txBody>
                      <a:tcPr>
                        <a:blipFill>
                          <a:blip r:embed="rId2"/>
                          <a:stretch>
                            <a:fillRect l="-300000" t="-406557" r="-1198" b="-24590"/>
                          </a:stretch>
                        </a:blipFill>
                      </a:tcPr>
                    </a:tc>
                    <a:extLst>
                      <a:ext uri="{0D108BD9-81ED-4DB2-BD59-A6C34878D82A}">
                        <a16:rowId xmlns:a16="http://schemas.microsoft.com/office/drawing/2014/main" val="1700131790"/>
                      </a:ext>
                    </a:extLst>
                  </a:tr>
                </a:tbl>
              </a:graphicData>
            </a:graphic>
          </p:graphicFrame>
        </mc:Fallback>
      </mc:AlternateContent>
      <p:sp>
        <p:nvSpPr>
          <p:cNvPr id="10" name="Rectangle 9">
            <a:extLst>
              <a:ext uri="{FF2B5EF4-FFF2-40B4-BE49-F238E27FC236}">
                <a16:creationId xmlns:a16="http://schemas.microsoft.com/office/drawing/2014/main" id="{5FD27746-BC71-497E-87F6-231B78DB66C2}"/>
              </a:ext>
            </a:extLst>
          </p:cNvPr>
          <p:cNvSpPr/>
          <p:nvPr/>
        </p:nvSpPr>
        <p:spPr>
          <a:xfrm>
            <a:off x="2766181" y="4087071"/>
            <a:ext cx="6286336" cy="646331"/>
          </a:xfrm>
          <a:prstGeom prst="rect">
            <a:avLst/>
          </a:prstGeom>
        </p:spPr>
        <p:txBody>
          <a:bodyPr wrap="none">
            <a:spAutoFit/>
          </a:bodyPr>
          <a:lstStyle/>
          <a:p>
            <a:r>
              <a:rPr lang="tr-TR" dirty="0" err="1">
                <a:latin typeface="Times New Roman" panose="02020603050405020304" pitchFamily="18" charset="0"/>
                <a:cs typeface="Times New Roman" panose="02020603050405020304" pitchFamily="18" charset="0"/>
              </a:rPr>
              <a:t>The</a:t>
            </a:r>
            <a:r>
              <a:rPr lang="tr-TR" dirty="0">
                <a:latin typeface="Times New Roman" panose="02020603050405020304" pitchFamily="18" charset="0"/>
                <a:cs typeface="Times New Roman" panose="02020603050405020304" pitchFamily="18" charset="0"/>
              </a:rPr>
              <a:t> </a:t>
            </a:r>
            <a:r>
              <a:rPr lang="tr-TR" dirty="0" err="1">
                <a:latin typeface="Times New Roman" panose="02020603050405020304" pitchFamily="18" charset="0"/>
                <a:cs typeface="Times New Roman" panose="02020603050405020304" pitchFamily="18" charset="0"/>
              </a:rPr>
              <a:t>response</a:t>
            </a:r>
            <a:r>
              <a:rPr lang="tr-TR" dirty="0">
                <a:latin typeface="Times New Roman" panose="02020603050405020304" pitchFamily="18" charset="0"/>
                <a:cs typeface="Times New Roman" panose="02020603050405020304" pitchFamily="18" charset="0"/>
              </a:rPr>
              <a:t> of </a:t>
            </a:r>
            <a:r>
              <a:rPr lang="tr-TR" dirty="0" err="1">
                <a:latin typeface="Times New Roman" panose="02020603050405020304" pitchFamily="18" charset="0"/>
                <a:cs typeface="Times New Roman" panose="02020603050405020304" pitchFamily="18" charset="0"/>
              </a:rPr>
              <a:t>capacitor</a:t>
            </a:r>
            <a:r>
              <a:rPr lang="tr-TR" dirty="0">
                <a:latin typeface="Times New Roman" panose="02020603050405020304" pitchFamily="18" charset="0"/>
                <a:cs typeface="Times New Roman" panose="02020603050405020304" pitchFamily="18" charset="0"/>
              </a:rPr>
              <a:t> A </a:t>
            </a:r>
            <a:r>
              <a:rPr lang="tr-TR" dirty="0" err="1">
                <a:latin typeface="Times New Roman" panose="02020603050405020304" pitchFamily="18" charset="0"/>
                <a:cs typeface="Times New Roman" panose="02020603050405020304" pitchFamily="18" charset="0"/>
              </a:rPr>
              <a:t>for</a:t>
            </a:r>
            <a:r>
              <a:rPr lang="tr-TR" dirty="0">
                <a:latin typeface="Times New Roman" panose="02020603050405020304" pitchFamily="18" charset="0"/>
                <a:cs typeface="Times New Roman" panose="02020603050405020304" pitchFamily="18" charset="0"/>
              </a:rPr>
              <a:t> </a:t>
            </a:r>
            <a:r>
              <a:rPr lang="tr-TR" dirty="0" err="1">
                <a:latin typeface="Times New Roman" panose="02020603050405020304" pitchFamily="18" charset="0"/>
                <a:cs typeface="Times New Roman" panose="02020603050405020304" pitchFamily="18" charset="0"/>
              </a:rPr>
              <a:t>each</a:t>
            </a:r>
            <a:r>
              <a:rPr lang="tr-TR" dirty="0">
                <a:latin typeface="Times New Roman" panose="02020603050405020304" pitchFamily="18" charset="0"/>
                <a:cs typeface="Times New Roman" panose="02020603050405020304" pitchFamily="18" charset="0"/>
              </a:rPr>
              <a:t> </a:t>
            </a:r>
            <a:r>
              <a:rPr lang="tr-TR" dirty="0" err="1">
                <a:latin typeface="Times New Roman" panose="02020603050405020304" pitchFamily="18" charset="0"/>
                <a:cs typeface="Times New Roman" panose="02020603050405020304" pitchFamily="18" charset="0"/>
              </a:rPr>
              <a:t>leg</a:t>
            </a:r>
            <a:r>
              <a:rPr lang="tr-TR" dirty="0">
                <a:latin typeface="Times New Roman" panose="02020603050405020304" pitchFamily="18" charset="0"/>
                <a:cs typeface="Times New Roman" panose="02020603050405020304" pitchFamily="18" charset="0"/>
              </a:rPr>
              <a:t> </a:t>
            </a:r>
            <a:r>
              <a:rPr lang="tr-TR" dirty="0" err="1">
                <a:latin typeface="Times New Roman" panose="02020603050405020304" pitchFamily="18" charset="0"/>
                <a:cs typeface="Times New Roman" panose="02020603050405020304" pitchFamily="18" charset="0"/>
              </a:rPr>
              <a:t>should</a:t>
            </a:r>
            <a:r>
              <a:rPr lang="tr-TR" dirty="0">
                <a:latin typeface="Times New Roman" panose="02020603050405020304" pitchFamily="18" charset="0"/>
                <a:cs typeface="Times New Roman" panose="02020603050405020304" pitchFamily="18" charset="0"/>
              </a:rPr>
              <a:t> be </a:t>
            </a:r>
            <a:r>
              <a:rPr lang="tr-TR" dirty="0" err="1">
                <a:latin typeface="Times New Roman" panose="02020603050405020304" pitchFamily="18" charset="0"/>
                <a:cs typeface="Times New Roman" panose="02020603050405020304" pitchFamily="18" charset="0"/>
              </a:rPr>
              <a:t>calculated</a:t>
            </a:r>
            <a:r>
              <a:rPr lang="tr-TR" dirty="0">
                <a:latin typeface="Times New Roman" panose="02020603050405020304" pitchFamily="18" charset="0"/>
                <a:cs typeface="Times New Roman" panose="02020603050405020304" pitchFamily="18" charset="0"/>
              </a:rPr>
              <a:t> as: </a:t>
            </a:r>
          </a:p>
          <a:p>
            <a:endParaRPr lang="en-US" dirty="0">
              <a:latin typeface="Times New Roman" panose="02020603050405020304" pitchFamily="18" charset="0"/>
              <a:cs typeface="Times New Roman" panose="02020603050405020304" pitchFamily="18" charset="0"/>
            </a:endParaRPr>
          </a:p>
        </p:txBody>
      </p:sp>
      <p:sp>
        <p:nvSpPr>
          <p:cNvPr id="4" name="TextBox 3"/>
          <p:cNvSpPr txBox="1"/>
          <p:nvPr/>
        </p:nvSpPr>
        <p:spPr>
          <a:xfrm>
            <a:off x="3233270" y="1272209"/>
            <a:ext cx="4733365" cy="369332"/>
          </a:xfrm>
          <a:prstGeom prst="rect">
            <a:avLst/>
          </a:prstGeom>
          <a:noFill/>
        </p:spPr>
        <p:txBody>
          <a:bodyPr wrap="square" rtlCol="0">
            <a:spAutoFit/>
          </a:bodyPr>
          <a:lstStyle/>
          <a:p>
            <a:r>
              <a:rPr lang="en-US" dirty="0" smtClean="0">
                <a:latin typeface="Times New Roman" panose="02020603050405020304" pitchFamily="18" charset="0"/>
                <a:cs typeface="Times New Roman" panose="02020603050405020304" pitchFamily="18" charset="0"/>
              </a:rPr>
              <a:t>Step response of capacitors to each leg</a:t>
            </a:r>
            <a:endParaRPr lang="sv-SE"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12" name="Rectangle 11">
                <a:extLst>
                  <a:ext uri="{FF2B5EF4-FFF2-40B4-BE49-F238E27FC236}">
                    <a16:creationId xmlns:a16="http://schemas.microsoft.com/office/drawing/2014/main" id="{EA414EB2-1DD8-401E-96DE-5071FE225EAE}"/>
                  </a:ext>
                </a:extLst>
              </p:cNvPr>
              <p:cNvSpPr/>
              <p:nvPr/>
            </p:nvSpPr>
            <p:spPr>
              <a:xfrm>
                <a:off x="2766181" y="4685244"/>
                <a:ext cx="6323398" cy="390748"/>
              </a:xfrm>
              <a:prstGeom prst="rect">
                <a:avLst/>
              </a:prstGeom>
            </p:spPr>
            <p:txBody>
              <a:bodyPr wrap="none">
                <a:spAutoFit/>
              </a:bodyPr>
              <a:lstStyle/>
              <a:p>
                <a14:m>
                  <m:oMath xmlns:m="http://schemas.openxmlformats.org/officeDocument/2006/math">
                    <m:sSub>
                      <m:sSubPr>
                        <m:ctrlPr>
                          <a:rPr lang="tr-TR" b="0" i="1" smtClean="0">
                            <a:latin typeface="Cambria Math" panose="02040503050406030204" pitchFamily="18" charset="0"/>
                          </a:rPr>
                        </m:ctrlPr>
                      </m:sSubPr>
                      <m:e>
                        <m:r>
                          <a:rPr lang="tr-TR" b="0" i="1" smtClean="0">
                            <a:latin typeface="Cambria Math" panose="02040503050406030204" pitchFamily="18" charset="0"/>
                          </a:rPr>
                          <m:t>𝐼</m:t>
                        </m:r>
                      </m:e>
                      <m:sub>
                        <m:r>
                          <a:rPr lang="tr-TR" b="0" i="1" smtClean="0">
                            <a:latin typeface="Cambria Math" panose="02040503050406030204" pitchFamily="18" charset="0"/>
                          </a:rPr>
                          <m:t>𝑐𝑎𝑝𝐴</m:t>
                        </m:r>
                      </m:sub>
                    </m:sSub>
                    <m:r>
                      <a:rPr lang="tr-TR" b="0" i="1" smtClean="0">
                        <a:latin typeface="Cambria Math" panose="02040503050406030204" pitchFamily="18" charset="0"/>
                      </a:rPr>
                      <m:t>= </m:t>
                    </m:r>
                    <m:sSub>
                      <m:sSubPr>
                        <m:ctrlPr>
                          <a:rPr lang="tr-TR" b="0" i="1" smtClean="0">
                            <a:latin typeface="Cambria Math" panose="02040503050406030204" pitchFamily="18" charset="0"/>
                          </a:rPr>
                        </m:ctrlPr>
                      </m:sSubPr>
                      <m:e>
                        <m:r>
                          <a:rPr lang="en-US" b="0" i="1" smtClean="0">
                            <a:latin typeface="Cambria Math" panose="02040503050406030204" pitchFamily="18" charset="0"/>
                          </a:rPr>
                          <m:t>(</m:t>
                        </m:r>
                        <m:sSub>
                          <m:sSubPr>
                            <m:ctrlPr>
                              <a:rPr lang="tr-TR" b="0" i="1" smtClean="0">
                                <a:latin typeface="Cambria Math" panose="02040503050406030204" pitchFamily="18" charset="0"/>
                              </a:rPr>
                            </m:ctrlPr>
                          </m:sSubPr>
                          <m:e>
                            <m:r>
                              <a:rPr lang="tr-TR" b="0" i="1" smtClean="0">
                                <a:latin typeface="Cambria Math" panose="02040503050406030204" pitchFamily="18" charset="0"/>
                              </a:rPr>
                              <m:t>𝑆</m:t>
                            </m:r>
                          </m:e>
                          <m:sub>
                            <m:r>
                              <a:rPr lang="tr-TR" b="0" i="1" smtClean="0">
                                <a:latin typeface="Cambria Math" panose="02040503050406030204" pitchFamily="18" charset="0"/>
                              </a:rPr>
                              <m:t>𝐴</m:t>
                            </m:r>
                          </m:sub>
                        </m:sSub>
                        <m:r>
                          <a:rPr lang="en-US" b="0" i="1" smtClean="0">
                            <a:latin typeface="Cambria Math" panose="02040503050406030204" pitchFamily="18" charset="0"/>
                          </a:rPr>
                          <m:t>∗</m:t>
                        </m:r>
                        <m:sSub>
                          <m:sSubPr>
                            <m:ctrlPr>
                              <a:rPr lang="tr-TR" b="0" i="1" smtClean="0">
                                <a:latin typeface="Cambria Math" panose="02040503050406030204" pitchFamily="18" charset="0"/>
                              </a:rPr>
                            </m:ctrlPr>
                          </m:sSubPr>
                          <m:e>
                            <m:r>
                              <a:rPr lang="tr-TR" b="0" i="1" smtClean="0">
                                <a:latin typeface="Cambria Math" panose="02040503050406030204" pitchFamily="18" charset="0"/>
                              </a:rPr>
                              <m:t>𝐼</m:t>
                            </m:r>
                          </m:e>
                          <m:sub>
                            <m:r>
                              <a:rPr lang="tr-TR" b="0" i="1" smtClean="0">
                                <a:latin typeface="Cambria Math" panose="02040503050406030204" pitchFamily="18" charset="0"/>
                              </a:rPr>
                              <m:t>𝐴</m:t>
                            </m:r>
                          </m:sub>
                        </m:sSub>
                        <m:r>
                          <a:rPr lang="en-US" b="0" i="1" smtClean="0">
                            <a:latin typeface="Cambria Math" panose="02040503050406030204" pitchFamily="18" charset="0"/>
                          </a:rPr>
                          <m:t> )</m:t>
                        </m:r>
                        <m:r>
                          <a:rPr lang="tr-TR" b="0" i="1" smtClean="0">
                            <a:latin typeface="Cambria Math" panose="02040503050406030204" pitchFamily="18" charset="0"/>
                          </a:rPr>
                          <m:t>𝐻</m:t>
                        </m:r>
                      </m:e>
                      <m:sub>
                        <m:r>
                          <a:rPr lang="en-US" b="0" i="1" smtClean="0">
                            <a:latin typeface="Cambria Math" panose="02040503050406030204" pitchFamily="18" charset="0"/>
                          </a:rPr>
                          <m:t>1</m:t>
                        </m:r>
                        <m:r>
                          <a:rPr lang="tr-TR" b="0" i="1" smtClean="0">
                            <a:latin typeface="Cambria Math" panose="02040503050406030204" pitchFamily="18" charset="0"/>
                          </a:rPr>
                          <m:t>𝐴</m:t>
                        </m:r>
                      </m:sub>
                    </m:sSub>
                    <m:d>
                      <m:dPr>
                        <m:ctrlPr>
                          <a:rPr lang="tr-TR" b="0" i="1" smtClean="0">
                            <a:latin typeface="Cambria Math" panose="02040503050406030204" pitchFamily="18" charset="0"/>
                          </a:rPr>
                        </m:ctrlPr>
                      </m:dPr>
                      <m:e>
                        <m:r>
                          <a:rPr lang="tr-TR" b="0" i="1" smtClean="0">
                            <a:latin typeface="Cambria Math" panose="02040503050406030204" pitchFamily="18" charset="0"/>
                          </a:rPr>
                          <m:t>𝜔</m:t>
                        </m:r>
                      </m:e>
                    </m:d>
                    <m:r>
                      <a:rPr lang="tr-TR" b="0" i="0" smtClean="0">
                        <a:latin typeface="Cambria Math" panose="02040503050406030204" pitchFamily="18" charset="0"/>
                      </a:rPr>
                      <m:t>+</m:t>
                    </m:r>
                    <m:sSub>
                      <m:sSubPr>
                        <m:ctrlPr>
                          <a:rPr lang="tr-TR" i="1">
                            <a:latin typeface="Cambria Math" panose="02040503050406030204" pitchFamily="18" charset="0"/>
                          </a:rPr>
                        </m:ctrlPr>
                      </m:sSubPr>
                      <m:e>
                        <m:r>
                          <a:rPr lang="en-US" i="1">
                            <a:latin typeface="Cambria Math" panose="02040503050406030204" pitchFamily="18" charset="0"/>
                          </a:rPr>
                          <m:t>(</m:t>
                        </m:r>
                        <m:sSub>
                          <m:sSubPr>
                            <m:ctrlPr>
                              <a:rPr lang="tr-TR" i="1">
                                <a:latin typeface="Cambria Math" panose="02040503050406030204" pitchFamily="18" charset="0"/>
                              </a:rPr>
                            </m:ctrlPr>
                          </m:sSubPr>
                          <m:e>
                            <m:r>
                              <a:rPr lang="tr-TR" i="1">
                                <a:latin typeface="Cambria Math" panose="02040503050406030204" pitchFamily="18" charset="0"/>
                              </a:rPr>
                              <m:t>𝑆</m:t>
                            </m:r>
                          </m:e>
                          <m:sub>
                            <m:r>
                              <a:rPr lang="en-US" b="0" i="1" smtClean="0">
                                <a:latin typeface="Cambria Math" panose="02040503050406030204" pitchFamily="18" charset="0"/>
                              </a:rPr>
                              <m:t>𝐵</m:t>
                            </m:r>
                          </m:sub>
                        </m:sSub>
                        <m:r>
                          <a:rPr lang="en-US" i="1">
                            <a:latin typeface="Cambria Math" panose="02040503050406030204" pitchFamily="18" charset="0"/>
                          </a:rPr>
                          <m:t>∗</m:t>
                        </m:r>
                        <m:sSub>
                          <m:sSubPr>
                            <m:ctrlPr>
                              <a:rPr lang="tr-TR" i="1">
                                <a:latin typeface="Cambria Math" panose="02040503050406030204" pitchFamily="18" charset="0"/>
                              </a:rPr>
                            </m:ctrlPr>
                          </m:sSubPr>
                          <m:e>
                            <m:r>
                              <a:rPr lang="tr-TR" i="1">
                                <a:latin typeface="Cambria Math" panose="02040503050406030204" pitchFamily="18" charset="0"/>
                              </a:rPr>
                              <m:t>𝐼</m:t>
                            </m:r>
                          </m:e>
                          <m:sub>
                            <m:r>
                              <a:rPr lang="en-US" b="0" i="1" smtClean="0">
                                <a:latin typeface="Cambria Math" panose="02040503050406030204" pitchFamily="18" charset="0"/>
                              </a:rPr>
                              <m:t>𝐵</m:t>
                            </m:r>
                          </m:sub>
                        </m:sSub>
                        <m:r>
                          <a:rPr lang="en-US" i="1">
                            <a:latin typeface="Cambria Math" panose="02040503050406030204" pitchFamily="18" charset="0"/>
                          </a:rPr>
                          <m:t> )</m:t>
                        </m:r>
                        <m:r>
                          <a:rPr lang="tr-TR" i="1">
                            <a:latin typeface="Cambria Math" panose="02040503050406030204" pitchFamily="18" charset="0"/>
                          </a:rPr>
                          <m:t>𝐻</m:t>
                        </m:r>
                      </m:e>
                      <m:sub>
                        <m:r>
                          <a:rPr lang="en-US" i="1">
                            <a:latin typeface="Cambria Math" panose="02040503050406030204" pitchFamily="18" charset="0"/>
                          </a:rPr>
                          <m:t>1</m:t>
                        </m:r>
                        <m:r>
                          <a:rPr lang="en-US" b="0" i="1" smtClean="0">
                            <a:latin typeface="Cambria Math" panose="02040503050406030204" pitchFamily="18" charset="0"/>
                          </a:rPr>
                          <m:t>𝐵</m:t>
                        </m:r>
                      </m:sub>
                    </m:sSub>
                    <m:d>
                      <m:dPr>
                        <m:ctrlPr>
                          <a:rPr lang="tr-TR" i="1">
                            <a:latin typeface="Cambria Math" panose="02040503050406030204" pitchFamily="18" charset="0"/>
                          </a:rPr>
                        </m:ctrlPr>
                      </m:dPr>
                      <m:e>
                        <m:r>
                          <a:rPr lang="tr-TR" i="1">
                            <a:latin typeface="Cambria Math" panose="02040503050406030204" pitchFamily="18" charset="0"/>
                          </a:rPr>
                          <m:t>𝜔</m:t>
                        </m:r>
                      </m:e>
                    </m:d>
                  </m:oMath>
                </a14:m>
                <a:r>
                  <a:rPr lang="en-US" dirty="0" smtClean="0"/>
                  <a:t>+</a:t>
                </a:r>
                <a14:m>
                  <m:oMath xmlns:m="http://schemas.openxmlformats.org/officeDocument/2006/math">
                    <m:sSub>
                      <m:sSubPr>
                        <m:ctrlPr>
                          <a:rPr lang="tr-TR" i="1">
                            <a:latin typeface="Cambria Math" panose="02040503050406030204" pitchFamily="18" charset="0"/>
                          </a:rPr>
                        </m:ctrlPr>
                      </m:sSubPr>
                      <m:e>
                        <m:r>
                          <a:rPr lang="en-US" i="1">
                            <a:latin typeface="Cambria Math" panose="02040503050406030204" pitchFamily="18" charset="0"/>
                          </a:rPr>
                          <m:t>(</m:t>
                        </m:r>
                        <m:sSub>
                          <m:sSubPr>
                            <m:ctrlPr>
                              <a:rPr lang="tr-TR" i="1">
                                <a:latin typeface="Cambria Math" panose="02040503050406030204" pitchFamily="18" charset="0"/>
                              </a:rPr>
                            </m:ctrlPr>
                          </m:sSubPr>
                          <m:e>
                            <m:r>
                              <a:rPr lang="tr-TR" i="1">
                                <a:latin typeface="Cambria Math" panose="02040503050406030204" pitchFamily="18" charset="0"/>
                              </a:rPr>
                              <m:t>𝑆</m:t>
                            </m:r>
                          </m:e>
                          <m:sub>
                            <m:r>
                              <a:rPr lang="en-US" b="0" i="1" smtClean="0">
                                <a:latin typeface="Cambria Math" panose="02040503050406030204" pitchFamily="18" charset="0"/>
                              </a:rPr>
                              <m:t>𝐶</m:t>
                            </m:r>
                          </m:sub>
                        </m:sSub>
                        <m:r>
                          <a:rPr lang="en-US" i="1">
                            <a:latin typeface="Cambria Math" panose="02040503050406030204" pitchFamily="18" charset="0"/>
                          </a:rPr>
                          <m:t>∗</m:t>
                        </m:r>
                        <m:sSub>
                          <m:sSubPr>
                            <m:ctrlPr>
                              <a:rPr lang="tr-TR" i="1">
                                <a:latin typeface="Cambria Math" panose="02040503050406030204" pitchFamily="18" charset="0"/>
                              </a:rPr>
                            </m:ctrlPr>
                          </m:sSubPr>
                          <m:e>
                            <m:r>
                              <a:rPr lang="tr-TR" i="1">
                                <a:latin typeface="Cambria Math" panose="02040503050406030204" pitchFamily="18" charset="0"/>
                              </a:rPr>
                              <m:t>𝐼</m:t>
                            </m:r>
                          </m:e>
                          <m:sub>
                            <m:r>
                              <a:rPr lang="en-US" b="0" i="1" smtClean="0">
                                <a:latin typeface="Cambria Math" panose="02040503050406030204" pitchFamily="18" charset="0"/>
                              </a:rPr>
                              <m:t>𝐶</m:t>
                            </m:r>
                          </m:sub>
                        </m:sSub>
                        <m:r>
                          <a:rPr lang="en-US" i="1">
                            <a:latin typeface="Cambria Math" panose="02040503050406030204" pitchFamily="18" charset="0"/>
                          </a:rPr>
                          <m:t> )</m:t>
                        </m:r>
                        <m:r>
                          <a:rPr lang="tr-TR" i="1">
                            <a:latin typeface="Cambria Math" panose="02040503050406030204" pitchFamily="18" charset="0"/>
                          </a:rPr>
                          <m:t>𝐻</m:t>
                        </m:r>
                      </m:e>
                      <m:sub>
                        <m:r>
                          <a:rPr lang="en-US" i="1">
                            <a:latin typeface="Cambria Math" panose="02040503050406030204" pitchFamily="18" charset="0"/>
                          </a:rPr>
                          <m:t>1</m:t>
                        </m:r>
                        <m:r>
                          <a:rPr lang="en-US" b="0" i="1" smtClean="0">
                            <a:latin typeface="Cambria Math" panose="02040503050406030204" pitchFamily="18" charset="0"/>
                          </a:rPr>
                          <m:t>𝐶</m:t>
                        </m:r>
                      </m:sub>
                    </m:sSub>
                    <m:d>
                      <m:dPr>
                        <m:ctrlPr>
                          <a:rPr lang="tr-TR" i="1">
                            <a:latin typeface="Cambria Math" panose="02040503050406030204" pitchFamily="18" charset="0"/>
                          </a:rPr>
                        </m:ctrlPr>
                      </m:dPr>
                      <m:e>
                        <m:r>
                          <a:rPr lang="tr-TR" i="1">
                            <a:latin typeface="Cambria Math" panose="02040503050406030204" pitchFamily="18" charset="0"/>
                          </a:rPr>
                          <m:t>𝜔</m:t>
                        </m:r>
                      </m:e>
                    </m:d>
                  </m:oMath>
                </a14:m>
                <a:endParaRPr lang="en-US" dirty="0"/>
              </a:p>
            </p:txBody>
          </p:sp>
        </mc:Choice>
        <mc:Fallback xmlns="">
          <p:sp>
            <p:nvSpPr>
              <p:cNvPr id="12" name="Rectangle 11">
                <a:extLst>
                  <a:ext uri="{FF2B5EF4-FFF2-40B4-BE49-F238E27FC236}">
                    <a16:creationId xmlns:a16="http://schemas.microsoft.com/office/drawing/2014/main" id="{EA414EB2-1DD8-401E-96DE-5071FE225EAE}"/>
                  </a:ext>
                </a:extLst>
              </p:cNvPr>
              <p:cNvSpPr>
                <a:spLocks noRot="1" noChangeAspect="1" noMove="1" noResize="1" noEditPoints="1" noAdjustHandles="1" noChangeArrowheads="1" noChangeShapeType="1" noTextEdit="1"/>
              </p:cNvSpPr>
              <p:nvPr/>
            </p:nvSpPr>
            <p:spPr>
              <a:xfrm>
                <a:off x="2766181" y="4685244"/>
                <a:ext cx="6323398" cy="390748"/>
              </a:xfrm>
              <a:prstGeom prst="rect">
                <a:avLst/>
              </a:prstGeom>
              <a:blipFill>
                <a:blip r:embed="rId3"/>
                <a:stretch>
                  <a:fillRect t="-9375" b="-18750"/>
                </a:stretch>
              </a:blipFill>
            </p:spPr>
            <p:txBody>
              <a:bodyPr/>
              <a:lstStyle/>
              <a:p>
                <a:r>
                  <a:rPr lang="sv-SE">
                    <a:noFill/>
                  </a:rPr>
                  <a:t> </a:t>
                </a:r>
              </a:p>
            </p:txBody>
          </p:sp>
        </mc:Fallback>
      </mc:AlternateContent>
    </p:spTree>
    <p:extLst>
      <p:ext uri="{BB962C8B-B14F-4D97-AF65-F5344CB8AC3E}">
        <p14:creationId xmlns:p14="http://schemas.microsoft.com/office/powerpoint/2010/main" val="77116434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72216" y="252950"/>
            <a:ext cx="10990263" cy="568412"/>
          </a:xfrm>
        </p:spPr>
        <p:txBody>
          <a:bodyPr/>
          <a:lstStyle/>
          <a:p>
            <a:r>
              <a:rPr lang="en-US" dirty="0" err="1" smtClean="0">
                <a:latin typeface="Times New Roman" panose="02020603050405020304" pitchFamily="18" charset="0"/>
                <a:cs typeface="Times New Roman" panose="02020603050405020304" pitchFamily="18" charset="0"/>
              </a:rPr>
              <a:t>Busbar</a:t>
            </a:r>
            <a:r>
              <a:rPr lang="en-US" dirty="0" smtClean="0">
                <a:latin typeface="Times New Roman" panose="02020603050405020304" pitchFamily="18" charset="0"/>
                <a:cs typeface="Times New Roman" panose="02020603050405020304" pitchFamily="18" charset="0"/>
              </a:rPr>
              <a:t> Geometry </a:t>
            </a:r>
            <a:r>
              <a:rPr lang="en-US" dirty="0" smtClean="0">
                <a:latin typeface="Times New Roman" panose="02020603050405020304" pitchFamily="18" charset="0"/>
                <a:cs typeface="Times New Roman" panose="02020603050405020304" pitchFamily="18" charset="0"/>
              </a:rPr>
              <a:t>62mm Power Module</a:t>
            </a:r>
            <a:endParaRPr lang="sv-SE" dirty="0">
              <a:latin typeface="Times New Roman" panose="02020603050405020304" pitchFamily="18" charset="0"/>
              <a:cs typeface="Times New Roman" panose="02020603050405020304" pitchFamily="18" charset="0"/>
            </a:endParaRPr>
          </a:p>
        </p:txBody>
      </p:sp>
      <p:pic>
        <p:nvPicPr>
          <p:cNvPr id="5" name="Picture 4"/>
          <p:cNvPicPr>
            <a:picLocks noChangeAspect="1"/>
          </p:cNvPicPr>
          <p:nvPr/>
        </p:nvPicPr>
        <p:blipFill>
          <a:blip r:embed="rId2"/>
          <a:stretch>
            <a:fillRect/>
          </a:stretch>
        </p:blipFill>
        <p:spPr>
          <a:xfrm>
            <a:off x="620993" y="1296894"/>
            <a:ext cx="4022495" cy="4678176"/>
          </a:xfrm>
          <a:prstGeom prst="rect">
            <a:avLst/>
          </a:prstGeom>
        </p:spPr>
      </p:pic>
      <p:sp>
        <p:nvSpPr>
          <p:cNvPr id="6" name="Rectangle 5"/>
          <p:cNvSpPr/>
          <p:nvPr/>
        </p:nvSpPr>
        <p:spPr>
          <a:xfrm>
            <a:off x="1326776" y="1751106"/>
            <a:ext cx="1093696" cy="914400"/>
          </a:xfrm>
          <a:prstGeom prst="rect">
            <a:avLst/>
          </a:prstGeom>
          <a:noFill/>
          <a:ln w="28575">
            <a:solidFill>
              <a:srgbClr val="4DA0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9" name="Rectangle 8"/>
          <p:cNvSpPr/>
          <p:nvPr/>
        </p:nvSpPr>
        <p:spPr>
          <a:xfrm>
            <a:off x="2823882" y="1795929"/>
            <a:ext cx="1093696" cy="914400"/>
          </a:xfrm>
          <a:prstGeom prst="rect">
            <a:avLst/>
          </a:prstGeom>
          <a:noFill/>
          <a:ln w="28575">
            <a:solidFill>
              <a:srgbClr val="4DA0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 name="Rectangle 10"/>
          <p:cNvSpPr/>
          <p:nvPr/>
        </p:nvSpPr>
        <p:spPr>
          <a:xfrm>
            <a:off x="1326776" y="3178782"/>
            <a:ext cx="1093696" cy="914400"/>
          </a:xfrm>
          <a:prstGeom prst="rect">
            <a:avLst/>
          </a:prstGeom>
          <a:noFill/>
          <a:ln w="28575">
            <a:solidFill>
              <a:srgbClr val="4DA0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3" name="Rectangle 12"/>
          <p:cNvSpPr/>
          <p:nvPr/>
        </p:nvSpPr>
        <p:spPr>
          <a:xfrm>
            <a:off x="2823882" y="3178782"/>
            <a:ext cx="1093696" cy="914400"/>
          </a:xfrm>
          <a:prstGeom prst="rect">
            <a:avLst/>
          </a:prstGeom>
          <a:noFill/>
          <a:ln w="28575">
            <a:solidFill>
              <a:srgbClr val="4DA0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4" name="Rectangle 13"/>
          <p:cNvSpPr/>
          <p:nvPr/>
        </p:nvSpPr>
        <p:spPr>
          <a:xfrm>
            <a:off x="3236819" y="4939553"/>
            <a:ext cx="886946" cy="914400"/>
          </a:xfrm>
          <a:prstGeom prst="rect">
            <a:avLst/>
          </a:prstGeom>
          <a:noFill/>
          <a:ln w="28575">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5" name="Rectangle 14"/>
          <p:cNvSpPr/>
          <p:nvPr/>
        </p:nvSpPr>
        <p:spPr>
          <a:xfrm>
            <a:off x="2188767" y="4939553"/>
            <a:ext cx="886946" cy="914400"/>
          </a:xfrm>
          <a:prstGeom prst="rect">
            <a:avLst/>
          </a:prstGeom>
          <a:noFill/>
          <a:ln w="28575">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6" name="Rectangle 15"/>
          <p:cNvSpPr/>
          <p:nvPr/>
        </p:nvSpPr>
        <p:spPr>
          <a:xfrm>
            <a:off x="1140715" y="4939553"/>
            <a:ext cx="886946" cy="914400"/>
          </a:xfrm>
          <a:prstGeom prst="rect">
            <a:avLst/>
          </a:prstGeom>
          <a:noFill/>
          <a:ln w="28575">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7" name="Rectangle 16"/>
          <p:cNvSpPr/>
          <p:nvPr/>
        </p:nvSpPr>
        <p:spPr>
          <a:xfrm>
            <a:off x="4736796" y="2881167"/>
            <a:ext cx="304470" cy="295835"/>
          </a:xfrm>
          <a:prstGeom prst="rect">
            <a:avLst/>
          </a:prstGeom>
          <a:noFill/>
          <a:ln w="28575">
            <a:solidFill>
              <a:srgbClr val="4DA0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8" name="Rectangle 17"/>
          <p:cNvSpPr/>
          <p:nvPr/>
        </p:nvSpPr>
        <p:spPr>
          <a:xfrm>
            <a:off x="4736796" y="3371238"/>
            <a:ext cx="292286" cy="262965"/>
          </a:xfrm>
          <a:prstGeom prst="rect">
            <a:avLst/>
          </a:prstGeom>
          <a:noFill/>
          <a:ln w="28575">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7" name="TextBox 6"/>
          <p:cNvSpPr txBox="1"/>
          <p:nvPr/>
        </p:nvSpPr>
        <p:spPr>
          <a:xfrm>
            <a:off x="5214584" y="2809450"/>
            <a:ext cx="1679388" cy="369332"/>
          </a:xfrm>
          <a:prstGeom prst="rect">
            <a:avLst/>
          </a:prstGeom>
          <a:noFill/>
        </p:spPr>
        <p:txBody>
          <a:bodyPr wrap="square" rtlCol="0">
            <a:spAutoFit/>
          </a:bodyPr>
          <a:lstStyle/>
          <a:p>
            <a:r>
              <a:rPr lang="en-US" dirty="0" smtClean="0"/>
              <a:t>Capacitor</a:t>
            </a:r>
            <a:endParaRPr lang="sv-SE" dirty="0"/>
          </a:p>
        </p:txBody>
      </p:sp>
      <p:sp>
        <p:nvSpPr>
          <p:cNvPr id="19" name="TextBox 18"/>
          <p:cNvSpPr txBox="1"/>
          <p:nvPr/>
        </p:nvSpPr>
        <p:spPr>
          <a:xfrm>
            <a:off x="5204454" y="3309694"/>
            <a:ext cx="2058895" cy="369332"/>
          </a:xfrm>
          <a:prstGeom prst="rect">
            <a:avLst/>
          </a:prstGeom>
          <a:noFill/>
        </p:spPr>
        <p:txBody>
          <a:bodyPr wrap="square" rtlCol="0">
            <a:spAutoFit/>
          </a:bodyPr>
          <a:lstStyle/>
          <a:p>
            <a:r>
              <a:rPr lang="en-US" dirty="0" smtClean="0"/>
              <a:t>Power Modules</a:t>
            </a:r>
            <a:endParaRPr lang="sv-SE" dirty="0"/>
          </a:p>
        </p:txBody>
      </p:sp>
      <p:sp>
        <p:nvSpPr>
          <p:cNvPr id="8" name="Oval 7"/>
          <p:cNvSpPr/>
          <p:nvPr/>
        </p:nvSpPr>
        <p:spPr>
          <a:xfrm>
            <a:off x="4736796" y="3897168"/>
            <a:ext cx="214823" cy="191247"/>
          </a:xfrm>
          <a:prstGeom prst="ellipse">
            <a:avLst/>
          </a:prstGeom>
          <a:solidFill>
            <a:srgbClr val="0029ED"/>
          </a:solidFill>
          <a:ln>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0" name="TextBox 19"/>
          <p:cNvSpPr txBox="1"/>
          <p:nvPr/>
        </p:nvSpPr>
        <p:spPr>
          <a:xfrm>
            <a:off x="5183537" y="3808125"/>
            <a:ext cx="2058895" cy="369332"/>
          </a:xfrm>
          <a:prstGeom prst="rect">
            <a:avLst/>
          </a:prstGeom>
          <a:noFill/>
        </p:spPr>
        <p:txBody>
          <a:bodyPr wrap="square" rtlCol="0">
            <a:spAutoFit/>
          </a:bodyPr>
          <a:lstStyle/>
          <a:p>
            <a:r>
              <a:rPr lang="en-US" dirty="0" smtClean="0"/>
              <a:t>DC- Nodes</a:t>
            </a:r>
            <a:endParaRPr lang="sv-SE" dirty="0"/>
          </a:p>
        </p:txBody>
      </p:sp>
      <p:sp>
        <p:nvSpPr>
          <p:cNvPr id="21" name="Oval 20"/>
          <p:cNvSpPr/>
          <p:nvPr/>
        </p:nvSpPr>
        <p:spPr>
          <a:xfrm>
            <a:off x="4736795" y="4279363"/>
            <a:ext cx="214823" cy="191247"/>
          </a:xfrm>
          <a:prstGeom prst="ellipse">
            <a:avLst/>
          </a:prstGeom>
          <a:solidFill>
            <a:srgbClr val="FF0000"/>
          </a:solidFill>
          <a:ln>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3" name="TextBox 22"/>
          <p:cNvSpPr txBox="1"/>
          <p:nvPr/>
        </p:nvSpPr>
        <p:spPr>
          <a:xfrm>
            <a:off x="5183536" y="4210126"/>
            <a:ext cx="2058895" cy="369332"/>
          </a:xfrm>
          <a:prstGeom prst="rect">
            <a:avLst/>
          </a:prstGeom>
          <a:noFill/>
        </p:spPr>
        <p:txBody>
          <a:bodyPr wrap="square" rtlCol="0">
            <a:spAutoFit/>
          </a:bodyPr>
          <a:lstStyle/>
          <a:p>
            <a:r>
              <a:rPr lang="en-US" dirty="0" smtClean="0"/>
              <a:t>DC+ Nodes</a:t>
            </a:r>
            <a:endParaRPr lang="sv-SE" dirty="0"/>
          </a:p>
        </p:txBody>
      </p:sp>
      <p:sp>
        <p:nvSpPr>
          <p:cNvPr id="22" name="TextBox 21"/>
          <p:cNvSpPr txBox="1"/>
          <p:nvPr/>
        </p:nvSpPr>
        <p:spPr>
          <a:xfrm>
            <a:off x="3139472" y="3474736"/>
            <a:ext cx="483622" cy="369332"/>
          </a:xfrm>
          <a:prstGeom prst="rect">
            <a:avLst/>
          </a:prstGeom>
          <a:noFill/>
        </p:spPr>
        <p:txBody>
          <a:bodyPr wrap="square" rtlCol="0">
            <a:spAutoFit/>
          </a:bodyPr>
          <a:lstStyle/>
          <a:p>
            <a:r>
              <a:rPr lang="sv-SE" dirty="0" smtClean="0"/>
              <a:t>C1</a:t>
            </a:r>
            <a:endParaRPr lang="sv-SE" dirty="0"/>
          </a:p>
        </p:txBody>
      </p:sp>
      <p:sp>
        <p:nvSpPr>
          <p:cNvPr id="24" name="TextBox 23"/>
          <p:cNvSpPr txBox="1"/>
          <p:nvPr/>
        </p:nvSpPr>
        <p:spPr>
          <a:xfrm>
            <a:off x="1647273" y="3474736"/>
            <a:ext cx="483622" cy="369332"/>
          </a:xfrm>
          <a:prstGeom prst="rect">
            <a:avLst/>
          </a:prstGeom>
          <a:noFill/>
        </p:spPr>
        <p:txBody>
          <a:bodyPr wrap="square" rtlCol="0">
            <a:spAutoFit/>
          </a:bodyPr>
          <a:lstStyle/>
          <a:p>
            <a:r>
              <a:rPr lang="sv-SE" dirty="0" smtClean="0"/>
              <a:t>C2</a:t>
            </a:r>
            <a:endParaRPr lang="sv-SE" dirty="0"/>
          </a:p>
        </p:txBody>
      </p:sp>
      <p:sp>
        <p:nvSpPr>
          <p:cNvPr id="25" name="TextBox 24"/>
          <p:cNvSpPr txBox="1"/>
          <p:nvPr/>
        </p:nvSpPr>
        <p:spPr>
          <a:xfrm>
            <a:off x="1631813" y="1996364"/>
            <a:ext cx="483622" cy="369332"/>
          </a:xfrm>
          <a:prstGeom prst="rect">
            <a:avLst/>
          </a:prstGeom>
          <a:noFill/>
        </p:spPr>
        <p:txBody>
          <a:bodyPr wrap="square" rtlCol="0">
            <a:spAutoFit/>
          </a:bodyPr>
          <a:lstStyle/>
          <a:p>
            <a:r>
              <a:rPr lang="sv-SE" dirty="0" smtClean="0"/>
              <a:t>C3</a:t>
            </a:r>
            <a:endParaRPr lang="sv-SE" dirty="0"/>
          </a:p>
        </p:txBody>
      </p:sp>
      <p:sp>
        <p:nvSpPr>
          <p:cNvPr id="26" name="TextBox 25"/>
          <p:cNvSpPr txBox="1"/>
          <p:nvPr/>
        </p:nvSpPr>
        <p:spPr>
          <a:xfrm>
            <a:off x="3115132" y="1996364"/>
            <a:ext cx="507962" cy="369332"/>
          </a:xfrm>
          <a:prstGeom prst="rect">
            <a:avLst/>
          </a:prstGeom>
          <a:noFill/>
        </p:spPr>
        <p:txBody>
          <a:bodyPr wrap="square" rtlCol="0">
            <a:spAutoFit/>
          </a:bodyPr>
          <a:lstStyle/>
          <a:p>
            <a:r>
              <a:rPr lang="sv-SE" dirty="0" smtClean="0"/>
              <a:t>C4</a:t>
            </a:r>
            <a:endParaRPr lang="sv-SE" dirty="0"/>
          </a:p>
        </p:txBody>
      </p:sp>
    </p:spTree>
    <p:extLst>
      <p:ext uri="{BB962C8B-B14F-4D97-AF65-F5344CB8AC3E}">
        <p14:creationId xmlns:p14="http://schemas.microsoft.com/office/powerpoint/2010/main" val="336578370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72216" y="252950"/>
            <a:ext cx="10990263" cy="568412"/>
          </a:xfrm>
        </p:spPr>
        <p:txBody>
          <a:bodyPr/>
          <a:lstStyle/>
          <a:p>
            <a:r>
              <a:rPr lang="en-US" dirty="0" smtClean="0">
                <a:latin typeface="Times New Roman" panose="02020603050405020304" pitchFamily="18" charset="0"/>
                <a:cs typeface="Times New Roman" panose="02020603050405020304" pitchFamily="18" charset="0"/>
              </a:rPr>
              <a:t>Lumped Circuit Representation</a:t>
            </a:r>
            <a:endParaRPr lang="sv-SE" dirty="0">
              <a:latin typeface="Times New Roman" panose="02020603050405020304" pitchFamily="18" charset="0"/>
              <a:cs typeface="Times New Roman" panose="02020603050405020304" pitchFamily="18" charset="0"/>
            </a:endParaRPr>
          </a:p>
        </p:txBody>
      </p:sp>
      <p:pic>
        <p:nvPicPr>
          <p:cNvPr id="3" name="Picture 2"/>
          <p:cNvPicPr>
            <a:picLocks noChangeAspect="1"/>
          </p:cNvPicPr>
          <p:nvPr/>
        </p:nvPicPr>
        <p:blipFill>
          <a:blip r:embed="rId2"/>
          <a:stretch>
            <a:fillRect/>
          </a:stretch>
        </p:blipFill>
        <p:spPr>
          <a:xfrm>
            <a:off x="1563687" y="881026"/>
            <a:ext cx="8177213" cy="3660811"/>
          </a:xfrm>
          <a:prstGeom prst="rect">
            <a:avLst/>
          </a:prstGeom>
        </p:spPr>
      </p:pic>
      <p:sp>
        <p:nvSpPr>
          <p:cNvPr id="4" name="TextBox 3"/>
          <p:cNvSpPr txBox="1"/>
          <p:nvPr/>
        </p:nvSpPr>
        <p:spPr>
          <a:xfrm>
            <a:off x="1072216" y="4541837"/>
            <a:ext cx="9290050" cy="1754326"/>
          </a:xfrm>
          <a:prstGeom prst="rect">
            <a:avLst/>
          </a:prstGeom>
          <a:noFill/>
        </p:spPr>
        <p:txBody>
          <a:bodyPr wrap="square" rtlCol="0">
            <a:spAutoFit/>
          </a:bodyPr>
          <a:lstStyle/>
          <a:p>
            <a:pPr marL="285750" indent="-285750">
              <a:buFont typeface="Arial" panose="020B0604020202020204" pitchFamily="34" charset="0"/>
              <a:buChar char="•"/>
            </a:pPr>
            <a:r>
              <a:rPr lang="en-US" dirty="0" smtClean="0">
                <a:latin typeface="Times New Roman" panose="02020603050405020304" pitchFamily="18" charset="0"/>
                <a:cs typeface="Times New Roman" panose="02020603050405020304" pitchFamily="18" charset="0"/>
              </a:rPr>
              <a:t>20 inductance values (and mutual inductances between them) are required to model.</a:t>
            </a:r>
          </a:p>
          <a:p>
            <a:pPr marL="285750" indent="-285750">
              <a:buFont typeface="Arial" panose="020B0604020202020204" pitchFamily="34" charset="0"/>
              <a:buChar char="•"/>
            </a:pPr>
            <a:endParaRPr lang="en-US" dirty="0" smtClean="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Q3D Extractor can give the equivalent impedance between nodes, but a post-process to achieve individual inductances is required</a:t>
            </a:r>
            <a:r>
              <a:rPr lang="en-US" dirty="0" smtClean="0">
                <a:latin typeface="Times New Roman" panose="02020603050405020304" pitchFamily="18" charset="0"/>
                <a:cs typeface="Times New Roman" panose="02020603050405020304" pitchFamily="18" charset="0"/>
              </a:rPr>
              <a:t>.</a:t>
            </a:r>
          </a:p>
          <a:p>
            <a:pPr marL="285750" indent="-285750">
              <a:buFont typeface="Arial" panose="020B0604020202020204" pitchFamily="34" charset="0"/>
              <a:buChar char="•"/>
            </a:pPr>
            <a:endParaRPr lang="en-US" dirty="0" smtClean="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dirty="0" smtClean="0">
                <a:latin typeface="Times New Roman" panose="02020603050405020304" pitchFamily="18" charset="0"/>
                <a:cs typeface="Times New Roman" panose="02020603050405020304" pitchFamily="18" charset="0"/>
              </a:rPr>
              <a:t>A simplified model is required. </a:t>
            </a:r>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89056557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72216" y="252950"/>
            <a:ext cx="10990263" cy="568412"/>
          </a:xfrm>
        </p:spPr>
        <p:txBody>
          <a:bodyPr/>
          <a:lstStyle/>
          <a:p>
            <a:r>
              <a:rPr lang="en-US" dirty="0" smtClean="0">
                <a:latin typeface="Times New Roman" panose="02020603050405020304" pitchFamily="18" charset="0"/>
                <a:cs typeface="Times New Roman" panose="02020603050405020304" pitchFamily="18" charset="0"/>
              </a:rPr>
              <a:t>Simplified Lumped Circuit Representation</a:t>
            </a:r>
            <a:endParaRPr lang="sv-SE" dirty="0">
              <a:latin typeface="Times New Roman" panose="02020603050405020304" pitchFamily="18" charset="0"/>
              <a:cs typeface="Times New Roman" panose="02020603050405020304" pitchFamily="18" charset="0"/>
            </a:endParaRPr>
          </a:p>
        </p:txBody>
      </p:sp>
      <p:pic>
        <p:nvPicPr>
          <p:cNvPr id="5" name="Picture 4"/>
          <p:cNvPicPr>
            <a:picLocks noChangeAspect="1"/>
          </p:cNvPicPr>
          <p:nvPr/>
        </p:nvPicPr>
        <p:blipFill>
          <a:blip r:embed="rId2"/>
          <a:stretch>
            <a:fillRect/>
          </a:stretch>
        </p:blipFill>
        <p:spPr>
          <a:xfrm>
            <a:off x="5046898" y="1434135"/>
            <a:ext cx="6524625" cy="2032472"/>
          </a:xfrm>
          <a:prstGeom prst="rect">
            <a:avLst/>
          </a:prstGeom>
        </p:spPr>
      </p:pic>
      <p:pic>
        <p:nvPicPr>
          <p:cNvPr id="6" name="Picture 5"/>
          <p:cNvPicPr>
            <a:picLocks noChangeAspect="1"/>
          </p:cNvPicPr>
          <p:nvPr/>
        </p:nvPicPr>
        <p:blipFill>
          <a:blip r:embed="rId3"/>
          <a:stretch>
            <a:fillRect/>
          </a:stretch>
        </p:blipFill>
        <p:spPr>
          <a:xfrm>
            <a:off x="620993" y="1296894"/>
            <a:ext cx="4022495" cy="4678176"/>
          </a:xfrm>
          <a:prstGeom prst="rect">
            <a:avLst/>
          </a:prstGeom>
        </p:spPr>
      </p:pic>
      <p:sp>
        <p:nvSpPr>
          <p:cNvPr id="7" name="Rectangle 6"/>
          <p:cNvSpPr/>
          <p:nvPr/>
        </p:nvSpPr>
        <p:spPr>
          <a:xfrm>
            <a:off x="1326776" y="1751106"/>
            <a:ext cx="1093696" cy="914400"/>
          </a:xfrm>
          <a:prstGeom prst="rect">
            <a:avLst/>
          </a:prstGeom>
          <a:noFill/>
          <a:ln w="28575">
            <a:solidFill>
              <a:srgbClr val="4DA0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8" name="Rectangle 7"/>
          <p:cNvSpPr/>
          <p:nvPr/>
        </p:nvSpPr>
        <p:spPr>
          <a:xfrm>
            <a:off x="2823882" y="1795929"/>
            <a:ext cx="1093696" cy="914400"/>
          </a:xfrm>
          <a:prstGeom prst="rect">
            <a:avLst/>
          </a:prstGeom>
          <a:noFill/>
          <a:ln w="28575">
            <a:solidFill>
              <a:srgbClr val="4DA0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9" name="Rectangle 8"/>
          <p:cNvSpPr/>
          <p:nvPr/>
        </p:nvSpPr>
        <p:spPr>
          <a:xfrm>
            <a:off x="1326776" y="3178782"/>
            <a:ext cx="1093696" cy="914400"/>
          </a:xfrm>
          <a:prstGeom prst="rect">
            <a:avLst/>
          </a:prstGeom>
          <a:noFill/>
          <a:ln w="28575">
            <a:solidFill>
              <a:srgbClr val="4DA0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 name="Rectangle 9"/>
          <p:cNvSpPr/>
          <p:nvPr/>
        </p:nvSpPr>
        <p:spPr>
          <a:xfrm>
            <a:off x="2823882" y="3178782"/>
            <a:ext cx="1093696" cy="914400"/>
          </a:xfrm>
          <a:prstGeom prst="rect">
            <a:avLst/>
          </a:prstGeom>
          <a:noFill/>
          <a:ln w="28575">
            <a:solidFill>
              <a:srgbClr val="4DA0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 name="Rectangle 10"/>
          <p:cNvSpPr/>
          <p:nvPr/>
        </p:nvSpPr>
        <p:spPr>
          <a:xfrm>
            <a:off x="3236819" y="4939553"/>
            <a:ext cx="886946" cy="914400"/>
          </a:xfrm>
          <a:prstGeom prst="rect">
            <a:avLst/>
          </a:prstGeom>
          <a:noFill/>
          <a:ln w="28575">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2" name="Rectangle 11"/>
          <p:cNvSpPr/>
          <p:nvPr/>
        </p:nvSpPr>
        <p:spPr>
          <a:xfrm>
            <a:off x="2188767" y="4939553"/>
            <a:ext cx="886946" cy="914400"/>
          </a:xfrm>
          <a:prstGeom prst="rect">
            <a:avLst/>
          </a:prstGeom>
          <a:noFill/>
          <a:ln w="28575">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3" name="Rectangle 12"/>
          <p:cNvSpPr/>
          <p:nvPr/>
        </p:nvSpPr>
        <p:spPr>
          <a:xfrm>
            <a:off x="1140715" y="4939553"/>
            <a:ext cx="886946" cy="914400"/>
          </a:xfrm>
          <a:prstGeom prst="rect">
            <a:avLst/>
          </a:prstGeom>
          <a:noFill/>
          <a:ln w="28575">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4" name="TextBox 13"/>
          <p:cNvSpPr txBox="1"/>
          <p:nvPr/>
        </p:nvSpPr>
        <p:spPr>
          <a:xfrm>
            <a:off x="3900424" y="3281941"/>
            <a:ext cx="901700" cy="369332"/>
          </a:xfrm>
          <a:prstGeom prst="rect">
            <a:avLst/>
          </a:prstGeom>
          <a:noFill/>
        </p:spPr>
        <p:txBody>
          <a:bodyPr wrap="square" rtlCol="0">
            <a:spAutoFit/>
          </a:bodyPr>
          <a:lstStyle/>
          <a:p>
            <a:r>
              <a:rPr lang="en-US" dirty="0" smtClean="0">
                <a:solidFill>
                  <a:srgbClr val="4DA060"/>
                </a:solidFill>
              </a:rPr>
              <a:t>C1</a:t>
            </a:r>
            <a:endParaRPr lang="sv-SE" dirty="0">
              <a:solidFill>
                <a:srgbClr val="4DA060"/>
              </a:solidFill>
            </a:endParaRPr>
          </a:p>
        </p:txBody>
      </p:sp>
      <p:sp>
        <p:nvSpPr>
          <p:cNvPr id="15" name="TextBox 14"/>
          <p:cNvSpPr txBox="1"/>
          <p:nvPr/>
        </p:nvSpPr>
        <p:spPr>
          <a:xfrm>
            <a:off x="890135" y="3306848"/>
            <a:ext cx="901700" cy="369332"/>
          </a:xfrm>
          <a:prstGeom prst="rect">
            <a:avLst/>
          </a:prstGeom>
          <a:noFill/>
        </p:spPr>
        <p:txBody>
          <a:bodyPr wrap="square" rtlCol="0">
            <a:spAutoFit/>
          </a:bodyPr>
          <a:lstStyle/>
          <a:p>
            <a:r>
              <a:rPr lang="en-US" dirty="0" smtClean="0">
                <a:solidFill>
                  <a:srgbClr val="4DA060"/>
                </a:solidFill>
              </a:rPr>
              <a:t>C2</a:t>
            </a:r>
            <a:endParaRPr lang="sv-SE" dirty="0">
              <a:solidFill>
                <a:srgbClr val="4DA060"/>
              </a:solidFill>
            </a:endParaRPr>
          </a:p>
        </p:txBody>
      </p:sp>
      <p:sp>
        <p:nvSpPr>
          <p:cNvPr id="16" name="TextBox 15"/>
          <p:cNvSpPr txBox="1"/>
          <p:nvPr/>
        </p:nvSpPr>
        <p:spPr>
          <a:xfrm>
            <a:off x="3957202" y="2023640"/>
            <a:ext cx="901700" cy="369332"/>
          </a:xfrm>
          <a:prstGeom prst="rect">
            <a:avLst/>
          </a:prstGeom>
          <a:noFill/>
        </p:spPr>
        <p:txBody>
          <a:bodyPr wrap="square" rtlCol="0">
            <a:spAutoFit/>
          </a:bodyPr>
          <a:lstStyle/>
          <a:p>
            <a:r>
              <a:rPr lang="en-US" dirty="0" smtClean="0">
                <a:solidFill>
                  <a:srgbClr val="4DA060"/>
                </a:solidFill>
              </a:rPr>
              <a:t>C4</a:t>
            </a:r>
            <a:endParaRPr lang="sv-SE" dirty="0">
              <a:solidFill>
                <a:srgbClr val="4DA060"/>
              </a:solidFill>
            </a:endParaRPr>
          </a:p>
        </p:txBody>
      </p:sp>
      <p:sp>
        <p:nvSpPr>
          <p:cNvPr id="17" name="TextBox 16"/>
          <p:cNvSpPr txBox="1"/>
          <p:nvPr/>
        </p:nvSpPr>
        <p:spPr>
          <a:xfrm>
            <a:off x="875926" y="1993098"/>
            <a:ext cx="901700" cy="369332"/>
          </a:xfrm>
          <a:prstGeom prst="rect">
            <a:avLst/>
          </a:prstGeom>
          <a:noFill/>
        </p:spPr>
        <p:txBody>
          <a:bodyPr wrap="square" rtlCol="0">
            <a:spAutoFit/>
          </a:bodyPr>
          <a:lstStyle/>
          <a:p>
            <a:r>
              <a:rPr lang="en-US" dirty="0" smtClean="0">
                <a:solidFill>
                  <a:srgbClr val="4DA060"/>
                </a:solidFill>
              </a:rPr>
              <a:t>C3</a:t>
            </a:r>
            <a:endParaRPr lang="sv-SE" dirty="0">
              <a:solidFill>
                <a:srgbClr val="4DA060"/>
              </a:solidFill>
            </a:endParaRPr>
          </a:p>
        </p:txBody>
      </p:sp>
      <p:sp>
        <p:nvSpPr>
          <p:cNvPr id="18" name="TextBox 17"/>
          <p:cNvSpPr txBox="1"/>
          <p:nvPr/>
        </p:nvSpPr>
        <p:spPr>
          <a:xfrm>
            <a:off x="5581885" y="3491514"/>
            <a:ext cx="5454650" cy="646331"/>
          </a:xfrm>
          <a:prstGeom prst="rect">
            <a:avLst/>
          </a:prstGeom>
          <a:noFill/>
        </p:spPr>
        <p:txBody>
          <a:bodyPr wrap="square" rtlCol="0">
            <a:spAutoFit/>
          </a:bodyPr>
          <a:lstStyle/>
          <a:p>
            <a:r>
              <a:rPr lang="en-US" dirty="0" smtClean="0">
                <a:latin typeface="Times New Roman" panose="02020603050405020304" pitchFamily="18" charset="0"/>
                <a:cs typeface="Times New Roman" panose="02020603050405020304" pitchFamily="18" charset="0"/>
              </a:rPr>
              <a:t>Capacitor3 and Capacitor4 are considered isolated thanks to the geometry. </a:t>
            </a:r>
            <a:endParaRPr lang="sv-SE" dirty="0">
              <a:latin typeface="Times New Roman" panose="02020603050405020304" pitchFamily="18" charset="0"/>
              <a:cs typeface="Times New Roman" panose="02020603050405020304" pitchFamily="18" charset="0"/>
            </a:endParaRPr>
          </a:p>
        </p:txBody>
      </p:sp>
      <p:sp>
        <p:nvSpPr>
          <p:cNvPr id="19" name="Rectangle 18"/>
          <p:cNvSpPr/>
          <p:nvPr/>
        </p:nvSpPr>
        <p:spPr>
          <a:xfrm>
            <a:off x="4858902" y="4432985"/>
            <a:ext cx="2171700" cy="2031325"/>
          </a:xfrm>
          <a:prstGeom prst="rect">
            <a:avLst/>
          </a:prstGeom>
        </p:spPr>
        <p:txBody>
          <a:bodyPr wrap="square">
            <a:spAutoFit/>
          </a:bodyPr>
          <a:lstStyle/>
          <a:p>
            <a:r>
              <a:rPr lang="en-US" dirty="0" smtClean="0">
                <a:latin typeface="Times New Roman" panose="02020603050405020304" pitchFamily="18" charset="0"/>
                <a:cs typeface="Times New Roman" panose="02020603050405020304" pitchFamily="18" charset="0"/>
              </a:rPr>
              <a:t>Mutual Inductances:</a:t>
            </a:r>
          </a:p>
          <a:p>
            <a:r>
              <a:rPr lang="en-US" dirty="0" smtClean="0">
                <a:latin typeface="Times New Roman" panose="02020603050405020304" pitchFamily="18" charset="0"/>
                <a:cs typeface="Times New Roman" panose="02020603050405020304" pitchFamily="18" charset="0"/>
              </a:rPr>
              <a:t>L14pos-L14neg </a:t>
            </a:r>
          </a:p>
          <a:p>
            <a:r>
              <a:rPr lang="en-US" dirty="0" smtClean="0">
                <a:latin typeface="Times New Roman" panose="02020603050405020304" pitchFamily="18" charset="0"/>
                <a:cs typeface="Times New Roman" panose="02020603050405020304" pitchFamily="18" charset="0"/>
              </a:rPr>
              <a:t>L1pos-L1neg</a:t>
            </a:r>
          </a:p>
          <a:p>
            <a:r>
              <a:rPr lang="en-US" dirty="0" smtClean="0">
                <a:latin typeface="Times New Roman" panose="02020603050405020304" pitchFamily="18" charset="0"/>
                <a:cs typeface="Times New Roman" panose="02020603050405020304" pitchFamily="18" charset="0"/>
              </a:rPr>
              <a:t>L2pos-L2neg</a:t>
            </a:r>
          </a:p>
          <a:p>
            <a:r>
              <a:rPr lang="en-US" dirty="0" smtClean="0">
                <a:latin typeface="Times New Roman" panose="02020603050405020304" pitchFamily="18" charset="0"/>
                <a:cs typeface="Times New Roman" panose="02020603050405020304" pitchFamily="18" charset="0"/>
              </a:rPr>
              <a:t>L23pos-L23neg</a:t>
            </a:r>
            <a:endParaRPr lang="en-US" dirty="0">
              <a:latin typeface="Times New Roman" panose="02020603050405020304" pitchFamily="18" charset="0"/>
              <a:cs typeface="Times New Roman" panose="02020603050405020304" pitchFamily="18" charset="0"/>
            </a:endParaRPr>
          </a:p>
          <a:p>
            <a:endParaRPr lang="en-US" dirty="0">
              <a:latin typeface="Times New Roman" panose="02020603050405020304" pitchFamily="18" charset="0"/>
              <a:cs typeface="Times New Roman" panose="02020603050405020304" pitchFamily="18" charset="0"/>
            </a:endParaRPr>
          </a:p>
          <a:p>
            <a:endParaRPr lang="sv-SE" dirty="0">
              <a:latin typeface="Times New Roman" panose="02020603050405020304" pitchFamily="18" charset="0"/>
              <a:cs typeface="Times New Roman" panose="02020603050405020304" pitchFamily="18" charset="0"/>
            </a:endParaRPr>
          </a:p>
        </p:txBody>
      </p:sp>
      <p:sp>
        <p:nvSpPr>
          <p:cNvPr id="20" name="Rectangle 19"/>
          <p:cNvSpPr/>
          <p:nvPr/>
        </p:nvSpPr>
        <p:spPr>
          <a:xfrm>
            <a:off x="7532252" y="4432985"/>
            <a:ext cx="2171700" cy="1477328"/>
          </a:xfrm>
          <a:prstGeom prst="rect">
            <a:avLst/>
          </a:prstGeom>
        </p:spPr>
        <p:txBody>
          <a:bodyPr wrap="square">
            <a:spAutoFit/>
          </a:bodyPr>
          <a:lstStyle/>
          <a:p>
            <a:r>
              <a:rPr lang="en-US" dirty="0" smtClean="0">
                <a:latin typeface="Times New Roman" panose="02020603050405020304" pitchFamily="18" charset="0"/>
                <a:cs typeface="Times New Roman" panose="02020603050405020304" pitchFamily="18" charset="0"/>
              </a:rPr>
              <a:t>Mutual Inductances:</a:t>
            </a:r>
          </a:p>
          <a:p>
            <a:r>
              <a:rPr lang="en-US" dirty="0" smtClean="0">
                <a:latin typeface="Times New Roman" panose="02020603050405020304" pitchFamily="18" charset="0"/>
                <a:cs typeface="Times New Roman" panose="02020603050405020304" pitchFamily="18" charset="0"/>
              </a:rPr>
              <a:t>L1pos-L2pos</a:t>
            </a:r>
          </a:p>
          <a:p>
            <a:r>
              <a:rPr lang="en-US" dirty="0" smtClean="0">
                <a:latin typeface="Times New Roman" panose="02020603050405020304" pitchFamily="18" charset="0"/>
                <a:cs typeface="Times New Roman" panose="02020603050405020304" pitchFamily="18" charset="0"/>
              </a:rPr>
              <a:t>L1neg-L2neg</a:t>
            </a:r>
          </a:p>
          <a:p>
            <a:endParaRPr lang="en-US" dirty="0">
              <a:latin typeface="Times New Roman" panose="02020603050405020304" pitchFamily="18" charset="0"/>
              <a:cs typeface="Times New Roman" panose="02020603050405020304" pitchFamily="18" charset="0"/>
            </a:endParaRPr>
          </a:p>
          <a:p>
            <a:endParaRPr lang="sv-SE" dirty="0">
              <a:latin typeface="Times New Roman" panose="02020603050405020304" pitchFamily="18" charset="0"/>
              <a:cs typeface="Times New Roman" panose="02020603050405020304" pitchFamily="18" charset="0"/>
            </a:endParaRPr>
          </a:p>
        </p:txBody>
      </p:sp>
      <p:sp>
        <p:nvSpPr>
          <p:cNvPr id="21" name="Rectangle 20"/>
          <p:cNvSpPr/>
          <p:nvPr/>
        </p:nvSpPr>
        <p:spPr>
          <a:xfrm>
            <a:off x="9748402" y="4432985"/>
            <a:ext cx="2171700" cy="1477328"/>
          </a:xfrm>
          <a:prstGeom prst="rect">
            <a:avLst/>
          </a:prstGeom>
        </p:spPr>
        <p:txBody>
          <a:bodyPr wrap="square">
            <a:spAutoFit/>
          </a:bodyPr>
          <a:lstStyle/>
          <a:p>
            <a:r>
              <a:rPr lang="en-US" dirty="0" smtClean="0">
                <a:latin typeface="Times New Roman" panose="02020603050405020304" pitchFamily="18" charset="0"/>
                <a:cs typeface="Times New Roman" panose="02020603050405020304" pitchFamily="18" charset="0"/>
              </a:rPr>
              <a:t>Mutual Inductances:</a:t>
            </a:r>
          </a:p>
          <a:p>
            <a:r>
              <a:rPr lang="en-US" dirty="0" smtClean="0">
                <a:latin typeface="Times New Roman" panose="02020603050405020304" pitchFamily="18" charset="0"/>
                <a:cs typeface="Times New Roman" panose="02020603050405020304" pitchFamily="18" charset="0"/>
              </a:rPr>
              <a:t>L1pos-L2neg</a:t>
            </a:r>
          </a:p>
          <a:p>
            <a:r>
              <a:rPr lang="en-US" dirty="0" smtClean="0">
                <a:latin typeface="Times New Roman" panose="02020603050405020304" pitchFamily="18" charset="0"/>
                <a:cs typeface="Times New Roman" panose="02020603050405020304" pitchFamily="18" charset="0"/>
              </a:rPr>
              <a:t>L1neg-L2pos</a:t>
            </a:r>
          </a:p>
          <a:p>
            <a:endParaRPr lang="en-US" dirty="0">
              <a:latin typeface="Times New Roman" panose="02020603050405020304" pitchFamily="18" charset="0"/>
              <a:cs typeface="Times New Roman" panose="02020603050405020304" pitchFamily="18" charset="0"/>
            </a:endParaRPr>
          </a:p>
          <a:p>
            <a:endParaRPr lang="sv-SE"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4487376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5375" y="346332"/>
            <a:ext cx="10990263" cy="568412"/>
          </a:xfrm>
        </p:spPr>
        <p:txBody>
          <a:bodyPr/>
          <a:lstStyle/>
          <a:p>
            <a:r>
              <a:rPr lang="en-US" dirty="0" smtClean="0"/>
              <a:t>Initial Results (</a:t>
            </a:r>
            <a:r>
              <a:rPr lang="en-US" dirty="0">
                <a:latin typeface="Times New Roman" panose="02020603050405020304" pitchFamily="18" charset="0"/>
                <a:cs typeface="Times New Roman" panose="02020603050405020304" pitchFamily="18" charset="0"/>
              </a:rPr>
              <a:t>L14pos-L14neg</a:t>
            </a:r>
            <a:r>
              <a:rPr lang="en-US" dirty="0" smtClean="0"/>
              <a:t>)</a:t>
            </a:r>
            <a:endParaRPr lang="sv-SE" dirty="0"/>
          </a:p>
        </p:txBody>
      </p:sp>
      <p:pic>
        <p:nvPicPr>
          <p:cNvPr id="4" name="Picture 3"/>
          <p:cNvPicPr>
            <a:picLocks noChangeAspect="1"/>
          </p:cNvPicPr>
          <p:nvPr/>
        </p:nvPicPr>
        <p:blipFill>
          <a:blip r:embed="rId2"/>
          <a:stretch>
            <a:fillRect/>
          </a:stretch>
        </p:blipFill>
        <p:spPr>
          <a:xfrm>
            <a:off x="1381579" y="1339304"/>
            <a:ext cx="7698921" cy="2309677"/>
          </a:xfrm>
          <a:prstGeom prst="rect">
            <a:avLst/>
          </a:prstGeom>
        </p:spPr>
      </p:pic>
      <p:cxnSp>
        <p:nvCxnSpPr>
          <p:cNvPr id="6" name="Straight Arrow Connector 5"/>
          <p:cNvCxnSpPr/>
          <p:nvPr/>
        </p:nvCxnSpPr>
        <p:spPr>
          <a:xfrm>
            <a:off x="2578100" y="2768600"/>
            <a:ext cx="6350" cy="151765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 name="TextBox 6"/>
          <p:cNvSpPr txBox="1"/>
          <p:nvPr/>
        </p:nvSpPr>
        <p:spPr>
          <a:xfrm>
            <a:off x="2108200" y="4305300"/>
            <a:ext cx="1562100" cy="646331"/>
          </a:xfrm>
          <a:prstGeom prst="rect">
            <a:avLst/>
          </a:prstGeom>
          <a:noFill/>
        </p:spPr>
        <p:txBody>
          <a:bodyPr wrap="square" rtlCol="0">
            <a:spAutoFit/>
          </a:bodyPr>
          <a:lstStyle/>
          <a:p>
            <a:r>
              <a:rPr lang="en-US" dirty="0" smtClean="0"/>
              <a:t>Skin depth effect ? </a:t>
            </a:r>
            <a:endParaRPr lang="sv-SE" dirty="0"/>
          </a:p>
        </p:txBody>
      </p:sp>
      <p:sp>
        <p:nvSpPr>
          <p:cNvPr id="8" name="TextBox 7"/>
          <p:cNvSpPr txBox="1"/>
          <p:nvPr/>
        </p:nvSpPr>
        <p:spPr>
          <a:xfrm>
            <a:off x="4464050" y="4406900"/>
            <a:ext cx="2343150" cy="646331"/>
          </a:xfrm>
          <a:prstGeom prst="rect">
            <a:avLst/>
          </a:prstGeom>
          <a:noFill/>
        </p:spPr>
        <p:txBody>
          <a:bodyPr wrap="square" rtlCol="0">
            <a:spAutoFit/>
          </a:bodyPr>
          <a:lstStyle/>
          <a:p>
            <a:r>
              <a:rPr lang="en-US" dirty="0" smtClean="0"/>
              <a:t>Can we select single frequency?</a:t>
            </a:r>
            <a:endParaRPr lang="sv-SE" dirty="0"/>
          </a:p>
        </p:txBody>
      </p:sp>
    </p:spTree>
    <p:extLst>
      <p:ext uri="{BB962C8B-B14F-4D97-AF65-F5344CB8AC3E}">
        <p14:creationId xmlns:p14="http://schemas.microsoft.com/office/powerpoint/2010/main" val="305755505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a:picLocks noChangeAspect="1"/>
          </p:cNvPicPr>
          <p:nvPr/>
        </p:nvPicPr>
        <p:blipFill>
          <a:blip r:embed="rId2"/>
          <a:stretch>
            <a:fillRect/>
          </a:stretch>
        </p:blipFill>
        <p:spPr>
          <a:xfrm>
            <a:off x="1194758" y="1282101"/>
            <a:ext cx="5334000" cy="4000500"/>
          </a:xfrm>
          <a:prstGeom prst="rect">
            <a:avLst/>
          </a:prstGeom>
        </p:spPr>
      </p:pic>
      <p:pic>
        <p:nvPicPr>
          <p:cNvPr id="6" name="Picture 5"/>
          <p:cNvPicPr>
            <a:picLocks noChangeAspect="1"/>
          </p:cNvPicPr>
          <p:nvPr/>
        </p:nvPicPr>
        <p:blipFill>
          <a:blip r:embed="rId3"/>
          <a:stretch>
            <a:fillRect/>
          </a:stretch>
        </p:blipFill>
        <p:spPr>
          <a:xfrm>
            <a:off x="4235570" y="3213340"/>
            <a:ext cx="1741814" cy="1306361"/>
          </a:xfrm>
          <a:prstGeom prst="rect">
            <a:avLst/>
          </a:prstGeom>
        </p:spPr>
      </p:pic>
      <p:sp>
        <p:nvSpPr>
          <p:cNvPr id="7" name="TextBox 6"/>
          <p:cNvSpPr txBox="1"/>
          <p:nvPr/>
        </p:nvSpPr>
        <p:spPr>
          <a:xfrm>
            <a:off x="2242868" y="1601389"/>
            <a:ext cx="2277374" cy="307777"/>
          </a:xfrm>
          <a:prstGeom prst="rect">
            <a:avLst/>
          </a:prstGeom>
          <a:noFill/>
        </p:spPr>
        <p:txBody>
          <a:bodyPr wrap="square" rtlCol="0">
            <a:spAutoFit/>
          </a:bodyPr>
          <a:lstStyle/>
          <a:p>
            <a:pPr algn="ctr"/>
            <a:r>
              <a:rPr lang="sv-SE" sz="1400" dirty="0" err="1" smtClean="0">
                <a:latin typeface="Times New Roman" panose="02020603050405020304" pitchFamily="18" charset="0"/>
                <a:cs typeface="Times New Roman" panose="02020603050405020304" pitchFamily="18" charset="0"/>
              </a:rPr>
              <a:t>Low</a:t>
            </a:r>
            <a:r>
              <a:rPr lang="sv-SE" sz="1400" dirty="0" smtClean="0">
                <a:latin typeface="Times New Roman" panose="02020603050405020304" pitchFamily="18" charset="0"/>
                <a:cs typeface="Times New Roman" panose="02020603050405020304" pitchFamily="18" charset="0"/>
              </a:rPr>
              <a:t> </a:t>
            </a:r>
            <a:r>
              <a:rPr lang="sv-SE" sz="1400" dirty="0" err="1" smtClean="0">
                <a:latin typeface="Times New Roman" panose="02020603050405020304" pitchFamily="18" charset="0"/>
                <a:cs typeface="Times New Roman" panose="02020603050405020304" pitchFamily="18" charset="0"/>
              </a:rPr>
              <a:t>frequency</a:t>
            </a:r>
            <a:r>
              <a:rPr lang="sv-SE" sz="1400" dirty="0" smtClean="0">
                <a:latin typeface="Times New Roman" panose="02020603050405020304" pitchFamily="18" charset="0"/>
                <a:cs typeface="Times New Roman" panose="02020603050405020304" pitchFamily="18" charset="0"/>
              </a:rPr>
              <a:t> </a:t>
            </a:r>
            <a:r>
              <a:rPr lang="sv-SE" sz="1400" dirty="0" err="1" smtClean="0">
                <a:latin typeface="Times New Roman" panose="02020603050405020304" pitchFamily="18" charset="0"/>
                <a:cs typeface="Times New Roman" panose="02020603050405020304" pitchFamily="18" charset="0"/>
              </a:rPr>
              <a:t>resonance</a:t>
            </a:r>
            <a:endParaRPr lang="sv-SE" sz="1400" dirty="0">
              <a:latin typeface="Times New Roman" panose="02020603050405020304" pitchFamily="18" charset="0"/>
              <a:cs typeface="Times New Roman" panose="02020603050405020304" pitchFamily="18" charset="0"/>
            </a:endParaRPr>
          </a:p>
        </p:txBody>
      </p:sp>
      <p:sp>
        <p:nvSpPr>
          <p:cNvPr id="8" name="TextBox 7"/>
          <p:cNvSpPr txBox="1"/>
          <p:nvPr/>
        </p:nvSpPr>
        <p:spPr>
          <a:xfrm>
            <a:off x="4120552" y="2600342"/>
            <a:ext cx="2277374" cy="523220"/>
          </a:xfrm>
          <a:prstGeom prst="rect">
            <a:avLst/>
          </a:prstGeom>
          <a:noFill/>
        </p:spPr>
        <p:txBody>
          <a:bodyPr wrap="square" rtlCol="0">
            <a:spAutoFit/>
          </a:bodyPr>
          <a:lstStyle/>
          <a:p>
            <a:pPr algn="ctr"/>
            <a:r>
              <a:rPr lang="sv-SE" sz="1400" dirty="0" err="1" smtClean="0">
                <a:latin typeface="Times New Roman" panose="02020603050405020304" pitchFamily="18" charset="0"/>
                <a:cs typeface="Times New Roman" panose="02020603050405020304" pitchFamily="18" charset="0"/>
              </a:rPr>
              <a:t>High</a:t>
            </a:r>
            <a:r>
              <a:rPr lang="sv-SE" sz="1400" dirty="0" smtClean="0">
                <a:latin typeface="Times New Roman" panose="02020603050405020304" pitchFamily="18" charset="0"/>
                <a:cs typeface="Times New Roman" panose="02020603050405020304" pitchFamily="18" charset="0"/>
              </a:rPr>
              <a:t> </a:t>
            </a:r>
            <a:r>
              <a:rPr lang="sv-SE" sz="1400" dirty="0" err="1" smtClean="0">
                <a:latin typeface="Times New Roman" panose="02020603050405020304" pitchFamily="18" charset="0"/>
                <a:cs typeface="Times New Roman" panose="02020603050405020304" pitchFamily="18" charset="0"/>
              </a:rPr>
              <a:t>frequency</a:t>
            </a:r>
            <a:endParaRPr lang="sv-SE" sz="1400" dirty="0" smtClean="0">
              <a:latin typeface="Times New Roman" panose="02020603050405020304" pitchFamily="18" charset="0"/>
              <a:cs typeface="Times New Roman" panose="02020603050405020304" pitchFamily="18" charset="0"/>
            </a:endParaRPr>
          </a:p>
          <a:p>
            <a:pPr algn="ctr"/>
            <a:r>
              <a:rPr lang="sv-SE" sz="1400" dirty="0" smtClean="0">
                <a:latin typeface="Times New Roman" panose="02020603050405020304" pitchFamily="18" charset="0"/>
                <a:cs typeface="Times New Roman" panose="02020603050405020304" pitchFamily="18" charset="0"/>
              </a:rPr>
              <a:t> </a:t>
            </a:r>
            <a:r>
              <a:rPr lang="sv-SE" sz="1400" dirty="0" err="1" smtClean="0">
                <a:latin typeface="Times New Roman" panose="02020603050405020304" pitchFamily="18" charset="0"/>
                <a:cs typeface="Times New Roman" panose="02020603050405020304" pitchFamily="18" charset="0"/>
              </a:rPr>
              <a:t>resonance</a:t>
            </a:r>
            <a:endParaRPr lang="sv-SE" sz="1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30723941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a:stretch>
            <a:fillRect/>
          </a:stretch>
        </p:blipFill>
        <p:spPr>
          <a:xfrm>
            <a:off x="214312" y="989652"/>
            <a:ext cx="5719763" cy="5296847"/>
          </a:xfrm>
          <a:prstGeom prst="rect">
            <a:avLst/>
          </a:prstGeom>
        </p:spPr>
      </p:pic>
      <p:pic>
        <p:nvPicPr>
          <p:cNvPr id="5" name="Picture 4"/>
          <p:cNvPicPr>
            <a:picLocks noChangeAspect="1"/>
          </p:cNvPicPr>
          <p:nvPr/>
        </p:nvPicPr>
        <p:blipFill>
          <a:blip r:embed="rId3"/>
          <a:stretch>
            <a:fillRect/>
          </a:stretch>
        </p:blipFill>
        <p:spPr>
          <a:xfrm>
            <a:off x="5472112" y="1198239"/>
            <a:ext cx="6719888" cy="4879672"/>
          </a:xfrm>
          <a:prstGeom prst="rect">
            <a:avLst/>
          </a:prstGeom>
        </p:spPr>
      </p:pic>
    </p:spTree>
    <p:extLst>
      <p:ext uri="{BB962C8B-B14F-4D97-AF65-F5344CB8AC3E}">
        <p14:creationId xmlns:p14="http://schemas.microsoft.com/office/powerpoint/2010/main" val="583563075"/>
      </p:ext>
    </p:extLst>
  </p:cSld>
  <p:clrMapOvr>
    <a:masterClrMapping/>
  </p:clrMapOvr>
</p:sld>
</file>

<file path=ppt/theme/theme1.xml><?xml version="1.0" encoding="utf-8"?>
<a:theme xmlns:a="http://schemas.openxmlformats.org/drawingml/2006/main" name="Office-tema">
  <a:themeElements>
    <a:clrScheme name="KTH">
      <a:dk1>
        <a:srgbClr val="000000"/>
      </a:dk1>
      <a:lt1>
        <a:srgbClr val="FFFFFF"/>
      </a:lt1>
      <a:dk2>
        <a:srgbClr val="000061"/>
      </a:dk2>
      <a:lt2>
        <a:srgbClr val="EBE5E0"/>
      </a:lt2>
      <a:accent1>
        <a:srgbClr val="004791"/>
      </a:accent1>
      <a:accent2>
        <a:srgbClr val="6198D2"/>
      </a:accent2>
      <a:accent3>
        <a:srgbClr val="000061"/>
      </a:accent3>
      <a:accent4>
        <a:srgbClr val="DEF0FF"/>
      </a:accent4>
      <a:accent5>
        <a:srgbClr val="EBE5DF"/>
      </a:accent5>
      <a:accent6>
        <a:srgbClr val="0028ED"/>
      </a:accent6>
      <a:hlink>
        <a:srgbClr val="3878C2"/>
      </a:hlink>
      <a:folHlink>
        <a:srgbClr val="004691"/>
      </a:folHlink>
    </a:clrScheme>
    <a:fontScheme name="Office">
      <a:majorFont>
        <a:latin typeface="Figtree"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Figtree"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dirty="0"/>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custClrLst>
    <a:custClr name="Sand">
      <a:srgbClr val="EBE5E0"/>
    </a:custClr>
    <a:custClr name="KTH blue">
      <a:srgbClr val="004791"/>
    </a:custClr>
    <a:custClr name="Sky blue">
      <a:srgbClr val="6298D2"/>
    </a:custClr>
    <a:custClr name="Navy blue">
      <a:srgbClr val="000061"/>
    </a:custClr>
    <a:custClr name="Light blue">
      <a:srgbClr val="DEF0FF"/>
    </a:custClr>
    <a:custClr name="Digital blue">
      <a:srgbClr val="0029ED"/>
    </a:custClr>
    <a:custClr name="Blank">
      <a:srgbClr val="FFFFFF"/>
    </a:custClr>
    <a:custClr name="Blank">
      <a:srgbClr val="FFFFFF"/>
    </a:custClr>
    <a:custClr name="Blank">
      <a:srgbClr val="FFFFFF"/>
    </a:custClr>
    <a:custClr name="Blank">
      <a:srgbClr val="FFFFFF"/>
    </a:custClr>
    <a:custClr name="Dark green">
      <a:srgbClr val="0D4A21"/>
    </a:custClr>
    <a:custClr name="Dark turquoise">
      <a:srgbClr val="1C434C"/>
    </a:custClr>
    <a:custClr name="Dark brick">
      <a:srgbClr val="78001A"/>
    </a:custClr>
    <a:custClr name="Dark yellow">
      <a:srgbClr val="A65900"/>
    </a:custClr>
    <a:custClr name="Dark grey">
      <a:srgbClr val="323232"/>
    </a:custClr>
    <a:custClr name="Blank">
      <a:srgbClr val="FFFFFF"/>
    </a:custClr>
    <a:custClr name="Blank">
      <a:srgbClr val="FFFFFF"/>
    </a:custClr>
    <a:custClr name="Blank">
      <a:srgbClr val="FFFFFF"/>
    </a:custClr>
    <a:custClr name="Blank">
      <a:srgbClr val="FFFFFF"/>
    </a:custClr>
    <a:custClr name="Blank">
      <a:srgbClr val="FFFFFF"/>
    </a:custClr>
    <a:custClr name="Green">
      <a:srgbClr val="4DA060"/>
    </a:custClr>
    <a:custClr name="Turquoise">
      <a:srgbClr val="339C9C"/>
    </a:custClr>
    <a:custClr name="Brick">
      <a:srgbClr val="E86A58"/>
    </a:custClr>
    <a:custClr name="Yellow">
      <a:srgbClr val="FFBE00"/>
    </a:custClr>
    <a:custClr name="Grey">
      <a:srgbClr val="A5A5A5"/>
    </a:custClr>
    <a:custClr name="Blank">
      <a:srgbClr val="FFFFFF"/>
    </a:custClr>
    <a:custClr name="Blank">
      <a:srgbClr val="FFFFFF"/>
    </a:custClr>
    <a:custClr name="Blank">
      <a:srgbClr val="FFFFFF"/>
    </a:custClr>
    <a:custClr name="Blank">
      <a:srgbClr val="FFFFFF"/>
    </a:custClr>
    <a:custClr name="Blank">
      <a:srgbClr val="FFFFFF"/>
    </a:custClr>
    <a:custClr name="Light green">
      <a:srgbClr val="C7EBBA"/>
    </a:custClr>
    <a:custClr name="Light turquoise">
      <a:srgbClr val="B2E0E0"/>
    </a:custClr>
    <a:custClr name="Light brick">
      <a:srgbClr val="FFCCC4"/>
    </a:custClr>
    <a:custClr name="Light yellow">
      <a:srgbClr val="FFF0B0"/>
    </a:custClr>
    <a:custClr name="Light grey">
      <a:srgbClr val="E6E6E6"/>
    </a:custClr>
  </a:custClrLst>
  <a:extLst>
    <a:ext uri="{05A4C25C-085E-4340-85A3-A5531E510DB2}">
      <thm15:themeFamily xmlns:thm15="http://schemas.microsoft.com/office/thememl/2012/main" name="KTH_presentation_template_Figtree" id="{E6011EE6-5294-D344-AE93-F618069F8922}" vid="{45727F30-E711-A740-91D8-A34DFFD32AAE}"/>
    </a:ext>
  </a:extLst>
</a:theme>
</file>

<file path=ppt/theme/theme2.xml><?xml version="1.0" encoding="utf-8"?>
<a:theme xmlns:a="http://schemas.openxmlformats.org/drawingml/2006/main" name="Office-t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KTH_presentation_template_Figtree (2)</Template>
  <TotalTime>8232</TotalTime>
  <Words>572</Words>
  <Application>Microsoft Office PowerPoint</Application>
  <PresentationFormat>Widescreen</PresentationFormat>
  <Paragraphs>88</Paragraphs>
  <Slides>12</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12</vt:i4>
      </vt:variant>
    </vt:vector>
  </HeadingPairs>
  <TitlesOfParts>
    <vt:vector size="19" baseType="lpstr">
      <vt:lpstr>Calibri</vt:lpstr>
      <vt:lpstr>Wingdings</vt:lpstr>
      <vt:lpstr>Figtree</vt:lpstr>
      <vt:lpstr>Arial</vt:lpstr>
      <vt:lpstr>Cambria Math</vt:lpstr>
      <vt:lpstr>Times New Roman</vt:lpstr>
      <vt:lpstr>Office-tema</vt:lpstr>
      <vt:lpstr>Power Loop Inductance Modelling </vt:lpstr>
      <vt:lpstr>Simplified Inverter Model </vt:lpstr>
      <vt:lpstr>Current Sources of Harmonics</vt:lpstr>
      <vt:lpstr>Impedance Model of an Inverter</vt:lpstr>
      <vt:lpstr>The Aim of Using Impedance Model</vt:lpstr>
      <vt:lpstr>Impedance Model</vt:lpstr>
      <vt:lpstr>Busbar Geometry 62mm Power Module</vt:lpstr>
      <vt:lpstr>Lumped Circuit Representation</vt:lpstr>
      <vt:lpstr>Simplified Lumped Circuit Representation</vt:lpstr>
      <vt:lpstr>Initial Results (L14pos-L14neg)</vt:lpstr>
      <vt:lpstr>PowerPoint Presentation</vt:lpstr>
      <vt:lpstr>PowerPoint Presentation</vt:lpstr>
    </vt:vector>
  </TitlesOfParts>
  <Company>KTH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Tove Guldbrand</dc:creator>
  <cp:lastModifiedBy>Enes Ayaz</cp:lastModifiedBy>
  <cp:revision>140</cp:revision>
  <dcterms:created xsi:type="dcterms:W3CDTF">2024-01-10T13:17:29Z</dcterms:created>
  <dcterms:modified xsi:type="dcterms:W3CDTF">2024-11-29T10:06:50Z</dcterms:modified>
</cp:coreProperties>
</file>