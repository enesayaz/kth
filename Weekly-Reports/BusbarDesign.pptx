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916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30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940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719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077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482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8362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3371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990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657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571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35ECE-3F6D-4BEF-BD5C-0A55DC54F922}" type="datetimeFigureOut">
              <a:rPr lang="sv-SE" smtClean="0"/>
              <a:t>2024-09-26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9A477-E9E5-4FA4-8060-D47E955487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311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1063" y="3242726"/>
            <a:ext cx="8247888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ectangle 4"/>
          <p:cNvSpPr/>
          <p:nvPr/>
        </p:nvSpPr>
        <p:spPr>
          <a:xfrm>
            <a:off x="6582831" y="3666398"/>
            <a:ext cx="3712464" cy="6443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4962819" y="4325861"/>
            <a:ext cx="5328666" cy="4632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2650062" y="3675542"/>
            <a:ext cx="2047875" cy="2141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/>
          <p:cNvSpPr/>
          <p:nvPr/>
        </p:nvSpPr>
        <p:spPr>
          <a:xfrm>
            <a:off x="1581063" y="2785526"/>
            <a:ext cx="8247888" cy="3017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ctangle 8"/>
          <p:cNvSpPr/>
          <p:nvPr/>
        </p:nvSpPr>
        <p:spPr>
          <a:xfrm>
            <a:off x="6491391" y="2326802"/>
            <a:ext cx="1106424" cy="301752"/>
          </a:xfrm>
          <a:prstGeom prst="rect">
            <a:avLst/>
          </a:prstGeom>
          <a:solidFill>
            <a:srgbClr val="00B05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ctangle 9"/>
          <p:cNvSpPr/>
          <p:nvPr/>
        </p:nvSpPr>
        <p:spPr>
          <a:xfrm>
            <a:off x="1581063" y="3087278"/>
            <a:ext cx="8247888" cy="1432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/>
          <p:cNvSpPr/>
          <p:nvPr/>
        </p:nvSpPr>
        <p:spPr>
          <a:xfrm>
            <a:off x="1581063" y="2660558"/>
            <a:ext cx="8247888" cy="1432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 11"/>
          <p:cNvSpPr/>
          <p:nvPr/>
        </p:nvSpPr>
        <p:spPr>
          <a:xfrm>
            <a:off x="2650062" y="2358806"/>
            <a:ext cx="941832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ctangle 12"/>
          <p:cNvSpPr/>
          <p:nvPr/>
        </p:nvSpPr>
        <p:spPr>
          <a:xfrm>
            <a:off x="3863166" y="2358806"/>
            <a:ext cx="941832" cy="3017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ctangle 13"/>
          <p:cNvSpPr/>
          <p:nvPr/>
        </p:nvSpPr>
        <p:spPr>
          <a:xfrm>
            <a:off x="1581063" y="3513998"/>
            <a:ext cx="8247888" cy="1432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ctangle 14"/>
          <p:cNvSpPr/>
          <p:nvPr/>
        </p:nvSpPr>
        <p:spPr>
          <a:xfrm>
            <a:off x="6864771" y="2642270"/>
            <a:ext cx="315468" cy="1019556"/>
          </a:xfrm>
          <a:prstGeom prst="rect">
            <a:avLst/>
          </a:prstGeom>
          <a:solidFill>
            <a:srgbClr val="A365D1"/>
          </a:solidFill>
          <a:ln>
            <a:solidFill>
              <a:srgbClr val="A36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Rectangle 16"/>
          <p:cNvSpPr/>
          <p:nvPr/>
        </p:nvSpPr>
        <p:spPr>
          <a:xfrm>
            <a:off x="6683415" y="2628554"/>
            <a:ext cx="181356" cy="992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ctangle 17"/>
          <p:cNvSpPr/>
          <p:nvPr/>
        </p:nvSpPr>
        <p:spPr>
          <a:xfrm>
            <a:off x="7195479" y="2637698"/>
            <a:ext cx="181356" cy="992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ctangle 18"/>
          <p:cNvSpPr/>
          <p:nvPr/>
        </p:nvSpPr>
        <p:spPr>
          <a:xfrm>
            <a:off x="8064159" y="3513998"/>
            <a:ext cx="290322" cy="143256"/>
          </a:xfrm>
          <a:prstGeom prst="rect">
            <a:avLst/>
          </a:prstGeom>
          <a:solidFill>
            <a:srgbClr val="A365D1"/>
          </a:solidFill>
          <a:ln>
            <a:solidFill>
              <a:srgbClr val="A36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/>
          <p:cNvSpPr/>
          <p:nvPr/>
        </p:nvSpPr>
        <p:spPr>
          <a:xfrm>
            <a:off x="8817015" y="3107090"/>
            <a:ext cx="181356" cy="54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ctangle 20"/>
          <p:cNvSpPr/>
          <p:nvPr/>
        </p:nvSpPr>
        <p:spPr>
          <a:xfrm>
            <a:off x="9288693" y="3080039"/>
            <a:ext cx="181356" cy="5326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ctangle 21"/>
          <p:cNvSpPr/>
          <p:nvPr/>
        </p:nvSpPr>
        <p:spPr>
          <a:xfrm>
            <a:off x="8998371" y="3075086"/>
            <a:ext cx="290322" cy="580644"/>
          </a:xfrm>
          <a:prstGeom prst="rect">
            <a:avLst/>
          </a:prstGeom>
          <a:solidFill>
            <a:srgbClr val="A365D1"/>
          </a:solidFill>
          <a:ln>
            <a:solidFill>
              <a:srgbClr val="A36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ctangle 22"/>
          <p:cNvSpPr/>
          <p:nvPr/>
        </p:nvSpPr>
        <p:spPr>
          <a:xfrm>
            <a:off x="4176348" y="2647604"/>
            <a:ext cx="315468" cy="1019556"/>
          </a:xfrm>
          <a:prstGeom prst="rect">
            <a:avLst/>
          </a:prstGeom>
          <a:solidFill>
            <a:srgbClr val="A365D1"/>
          </a:solidFill>
          <a:ln>
            <a:solidFill>
              <a:srgbClr val="A36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ctangle 23"/>
          <p:cNvSpPr/>
          <p:nvPr/>
        </p:nvSpPr>
        <p:spPr>
          <a:xfrm>
            <a:off x="4516581" y="3140618"/>
            <a:ext cx="181356" cy="54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ctangle 24"/>
          <p:cNvSpPr/>
          <p:nvPr/>
        </p:nvSpPr>
        <p:spPr>
          <a:xfrm>
            <a:off x="3986610" y="3140618"/>
            <a:ext cx="181356" cy="54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/>
          <p:cNvSpPr/>
          <p:nvPr/>
        </p:nvSpPr>
        <p:spPr>
          <a:xfrm>
            <a:off x="2983818" y="2654462"/>
            <a:ext cx="315468" cy="1019556"/>
          </a:xfrm>
          <a:prstGeom prst="rect">
            <a:avLst/>
          </a:prstGeom>
          <a:solidFill>
            <a:srgbClr val="A365D1"/>
          </a:solidFill>
          <a:ln>
            <a:solidFill>
              <a:srgbClr val="A36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3307668" y="2653129"/>
            <a:ext cx="181356" cy="54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2786841" y="2673131"/>
            <a:ext cx="181356" cy="54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TextBox 28"/>
          <p:cNvSpPr txBox="1"/>
          <p:nvPr/>
        </p:nvSpPr>
        <p:spPr>
          <a:xfrm>
            <a:off x="5887395" y="745343"/>
            <a:ext cx="1390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Front </a:t>
            </a:r>
            <a:r>
              <a:rPr lang="sv-SE" dirty="0" err="1"/>
              <a:t>V</a:t>
            </a:r>
            <a:r>
              <a:rPr lang="sv-SE" dirty="0" err="1" smtClean="0"/>
              <a:t>iew</a:t>
            </a:r>
            <a:endParaRPr lang="sv-SE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9790851" y="4379836"/>
            <a:ext cx="488275" cy="61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758423" y="4392393"/>
            <a:ext cx="712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/>
              <a:t>13.2mm</a:t>
            </a:r>
            <a:endParaRPr lang="sv-SE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8216683" y="4934753"/>
            <a:ext cx="934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/>
              <a:t>106.4mm</a:t>
            </a:r>
            <a:endParaRPr lang="sv-SE" sz="12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582533" y="4901933"/>
            <a:ext cx="3674662" cy="1380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" idx="1"/>
          </p:cNvCxnSpPr>
          <p:nvPr/>
        </p:nvCxnSpPr>
        <p:spPr>
          <a:xfrm flipH="1">
            <a:off x="6582533" y="3988555"/>
            <a:ext cx="298" cy="91337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257957" y="4269742"/>
            <a:ext cx="21169" cy="10682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4962819" y="4354113"/>
            <a:ext cx="6771" cy="9653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9818323" y="3668816"/>
            <a:ext cx="22987" cy="166918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000150" y="5319494"/>
            <a:ext cx="5268391" cy="625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235434" y="5427237"/>
            <a:ext cx="934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/>
              <a:t>140mm</a:t>
            </a:r>
            <a:endParaRPr lang="sv-SE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1730034" y="2762142"/>
            <a:ext cx="64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>
                <a:solidFill>
                  <a:schemeClr val="bg1"/>
                </a:solidFill>
              </a:rPr>
              <a:t>DC +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83726" y="3180742"/>
            <a:ext cx="64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>
                <a:solidFill>
                  <a:schemeClr val="bg1"/>
                </a:solidFill>
              </a:rPr>
              <a:t>DC -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791880" y="2266557"/>
            <a:ext cx="64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>
                <a:solidFill>
                  <a:schemeClr val="bg1"/>
                </a:solidFill>
              </a:rPr>
              <a:t>AC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22299" y="4454076"/>
            <a:ext cx="145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err="1" smtClean="0">
                <a:solidFill>
                  <a:schemeClr val="bg1"/>
                </a:solidFill>
              </a:rPr>
              <a:t>Capacitor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597815" y="3784424"/>
            <a:ext cx="2160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smtClean="0">
                <a:solidFill>
                  <a:schemeClr val="bg1"/>
                </a:solidFill>
              </a:rPr>
              <a:t>Power </a:t>
            </a:r>
            <a:r>
              <a:rPr lang="sv-SE" sz="2400" dirty="0" err="1" smtClean="0">
                <a:solidFill>
                  <a:schemeClr val="bg1"/>
                </a:solidFill>
              </a:rPr>
              <a:t>Module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28137" y="4323997"/>
            <a:ext cx="145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smtClean="0">
                <a:solidFill>
                  <a:schemeClr val="bg1"/>
                </a:solidFill>
              </a:rPr>
              <a:t>Cold Plate</a:t>
            </a:r>
            <a:endParaRPr lang="sv-SE" dirty="0">
              <a:solidFill>
                <a:schemeClr val="bg1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2644024" y="5924850"/>
            <a:ext cx="205391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697937" y="5697437"/>
            <a:ext cx="6770" cy="2798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630484" y="5656743"/>
            <a:ext cx="6770" cy="2798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435511" y="5934756"/>
            <a:ext cx="934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/>
              <a:t>85mm</a:t>
            </a:r>
            <a:endParaRPr lang="sv-SE" sz="1200" dirty="0"/>
          </a:p>
        </p:txBody>
      </p:sp>
      <p:sp>
        <p:nvSpPr>
          <p:cNvPr id="71" name="Rectangle 70"/>
          <p:cNvSpPr/>
          <p:nvPr/>
        </p:nvSpPr>
        <p:spPr>
          <a:xfrm>
            <a:off x="10020975" y="3242726"/>
            <a:ext cx="270510" cy="4370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7" name="Rectangle 76"/>
          <p:cNvSpPr/>
          <p:nvPr/>
        </p:nvSpPr>
        <p:spPr>
          <a:xfrm>
            <a:off x="10010307" y="2673131"/>
            <a:ext cx="1906524" cy="10066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277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5833872" y="3352800"/>
            <a:ext cx="3709416" cy="311658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/>
          <p:cNvSpPr/>
          <p:nvPr/>
        </p:nvSpPr>
        <p:spPr>
          <a:xfrm>
            <a:off x="2501900" y="3105150"/>
            <a:ext cx="6679438" cy="3112769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6294861" y="5436208"/>
            <a:ext cx="2900221" cy="51352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6294861" y="4605669"/>
            <a:ext cx="2900221" cy="51352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6294861" y="3786843"/>
            <a:ext cx="2900221" cy="51352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Oval 32"/>
          <p:cNvSpPr/>
          <p:nvPr/>
        </p:nvSpPr>
        <p:spPr>
          <a:xfrm>
            <a:off x="4222594" y="3563735"/>
            <a:ext cx="1263071" cy="1239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5" name="TextBox 34"/>
          <p:cNvSpPr txBox="1"/>
          <p:nvPr/>
        </p:nvSpPr>
        <p:spPr>
          <a:xfrm>
            <a:off x="5621654" y="236012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Top</a:t>
            </a:r>
            <a:r>
              <a:rPr lang="sv-SE" dirty="0" smtClean="0"/>
              <a:t> </a:t>
            </a:r>
            <a:r>
              <a:rPr lang="sv-SE" dirty="0" err="1" smtClean="0"/>
              <a:t>View</a:t>
            </a:r>
            <a:endParaRPr lang="sv-SE" dirty="0"/>
          </a:p>
        </p:txBody>
      </p:sp>
      <p:sp>
        <p:nvSpPr>
          <p:cNvPr id="16" name="Oval 15"/>
          <p:cNvSpPr/>
          <p:nvPr/>
        </p:nvSpPr>
        <p:spPr>
          <a:xfrm>
            <a:off x="4222593" y="4911090"/>
            <a:ext cx="1263071" cy="1239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Oval 16"/>
          <p:cNvSpPr/>
          <p:nvPr/>
        </p:nvSpPr>
        <p:spPr>
          <a:xfrm>
            <a:off x="2785417" y="3563735"/>
            <a:ext cx="1263071" cy="1239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Oval 17"/>
          <p:cNvSpPr/>
          <p:nvPr/>
        </p:nvSpPr>
        <p:spPr>
          <a:xfrm>
            <a:off x="2785416" y="4911090"/>
            <a:ext cx="1263071" cy="1239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155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40" y="1187777"/>
            <a:ext cx="5866721" cy="33890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506" y="1520219"/>
            <a:ext cx="3733800" cy="2724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71337" y="528260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Heatsink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1168400" y="5199438"/>
            <a:ext cx="9601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https://www.dau-heatsinks.com/fileadmin/user_upload/DAU/Datenblaetter_Juni_2024/Miba_Product_Flyer_Liquid_Cooling_Series_KS.pdf?utm_source=pocket_saves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9025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1337" y="528260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Capacitor</a:t>
            </a:r>
            <a:endParaRPr lang="sv-SE" dirty="0"/>
          </a:p>
        </p:txBody>
      </p:sp>
      <p:sp>
        <p:nvSpPr>
          <p:cNvPr id="2" name="Rectangle 1"/>
          <p:cNvSpPr/>
          <p:nvPr/>
        </p:nvSpPr>
        <p:spPr>
          <a:xfrm>
            <a:off x="2323337" y="52775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smtClean="0"/>
              <a:t>https://content.kemet.com/datasheets/KEM_F3119_C44U_M.pdf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09" y="1423987"/>
            <a:ext cx="8096250" cy="3095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603250"/>
            <a:ext cx="2152650" cy="1485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341" b="28172"/>
          <a:stretch/>
        </p:blipFill>
        <p:spPr>
          <a:xfrm>
            <a:off x="8927465" y="2089151"/>
            <a:ext cx="2226310" cy="2120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465" y="2897033"/>
            <a:ext cx="2365375" cy="315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3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1337" y="528260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Power </a:t>
            </a:r>
            <a:r>
              <a:rPr lang="sv-SE" dirty="0" err="1" smtClean="0"/>
              <a:t>Module</a:t>
            </a:r>
            <a:endParaRPr lang="sv-SE" dirty="0"/>
          </a:p>
        </p:txBody>
      </p:sp>
      <p:sp>
        <p:nvSpPr>
          <p:cNvPr id="2" name="Rectangle 1"/>
          <p:cNvSpPr/>
          <p:nvPr/>
        </p:nvSpPr>
        <p:spPr>
          <a:xfrm>
            <a:off x="177800" y="5537538"/>
            <a:ext cx="11899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https://www.infineon.com/dgdl/Infineon-FF3MR20KM1H-DataSheet-v01_00-EN.pdf?fileId=8ac78c8c8afe5bd0018b18a8bcde381a&amp;_gl=1*d4az8w*_up*MQ..&amp;gclid=CjwKCAjwodC2BhAHEiwAE67hJH0tvJHgZ57l5CyZLWo7A3vgT-FzpCPN5dYoo1eviVThRGPVYWDNCxoCv08QAvD_BwE&amp;gclsrc=aw.ds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2" y="1021823"/>
            <a:ext cx="5509177" cy="44946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1021823"/>
            <a:ext cx="2971800" cy="18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0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7100" y="1111935"/>
            <a:ext cx="9867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https://www.mersen.com/products/solutions-power-management/bus-bars/laminated-bus-bar</a:t>
            </a:r>
            <a:endParaRPr lang="sv-SE" dirty="0"/>
          </a:p>
        </p:txBody>
      </p:sp>
      <p:sp>
        <p:nvSpPr>
          <p:cNvPr id="5" name="TextBox 4"/>
          <p:cNvSpPr txBox="1"/>
          <p:nvPr/>
        </p:nvSpPr>
        <p:spPr>
          <a:xfrm>
            <a:off x="4622037" y="413960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Mersen</a:t>
            </a:r>
            <a:r>
              <a:rPr lang="sv-SE" dirty="0" smtClean="0"/>
              <a:t>- </a:t>
            </a:r>
            <a:r>
              <a:rPr lang="sv-SE" dirty="0" err="1" smtClean="0"/>
              <a:t>Laminated</a:t>
            </a:r>
            <a:r>
              <a:rPr lang="sv-SE" dirty="0" smtClean="0"/>
              <a:t> </a:t>
            </a:r>
            <a:r>
              <a:rPr lang="sv-SE" dirty="0" err="1" smtClean="0"/>
              <a:t>BusBar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927100" y="1809910"/>
            <a:ext cx="1000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https://www.mersen.com/sites/default/files/publications-media/5-spm-bus-bar-solutions-guide-mersen.pdf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3339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60159" y="1230653"/>
            <a:ext cx="901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https://www.digikey.se/en/products/detail/kemet/C1206C103KFRAC7800/4172876</a:t>
            </a:r>
            <a:endParaRPr lang="sv-SE" dirty="0"/>
          </a:p>
        </p:txBody>
      </p:sp>
      <p:sp>
        <p:nvSpPr>
          <p:cNvPr id="5" name="TextBox 4"/>
          <p:cNvSpPr txBox="1"/>
          <p:nvPr/>
        </p:nvSpPr>
        <p:spPr>
          <a:xfrm>
            <a:off x="4634737" y="833060"/>
            <a:ext cx="292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Ceramic</a:t>
            </a:r>
            <a:r>
              <a:rPr lang="sv-SE" dirty="0" smtClean="0"/>
              <a:t> </a:t>
            </a:r>
            <a:r>
              <a:rPr lang="sv-SE" dirty="0" err="1" smtClean="0"/>
              <a:t>Capacitors</a:t>
            </a:r>
            <a:endParaRPr lang="sv-SE" dirty="0"/>
          </a:p>
        </p:txBody>
      </p:sp>
      <p:pic>
        <p:nvPicPr>
          <p:cNvPr id="1026" name="Picture 2" descr="1206 (3216 Metric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430" y="579468"/>
            <a:ext cx="1288922" cy="128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11405" y="1772598"/>
            <a:ext cx="85820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digikey.se/sv/products/detail/epcos---tdk-electronics/B58035U5106M001/7100511?utm_adgroup=&amp;utm_source=google&amp;utm_medium=cpc&amp;utm_campaign=PMAX%20Shopping_Product_High%20Performers&amp;utm_term=&amp;productid=7100511&amp;utm_content=&amp;utm_id=go_cmp-19549529751_adg-_ad-__dev-c_ext-_prd-7100511_sig-Cj0KCQjwiuC2BhDSARIsALOVfBK3gnNyJD4gNDtxFLe2PbrxTl23Ee5nHfKNWer-tUhf3DXTEcDGmY8aAhlIEALw_wcB&amp;gad_source=1&amp;gclid=Cj0KCQjwiuC2BhDSARIsALOVfBK3gnNyJD4gNDtxFLe2PbrxTl23Ee5nHfKNWer-tUhf3DXTEcDGmY8aAhlIEALw_wcB</a:t>
            </a:r>
            <a:endParaRPr lang="sv-SE" dirty="0"/>
          </a:p>
        </p:txBody>
      </p:sp>
      <p:pic>
        <p:nvPicPr>
          <p:cNvPr id="1028" name="Picture 4" descr="Z63000Z2910Z001Zxx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92" b="16124"/>
          <a:stretch/>
        </p:blipFill>
        <p:spPr bwMode="auto">
          <a:xfrm>
            <a:off x="9944513" y="2117824"/>
            <a:ext cx="2247487" cy="143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460159" y="455208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smtClean="0"/>
              <a:t>https://www.mouser.se/ProductDetail/KEMET/C4BSWBX3100ZBFJ?qs=pqRVuuzkf6aXSxIQ488d%252BA%3D%3D&amp;mgh=1&amp;utm_id=20705987001&amp;gad_source=1&amp;gclid=CjwKCAjwreW2BhBhEiwAavLwfJsji_u-DcaDpKUsbHfvasufdkQoWE9aNXyBKvdaYv2aoY4nhIw_gBoCv_4QAvD_BwE</a:t>
            </a:r>
            <a:endParaRPr lang="sv-SE" dirty="0"/>
          </a:p>
        </p:txBody>
      </p:sp>
      <p:pic>
        <p:nvPicPr>
          <p:cNvPr id="1030" name="Picture 6" descr="KEMET C4BSWBX3100ZBFJ Enlarg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204" y="4330355"/>
            <a:ext cx="1740452" cy="174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47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sp>
        <p:nvSpPr>
          <p:cNvPr id="5" name="TextBox 4"/>
          <p:cNvSpPr txBox="1"/>
          <p:nvPr/>
        </p:nvSpPr>
        <p:spPr>
          <a:xfrm>
            <a:off x="4895850" y="857250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Or PCB?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3898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5168</TotalTime>
  <Words>74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31</cp:revision>
  <dcterms:created xsi:type="dcterms:W3CDTF">2024-09-01T18:02:47Z</dcterms:created>
  <dcterms:modified xsi:type="dcterms:W3CDTF">2024-09-26T07:41:32Z</dcterms:modified>
</cp:coreProperties>
</file>