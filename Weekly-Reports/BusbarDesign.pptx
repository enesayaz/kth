
<file path=[Content_Types].xml><?xml version="1.0" encoding="utf-8"?>
<Types xmlns="http://schemas.openxmlformats.org/package/2006/content-types">
  <Default Extension="png" ContentType="image/png"/>
  <Default Extension="jfif" ContentType="image/jpe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65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496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79166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8306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5940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97194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30775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14821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83621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73371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9902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56573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55717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D35ECE-3F6D-4BEF-BD5C-0A55DC54F922}" type="datetimeFigureOut">
              <a:rPr lang="sv-SE" smtClean="0"/>
              <a:t>2024-09-01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59A477-E9E5-4FA4-8060-D47E955487C1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63112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f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581063" y="3242726"/>
            <a:ext cx="8247888" cy="30175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" name="Rectangle 4"/>
          <p:cNvSpPr/>
          <p:nvPr/>
        </p:nvSpPr>
        <p:spPr>
          <a:xfrm>
            <a:off x="6582831" y="3666398"/>
            <a:ext cx="3712464" cy="644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6" name="Rectangle 5"/>
          <p:cNvSpPr/>
          <p:nvPr/>
        </p:nvSpPr>
        <p:spPr>
          <a:xfrm>
            <a:off x="4962819" y="4325861"/>
            <a:ext cx="5328666" cy="46329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" name="Rectangle 6"/>
          <p:cNvSpPr/>
          <p:nvPr/>
        </p:nvSpPr>
        <p:spPr>
          <a:xfrm>
            <a:off x="2650062" y="3675542"/>
            <a:ext cx="2047875" cy="214156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8" name="Rectangle 7"/>
          <p:cNvSpPr/>
          <p:nvPr/>
        </p:nvSpPr>
        <p:spPr>
          <a:xfrm>
            <a:off x="1581063" y="2785526"/>
            <a:ext cx="8247888" cy="30175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9" name="Rectangle 8"/>
          <p:cNvSpPr/>
          <p:nvPr/>
        </p:nvSpPr>
        <p:spPr>
          <a:xfrm>
            <a:off x="6491391" y="2326802"/>
            <a:ext cx="1106424" cy="301752"/>
          </a:xfrm>
          <a:prstGeom prst="rect">
            <a:avLst/>
          </a:prstGeom>
          <a:solidFill>
            <a:srgbClr val="00B05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" name="Rectangle 9"/>
          <p:cNvSpPr/>
          <p:nvPr/>
        </p:nvSpPr>
        <p:spPr>
          <a:xfrm>
            <a:off x="1581063" y="3087278"/>
            <a:ext cx="8247888" cy="14325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Rectangle 10"/>
          <p:cNvSpPr/>
          <p:nvPr/>
        </p:nvSpPr>
        <p:spPr>
          <a:xfrm>
            <a:off x="1581063" y="2660558"/>
            <a:ext cx="8247888" cy="14325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2" name="Rectangle 11"/>
          <p:cNvSpPr/>
          <p:nvPr/>
        </p:nvSpPr>
        <p:spPr>
          <a:xfrm>
            <a:off x="2650062" y="2358806"/>
            <a:ext cx="941832" cy="30175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3" name="Rectangle 12"/>
          <p:cNvSpPr/>
          <p:nvPr/>
        </p:nvSpPr>
        <p:spPr>
          <a:xfrm>
            <a:off x="3863166" y="2358806"/>
            <a:ext cx="941832" cy="30175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4" name="Rectangle 13"/>
          <p:cNvSpPr/>
          <p:nvPr/>
        </p:nvSpPr>
        <p:spPr>
          <a:xfrm>
            <a:off x="1581063" y="3513998"/>
            <a:ext cx="8247888" cy="14325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5" name="Rectangle 14"/>
          <p:cNvSpPr/>
          <p:nvPr/>
        </p:nvSpPr>
        <p:spPr>
          <a:xfrm>
            <a:off x="6864771" y="2642270"/>
            <a:ext cx="315468" cy="1019556"/>
          </a:xfrm>
          <a:prstGeom prst="rect">
            <a:avLst/>
          </a:prstGeom>
          <a:solidFill>
            <a:srgbClr val="A365D1"/>
          </a:solidFill>
          <a:ln>
            <a:solidFill>
              <a:srgbClr val="A365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7" name="Rectangle 16"/>
          <p:cNvSpPr/>
          <p:nvPr/>
        </p:nvSpPr>
        <p:spPr>
          <a:xfrm>
            <a:off x="6683415" y="2628554"/>
            <a:ext cx="181356" cy="99288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8" name="Rectangle 17"/>
          <p:cNvSpPr/>
          <p:nvPr/>
        </p:nvSpPr>
        <p:spPr>
          <a:xfrm>
            <a:off x="7195479" y="2637698"/>
            <a:ext cx="181356" cy="99288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9" name="Rectangle 18"/>
          <p:cNvSpPr/>
          <p:nvPr/>
        </p:nvSpPr>
        <p:spPr>
          <a:xfrm>
            <a:off x="8064159" y="3513998"/>
            <a:ext cx="290322" cy="143256"/>
          </a:xfrm>
          <a:prstGeom prst="rect">
            <a:avLst/>
          </a:prstGeom>
          <a:solidFill>
            <a:srgbClr val="A365D1"/>
          </a:solidFill>
          <a:ln>
            <a:solidFill>
              <a:srgbClr val="A365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0" name="Rectangle 19"/>
          <p:cNvSpPr/>
          <p:nvPr/>
        </p:nvSpPr>
        <p:spPr>
          <a:xfrm>
            <a:off x="8817015" y="3107090"/>
            <a:ext cx="181356" cy="54178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1" name="Rectangle 20"/>
          <p:cNvSpPr/>
          <p:nvPr/>
        </p:nvSpPr>
        <p:spPr>
          <a:xfrm>
            <a:off x="9288693" y="3080039"/>
            <a:ext cx="181356" cy="53263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2" name="Rectangle 21"/>
          <p:cNvSpPr/>
          <p:nvPr/>
        </p:nvSpPr>
        <p:spPr>
          <a:xfrm>
            <a:off x="8998371" y="3075086"/>
            <a:ext cx="290322" cy="580644"/>
          </a:xfrm>
          <a:prstGeom prst="rect">
            <a:avLst/>
          </a:prstGeom>
          <a:solidFill>
            <a:srgbClr val="A365D1"/>
          </a:solidFill>
          <a:ln>
            <a:solidFill>
              <a:srgbClr val="A365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3" name="Rectangle 22"/>
          <p:cNvSpPr/>
          <p:nvPr/>
        </p:nvSpPr>
        <p:spPr>
          <a:xfrm>
            <a:off x="4176348" y="2647604"/>
            <a:ext cx="315468" cy="1019556"/>
          </a:xfrm>
          <a:prstGeom prst="rect">
            <a:avLst/>
          </a:prstGeom>
          <a:solidFill>
            <a:srgbClr val="A365D1"/>
          </a:solidFill>
          <a:ln>
            <a:solidFill>
              <a:srgbClr val="A365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4" name="Rectangle 23"/>
          <p:cNvSpPr/>
          <p:nvPr/>
        </p:nvSpPr>
        <p:spPr>
          <a:xfrm>
            <a:off x="4516581" y="3140618"/>
            <a:ext cx="181356" cy="54178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5" name="Rectangle 24"/>
          <p:cNvSpPr/>
          <p:nvPr/>
        </p:nvSpPr>
        <p:spPr>
          <a:xfrm>
            <a:off x="3986610" y="3140618"/>
            <a:ext cx="181356" cy="54178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Rectangle 25"/>
          <p:cNvSpPr/>
          <p:nvPr/>
        </p:nvSpPr>
        <p:spPr>
          <a:xfrm>
            <a:off x="2983818" y="2654462"/>
            <a:ext cx="315468" cy="1019556"/>
          </a:xfrm>
          <a:prstGeom prst="rect">
            <a:avLst/>
          </a:prstGeom>
          <a:solidFill>
            <a:srgbClr val="A365D1"/>
          </a:solidFill>
          <a:ln>
            <a:solidFill>
              <a:srgbClr val="A365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3307668" y="2653129"/>
            <a:ext cx="181356" cy="54178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2786841" y="2673131"/>
            <a:ext cx="181356" cy="54178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TextBox 28"/>
          <p:cNvSpPr txBox="1"/>
          <p:nvPr/>
        </p:nvSpPr>
        <p:spPr>
          <a:xfrm>
            <a:off x="5887395" y="745343"/>
            <a:ext cx="1390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smtClean="0"/>
              <a:t>Front </a:t>
            </a:r>
            <a:r>
              <a:rPr lang="sv-SE" dirty="0" err="1"/>
              <a:t>V</a:t>
            </a:r>
            <a:r>
              <a:rPr lang="sv-SE" dirty="0" err="1" smtClean="0"/>
              <a:t>iew</a:t>
            </a:r>
            <a:endParaRPr lang="sv-SE" dirty="0"/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9790851" y="4379836"/>
            <a:ext cx="488275" cy="618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758423" y="4392393"/>
            <a:ext cx="712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200" dirty="0" smtClean="0"/>
              <a:t>13.2mm</a:t>
            </a:r>
            <a:endParaRPr lang="sv-SE" sz="1200" dirty="0"/>
          </a:p>
        </p:txBody>
      </p:sp>
      <p:sp>
        <p:nvSpPr>
          <p:cNvPr id="38" name="TextBox 37"/>
          <p:cNvSpPr txBox="1"/>
          <p:nvPr/>
        </p:nvSpPr>
        <p:spPr>
          <a:xfrm>
            <a:off x="8216683" y="4934753"/>
            <a:ext cx="9342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200" dirty="0" smtClean="0"/>
              <a:t>106.4mm</a:t>
            </a:r>
            <a:endParaRPr lang="sv-SE" sz="1200" dirty="0"/>
          </a:p>
        </p:txBody>
      </p:sp>
      <p:cxnSp>
        <p:nvCxnSpPr>
          <p:cNvPr id="39" name="Straight Arrow Connector 38"/>
          <p:cNvCxnSpPr/>
          <p:nvPr/>
        </p:nvCxnSpPr>
        <p:spPr>
          <a:xfrm>
            <a:off x="6582533" y="4901933"/>
            <a:ext cx="3674662" cy="1380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5" idx="1"/>
          </p:cNvCxnSpPr>
          <p:nvPr/>
        </p:nvCxnSpPr>
        <p:spPr>
          <a:xfrm flipH="1">
            <a:off x="6582533" y="3988555"/>
            <a:ext cx="298" cy="91337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10257957" y="4269742"/>
            <a:ext cx="21169" cy="106825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H="1">
            <a:off x="4962819" y="4354113"/>
            <a:ext cx="6771" cy="9653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9818323" y="3668816"/>
            <a:ext cx="22987" cy="16691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>
            <a:off x="5000150" y="5319494"/>
            <a:ext cx="5268391" cy="6255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235434" y="5427237"/>
            <a:ext cx="9342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200" dirty="0" smtClean="0"/>
              <a:t>140mm</a:t>
            </a:r>
            <a:endParaRPr lang="sv-SE" sz="1200" dirty="0"/>
          </a:p>
        </p:txBody>
      </p:sp>
      <p:sp>
        <p:nvSpPr>
          <p:cNvPr id="56" name="TextBox 55"/>
          <p:cNvSpPr txBox="1"/>
          <p:nvPr/>
        </p:nvSpPr>
        <p:spPr>
          <a:xfrm>
            <a:off x="1730034" y="2762142"/>
            <a:ext cx="647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smtClean="0">
                <a:solidFill>
                  <a:schemeClr val="bg1"/>
                </a:solidFill>
              </a:rPr>
              <a:t>DC +</a:t>
            </a:r>
            <a:endParaRPr lang="sv-SE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683726" y="3180742"/>
            <a:ext cx="647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smtClean="0">
                <a:solidFill>
                  <a:schemeClr val="bg1"/>
                </a:solidFill>
              </a:rPr>
              <a:t>DC -</a:t>
            </a:r>
            <a:endParaRPr lang="sv-SE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791880" y="2266557"/>
            <a:ext cx="647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smtClean="0">
                <a:solidFill>
                  <a:schemeClr val="bg1"/>
                </a:solidFill>
              </a:rPr>
              <a:t>AC</a:t>
            </a:r>
            <a:endParaRPr lang="sv-SE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022299" y="4454076"/>
            <a:ext cx="14590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 err="1" smtClean="0">
                <a:solidFill>
                  <a:schemeClr val="bg1"/>
                </a:solidFill>
              </a:rPr>
              <a:t>Capacitor</a:t>
            </a:r>
            <a:endParaRPr lang="sv-SE" dirty="0">
              <a:solidFill>
                <a:schemeClr val="bg1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597815" y="3784424"/>
            <a:ext cx="21606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 smtClean="0">
                <a:solidFill>
                  <a:schemeClr val="bg1"/>
                </a:solidFill>
              </a:rPr>
              <a:t>Power </a:t>
            </a:r>
            <a:r>
              <a:rPr lang="sv-SE" sz="2400" dirty="0" err="1" smtClean="0">
                <a:solidFill>
                  <a:schemeClr val="bg1"/>
                </a:solidFill>
              </a:rPr>
              <a:t>Module</a:t>
            </a:r>
            <a:endParaRPr lang="sv-SE" dirty="0">
              <a:solidFill>
                <a:schemeClr val="bg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928137" y="4323997"/>
            <a:ext cx="14590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 smtClean="0">
                <a:solidFill>
                  <a:schemeClr val="bg1"/>
                </a:solidFill>
              </a:rPr>
              <a:t>Cold Plate</a:t>
            </a:r>
            <a:endParaRPr lang="sv-SE" dirty="0">
              <a:solidFill>
                <a:schemeClr val="bg1"/>
              </a:solidFill>
            </a:endParaRPr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2644024" y="5924850"/>
            <a:ext cx="205391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4697937" y="5697437"/>
            <a:ext cx="6770" cy="2798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2630484" y="5656743"/>
            <a:ext cx="6770" cy="2798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435511" y="5934756"/>
            <a:ext cx="9342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200" dirty="0" smtClean="0"/>
              <a:t>85mm</a:t>
            </a:r>
            <a:endParaRPr lang="sv-SE" sz="1200" dirty="0"/>
          </a:p>
        </p:txBody>
      </p:sp>
      <p:sp>
        <p:nvSpPr>
          <p:cNvPr id="71" name="Rectangle 70"/>
          <p:cNvSpPr/>
          <p:nvPr/>
        </p:nvSpPr>
        <p:spPr>
          <a:xfrm>
            <a:off x="10020975" y="3242726"/>
            <a:ext cx="270510" cy="43700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7" name="Rectangle 76"/>
          <p:cNvSpPr/>
          <p:nvPr/>
        </p:nvSpPr>
        <p:spPr>
          <a:xfrm>
            <a:off x="10010307" y="2673131"/>
            <a:ext cx="1906524" cy="100660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02771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/>
          <p:nvPr/>
        </p:nvSpPr>
        <p:spPr>
          <a:xfrm>
            <a:off x="5833872" y="768096"/>
            <a:ext cx="3709416" cy="5701284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Rectangle 10"/>
          <p:cNvSpPr/>
          <p:nvPr/>
        </p:nvSpPr>
        <p:spPr>
          <a:xfrm>
            <a:off x="3466338" y="1051560"/>
            <a:ext cx="5715000" cy="5166359"/>
          </a:xfrm>
          <a:prstGeom prst="rect">
            <a:avLst/>
          </a:prstGeom>
          <a:solidFill>
            <a:schemeClr val="accent4">
              <a:lumMod val="40000"/>
              <a:lumOff val="60000"/>
              <a:alpha val="5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6294861" y="5436208"/>
            <a:ext cx="2900221" cy="513521"/>
          </a:xfrm>
          <a:prstGeom prst="rect">
            <a:avLst/>
          </a:prstGeom>
          <a:solidFill>
            <a:schemeClr val="bg2">
              <a:lumMod val="75000"/>
              <a:alpha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6294861" y="4605669"/>
            <a:ext cx="2900221" cy="513521"/>
          </a:xfrm>
          <a:prstGeom prst="rect">
            <a:avLst/>
          </a:prstGeom>
          <a:solidFill>
            <a:schemeClr val="bg2">
              <a:lumMod val="75000"/>
              <a:alpha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6294861" y="3786843"/>
            <a:ext cx="2900221" cy="513521"/>
          </a:xfrm>
          <a:prstGeom prst="rect">
            <a:avLst/>
          </a:prstGeom>
          <a:solidFill>
            <a:schemeClr val="bg2">
              <a:lumMod val="75000"/>
              <a:alpha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3" name="Oval 32"/>
          <p:cNvSpPr/>
          <p:nvPr/>
        </p:nvSpPr>
        <p:spPr>
          <a:xfrm>
            <a:off x="4222595" y="4185302"/>
            <a:ext cx="855021" cy="840734"/>
          </a:xfrm>
          <a:prstGeom prst="ellipse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4" name="Oval 33"/>
          <p:cNvSpPr/>
          <p:nvPr/>
        </p:nvSpPr>
        <p:spPr>
          <a:xfrm>
            <a:off x="4206690" y="5238752"/>
            <a:ext cx="855021" cy="840734"/>
          </a:xfrm>
          <a:prstGeom prst="ellipse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5" name="TextBox 34"/>
          <p:cNvSpPr txBox="1"/>
          <p:nvPr/>
        </p:nvSpPr>
        <p:spPr>
          <a:xfrm>
            <a:off x="5621654" y="236012"/>
            <a:ext cx="2921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err="1" smtClean="0"/>
              <a:t>Top</a:t>
            </a:r>
            <a:r>
              <a:rPr lang="sv-SE" dirty="0" smtClean="0"/>
              <a:t> </a:t>
            </a:r>
            <a:r>
              <a:rPr lang="sv-SE" dirty="0" err="1" smtClean="0"/>
              <a:t>View</a:t>
            </a:r>
            <a:endParaRPr lang="sv-SE" dirty="0"/>
          </a:p>
        </p:txBody>
      </p:sp>
      <p:sp>
        <p:nvSpPr>
          <p:cNvPr id="36" name="Rectangle 35"/>
          <p:cNvSpPr/>
          <p:nvPr/>
        </p:nvSpPr>
        <p:spPr>
          <a:xfrm>
            <a:off x="6247121" y="2930422"/>
            <a:ext cx="2900221" cy="513521"/>
          </a:xfrm>
          <a:prstGeom prst="rect">
            <a:avLst/>
          </a:prstGeom>
          <a:solidFill>
            <a:schemeClr val="bg2">
              <a:lumMod val="75000"/>
              <a:alpha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7" name="Rectangle 36"/>
          <p:cNvSpPr/>
          <p:nvPr/>
        </p:nvSpPr>
        <p:spPr>
          <a:xfrm>
            <a:off x="6247121" y="2099883"/>
            <a:ext cx="2900221" cy="513521"/>
          </a:xfrm>
          <a:prstGeom prst="rect">
            <a:avLst/>
          </a:prstGeom>
          <a:solidFill>
            <a:schemeClr val="bg2">
              <a:lumMod val="75000"/>
              <a:alpha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8" name="Rectangle 37"/>
          <p:cNvSpPr/>
          <p:nvPr/>
        </p:nvSpPr>
        <p:spPr>
          <a:xfrm>
            <a:off x="6247121" y="1281057"/>
            <a:ext cx="2900221" cy="513521"/>
          </a:xfrm>
          <a:prstGeom prst="rect">
            <a:avLst/>
          </a:prstGeom>
          <a:solidFill>
            <a:schemeClr val="bg2">
              <a:lumMod val="75000"/>
              <a:alpha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9" name="Oval 38"/>
          <p:cNvSpPr/>
          <p:nvPr/>
        </p:nvSpPr>
        <p:spPr>
          <a:xfrm>
            <a:off x="4214643" y="2089688"/>
            <a:ext cx="855021" cy="840734"/>
          </a:xfrm>
          <a:prstGeom prst="ellipse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0" name="Oval 39"/>
          <p:cNvSpPr/>
          <p:nvPr/>
        </p:nvSpPr>
        <p:spPr>
          <a:xfrm>
            <a:off x="4206691" y="3194122"/>
            <a:ext cx="855021" cy="840734"/>
          </a:xfrm>
          <a:prstGeom prst="ellipse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1" name="Oval 40"/>
          <p:cNvSpPr/>
          <p:nvPr/>
        </p:nvSpPr>
        <p:spPr>
          <a:xfrm>
            <a:off x="4214642" y="1142596"/>
            <a:ext cx="855021" cy="840734"/>
          </a:xfrm>
          <a:prstGeom prst="ellipse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61555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840" y="1187777"/>
            <a:ext cx="5866721" cy="338903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6506" y="1520219"/>
            <a:ext cx="3733800" cy="2724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71337" y="528260"/>
            <a:ext cx="2921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smtClean="0"/>
              <a:t>Heatsink</a:t>
            </a:r>
            <a:endParaRPr lang="sv-SE" dirty="0"/>
          </a:p>
        </p:txBody>
      </p:sp>
      <p:sp>
        <p:nvSpPr>
          <p:cNvPr id="7" name="Rectangle 6"/>
          <p:cNvSpPr/>
          <p:nvPr/>
        </p:nvSpPr>
        <p:spPr>
          <a:xfrm>
            <a:off x="1168400" y="5199438"/>
            <a:ext cx="9601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smtClean="0"/>
              <a:t>https://www.dau-heatsinks.com/fileadmin/user_upload/DAU/Datenblaetter_Juni_2024/Miba_Product_Flyer_Liquid_Cooling_Series_KS.pdf?utm_source=pocket_saves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490255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371337" y="528260"/>
            <a:ext cx="2921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err="1" smtClean="0"/>
              <a:t>Capacitor</a:t>
            </a:r>
            <a:endParaRPr lang="sv-SE" dirty="0"/>
          </a:p>
        </p:txBody>
      </p:sp>
      <p:sp>
        <p:nvSpPr>
          <p:cNvPr id="2" name="Rectangle 1"/>
          <p:cNvSpPr/>
          <p:nvPr/>
        </p:nvSpPr>
        <p:spPr>
          <a:xfrm>
            <a:off x="2323337" y="527753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sv-SE" dirty="0" smtClean="0"/>
              <a:t>https://content.kemet.com/datasheets/KEM_F3119_C44U_M.pdf</a:t>
            </a:r>
            <a:endParaRPr lang="sv-S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09" y="1423987"/>
            <a:ext cx="8096250" cy="30956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900" y="603250"/>
            <a:ext cx="2152650" cy="14859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4"/>
          <a:srcRect l="341" b="28172"/>
          <a:stretch/>
        </p:blipFill>
        <p:spPr>
          <a:xfrm>
            <a:off x="8927465" y="2089151"/>
            <a:ext cx="2226310" cy="21209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8899" y="2766695"/>
            <a:ext cx="2365375" cy="3153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437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371337" y="528260"/>
            <a:ext cx="2921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smtClean="0"/>
              <a:t>Power </a:t>
            </a:r>
            <a:r>
              <a:rPr lang="sv-SE" dirty="0" err="1" smtClean="0"/>
              <a:t>Module</a:t>
            </a:r>
            <a:endParaRPr lang="sv-SE" dirty="0"/>
          </a:p>
        </p:txBody>
      </p:sp>
      <p:sp>
        <p:nvSpPr>
          <p:cNvPr id="2" name="Rectangle 1"/>
          <p:cNvSpPr/>
          <p:nvPr/>
        </p:nvSpPr>
        <p:spPr>
          <a:xfrm>
            <a:off x="177800" y="5537538"/>
            <a:ext cx="118999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smtClean="0"/>
              <a:t>https://www.infineon.com/dgdl/Infineon-FF3MR20KM1H-DataSheet-v01_00-EN.pdf?fileId=8ac78c8c8afe5bd0018b18a8bcde381a&amp;_gl=1*d4az8w*_up*MQ..&amp;gclid=CjwKCAjwodC2BhAHEiwAE67hJH0tvJHgZ57l5CyZLWo7A3vgT-FzpCPN5dYoo1eviVThRGPVYWDNCxoCv08QAvD_BwE&amp;gclsrc=aw.ds</a:t>
            </a:r>
            <a:endParaRPr lang="sv-S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222" y="1021823"/>
            <a:ext cx="5509177" cy="449466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4300" y="1021823"/>
            <a:ext cx="2971800" cy="1881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806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27100" y="1111935"/>
            <a:ext cx="98679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smtClean="0"/>
              <a:t>https://www.mersen.com/products/solutions-power-management/bus-bars/laminated-bus-bar</a:t>
            </a:r>
            <a:endParaRPr lang="sv-SE" dirty="0"/>
          </a:p>
        </p:txBody>
      </p:sp>
      <p:sp>
        <p:nvSpPr>
          <p:cNvPr id="5" name="TextBox 4"/>
          <p:cNvSpPr txBox="1"/>
          <p:nvPr/>
        </p:nvSpPr>
        <p:spPr>
          <a:xfrm>
            <a:off x="4622037" y="413960"/>
            <a:ext cx="2921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err="1" smtClean="0"/>
              <a:t>Mersen</a:t>
            </a:r>
            <a:r>
              <a:rPr lang="sv-SE" dirty="0" smtClean="0"/>
              <a:t>- </a:t>
            </a:r>
            <a:r>
              <a:rPr lang="sv-SE" dirty="0" err="1" smtClean="0"/>
              <a:t>Laminated</a:t>
            </a:r>
            <a:r>
              <a:rPr lang="sv-SE" dirty="0" smtClean="0"/>
              <a:t> </a:t>
            </a:r>
            <a:r>
              <a:rPr lang="sv-SE" dirty="0" err="1" smtClean="0"/>
              <a:t>BusBar</a:t>
            </a:r>
            <a:endParaRPr lang="sv-SE" dirty="0"/>
          </a:p>
        </p:txBody>
      </p:sp>
      <p:sp>
        <p:nvSpPr>
          <p:cNvPr id="6" name="Rectangle 5"/>
          <p:cNvSpPr/>
          <p:nvPr/>
        </p:nvSpPr>
        <p:spPr>
          <a:xfrm>
            <a:off x="927100" y="1809910"/>
            <a:ext cx="10007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smtClean="0"/>
              <a:t>https://www.mersen.com/sites/default/files/publications-media/5-spm-bus-bar-solutions-guide-mersen.pdf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433390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460159" y="1230653"/>
            <a:ext cx="9017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smtClean="0"/>
              <a:t>https://www.digikey.se/en/products/detail/kemet/C1206C103KFRAC7800/4172876</a:t>
            </a:r>
            <a:endParaRPr lang="sv-SE" dirty="0"/>
          </a:p>
        </p:txBody>
      </p:sp>
      <p:sp>
        <p:nvSpPr>
          <p:cNvPr id="5" name="TextBox 4"/>
          <p:cNvSpPr txBox="1"/>
          <p:nvPr/>
        </p:nvSpPr>
        <p:spPr>
          <a:xfrm>
            <a:off x="4634737" y="833060"/>
            <a:ext cx="2921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err="1" smtClean="0"/>
              <a:t>Ceramic</a:t>
            </a:r>
            <a:r>
              <a:rPr lang="sv-SE" dirty="0" smtClean="0"/>
              <a:t> </a:t>
            </a:r>
            <a:r>
              <a:rPr lang="sv-SE" dirty="0" err="1" smtClean="0"/>
              <a:t>Capacitors</a:t>
            </a:r>
            <a:endParaRPr lang="sv-SE" dirty="0"/>
          </a:p>
        </p:txBody>
      </p:sp>
      <p:pic>
        <p:nvPicPr>
          <p:cNvPr id="1026" name="Picture 2" descr="1206 (3216 Metric)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3430" y="579468"/>
            <a:ext cx="1288922" cy="1288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/>
          <p:cNvSpPr/>
          <p:nvPr/>
        </p:nvSpPr>
        <p:spPr>
          <a:xfrm>
            <a:off x="1511405" y="1772598"/>
            <a:ext cx="8582025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smtClean="0"/>
              <a:t>https://www.digikey.se/sv/products/detail/epcos---tdk-electronics/B58035U5106M001/7100511?utm_adgroup=&amp;utm_source=google&amp;utm_medium=cpc&amp;utm_campaign=PMAX%20Shopping_Product_High%20Performers&amp;utm_term=&amp;productid=7100511&amp;utm_content=&amp;utm_id=go_cmp-19549529751_adg-_ad-__dev-c_ext-_prd-7100511_sig-Cj0KCQjwiuC2BhDSARIsALOVfBK3gnNyJD4gNDtxFLe2PbrxTl23Ee5nHfKNWer-tUhf3DXTEcDGmY8aAhlIEALw_wcB&amp;gad_source=1&amp;gclid=Cj0KCQjwiuC2BhDSARIsALOVfBK3gnNyJD4gNDtxFLe2PbrxTl23Ee5nHfKNWer-tUhf3DXTEcDGmY8aAhlIEALw_wcB</a:t>
            </a:r>
            <a:endParaRPr lang="sv-SE" dirty="0"/>
          </a:p>
        </p:txBody>
      </p:sp>
      <p:pic>
        <p:nvPicPr>
          <p:cNvPr id="1028" name="Picture 4" descr="Z63000Z2910Z001Zxx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92" b="16124"/>
          <a:stretch/>
        </p:blipFill>
        <p:spPr bwMode="auto">
          <a:xfrm>
            <a:off x="9944513" y="2117824"/>
            <a:ext cx="2247487" cy="1433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/>
          <p:cNvSpPr/>
          <p:nvPr/>
        </p:nvSpPr>
        <p:spPr>
          <a:xfrm>
            <a:off x="1460159" y="4552087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sv-SE" dirty="0" smtClean="0"/>
              <a:t>https://www.mouser.se/ProductDetail/KEMET/C4BSWBX3100ZBFJ?qs=pqRVuuzkf6aXSxIQ488d%252BA%3D%3D&amp;mgh=1&amp;utm_id=20705987001&amp;gad_source=1&amp;gclid=CjwKCAjwreW2BhBhEiwAavLwfJsji_u-DcaDpKUsbHfvasufdkQoWE9aNXyBKvdaYv2aoY4nhIw_gBoCv_4QAvD_BwE</a:t>
            </a:r>
            <a:endParaRPr lang="sv-SE" dirty="0"/>
          </a:p>
        </p:txBody>
      </p:sp>
      <p:pic>
        <p:nvPicPr>
          <p:cNvPr id="1030" name="Picture 6" descr="KEMET C4BSWBX3100ZBFJ Enlarged Imag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3204" y="4330355"/>
            <a:ext cx="1740452" cy="1740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9478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  <p:sp>
        <p:nvSpPr>
          <p:cNvPr id="5" name="TextBox 4"/>
          <p:cNvSpPr txBox="1"/>
          <p:nvPr/>
        </p:nvSpPr>
        <p:spPr>
          <a:xfrm>
            <a:off x="4895850" y="857250"/>
            <a:ext cx="307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smtClean="0"/>
              <a:t>Or PCB?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438981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5142</TotalTime>
  <Words>74</Words>
  <Application>Microsoft Office PowerPoint</Application>
  <PresentationFormat>Widescreen</PresentationFormat>
  <Paragraphs>26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28</cp:revision>
  <dcterms:created xsi:type="dcterms:W3CDTF">2024-09-01T18:02:47Z</dcterms:created>
  <dcterms:modified xsi:type="dcterms:W3CDTF">2024-09-05T07:45:20Z</dcterms:modified>
</cp:coreProperties>
</file>