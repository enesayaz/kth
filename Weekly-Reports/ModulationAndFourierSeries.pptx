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37505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1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922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1612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6984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8191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6396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1086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4983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6103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702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E8E33-C009-475D-AAA5-68540FA5BF4D}" type="datetimeFigureOut">
              <a:rPr lang="sv-SE" smtClean="0"/>
              <a:t>2023-09-08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D5C81-65EE-4618-8976-3C7CD17A67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3722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226011" y="506628"/>
            <a:ext cx="3002694" cy="4139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Input Parameters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/>
          <p:cNvCxnSpPr>
            <a:stCxn id="5" idx="3"/>
            <a:endCxn id="13" idx="1"/>
          </p:cNvCxnSpPr>
          <p:nvPr/>
        </p:nvCxnSpPr>
        <p:spPr>
          <a:xfrm flipV="1">
            <a:off x="7228705" y="713603"/>
            <a:ext cx="574585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03290" y="575103"/>
            <a:ext cx="3960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Switching frequency, DC link voltage, Power, Power factor</a:t>
            </a:r>
          </a:p>
        </p:txBody>
      </p: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5727358" y="920579"/>
            <a:ext cx="0" cy="537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26011" y="1458097"/>
            <a:ext cx="3002694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Topology and Modulation Selection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727358" y="2051222"/>
            <a:ext cx="0" cy="537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22" idx="3"/>
            <a:endCxn id="27" idx="1"/>
          </p:cNvCxnSpPr>
          <p:nvPr/>
        </p:nvCxnSpPr>
        <p:spPr>
          <a:xfrm flipV="1">
            <a:off x="7228705" y="1752427"/>
            <a:ext cx="574585" cy="22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03290" y="1521594"/>
            <a:ext cx="396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2 level : SPWM THIPWM SVPWM</a:t>
            </a:r>
          </a:p>
          <a:p>
            <a:r>
              <a:rPr lang="en-US" sz="1200" dirty="0" smtClean="0"/>
              <a:t>3 level NPC: </a:t>
            </a:r>
            <a:r>
              <a:rPr lang="en-US" sz="1200" dirty="0" smtClean="0"/>
              <a:t>SPWM THIPWM SVPWM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26011" y="2586507"/>
            <a:ext cx="3002694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voltage and current waveforms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/>
          <p:cNvCxnSpPr>
            <a:stCxn id="31" idx="1"/>
          </p:cNvCxnSpPr>
          <p:nvPr/>
        </p:nvCxnSpPr>
        <p:spPr>
          <a:xfrm flipH="1" flipV="1">
            <a:off x="3527854" y="2883069"/>
            <a:ext cx="69815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1" idx="3"/>
            <a:endCxn id="36" idx="1"/>
          </p:cNvCxnSpPr>
          <p:nvPr/>
        </p:nvCxnSpPr>
        <p:spPr>
          <a:xfrm>
            <a:off x="7228705" y="2883070"/>
            <a:ext cx="574585" cy="51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03290" y="2745083"/>
            <a:ext cx="3960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U</a:t>
            </a:r>
            <a:endParaRPr lang="en-US" sz="1200" dirty="0" smtClean="0"/>
          </a:p>
        </p:txBody>
      </p:sp>
      <p:sp>
        <p:nvSpPr>
          <p:cNvPr id="39" name="Rounded Rectangle 38"/>
          <p:cNvSpPr/>
          <p:nvPr/>
        </p:nvSpPr>
        <p:spPr>
          <a:xfrm>
            <a:off x="1223320" y="2600747"/>
            <a:ext cx="2304534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Fourier Series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Voltage Harmonics )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/>
          <p:cNvCxnSpPr>
            <a:stCxn id="39" idx="2"/>
          </p:cNvCxnSpPr>
          <p:nvPr/>
        </p:nvCxnSpPr>
        <p:spPr>
          <a:xfrm>
            <a:off x="2375587" y="3193872"/>
            <a:ext cx="0" cy="457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178012" y="3651422"/>
            <a:ext cx="2304534" cy="5931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harmonic loss model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2349844" y="4244547"/>
            <a:ext cx="0" cy="457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89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5</cp:revision>
  <dcterms:created xsi:type="dcterms:W3CDTF">2023-09-08T10:37:41Z</dcterms:created>
  <dcterms:modified xsi:type="dcterms:W3CDTF">2023-09-08T11:57:31Z</dcterms:modified>
</cp:coreProperties>
</file>