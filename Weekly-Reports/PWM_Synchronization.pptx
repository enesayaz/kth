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57" r:id="rId5"/>
    <p:sldId id="263" r:id="rId6"/>
    <p:sldId id="264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93462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769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76185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4918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2742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6402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737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8613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23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691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043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32630-4211-4DA7-B923-328A5B999E12}" type="datetimeFigureOut">
              <a:rPr lang="sv-SE" smtClean="0"/>
              <a:t>2024-02-15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A6E69-5167-4A6F-BD96-9271B472BC8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787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6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emf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8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17" y="671842"/>
            <a:ext cx="3473012" cy="26047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658" y="725305"/>
            <a:ext cx="3358250" cy="251868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9833826" y="1313244"/>
            <a:ext cx="1270" cy="70784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9201044" y="2021091"/>
            <a:ext cx="632782" cy="34773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9833826" y="2021091"/>
            <a:ext cx="637202" cy="37348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70203" y="953249"/>
            <a:ext cx="59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sv-SE" dirty="0"/>
          </a:p>
        </p:txBody>
      </p:sp>
      <p:sp>
        <p:nvSpPr>
          <p:cNvPr id="14" name="TextBox 13"/>
          <p:cNvSpPr txBox="1"/>
          <p:nvPr/>
        </p:nvSpPr>
        <p:spPr>
          <a:xfrm>
            <a:off x="10466608" y="2207832"/>
            <a:ext cx="59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sv-SE" dirty="0"/>
          </a:p>
        </p:txBody>
      </p:sp>
      <p:sp>
        <p:nvSpPr>
          <p:cNvPr id="16" name="TextBox 15"/>
          <p:cNvSpPr txBox="1"/>
          <p:nvPr/>
        </p:nvSpPr>
        <p:spPr>
          <a:xfrm>
            <a:off x="8892815" y="2223583"/>
            <a:ext cx="59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sv-SE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832" y="3651678"/>
            <a:ext cx="4055533" cy="30416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9355" y="3724180"/>
            <a:ext cx="3700839" cy="2775629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4046140" y="4060762"/>
            <a:ext cx="451083" cy="41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291917" y="4060762"/>
            <a:ext cx="481432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769639" y="3977756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639" y="3977756"/>
                <a:ext cx="1266214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 flipH="1">
            <a:off x="6032716" y="4743918"/>
            <a:ext cx="744047" cy="3206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022404" y="4747124"/>
            <a:ext cx="835110" cy="811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734212" y="4574261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12" y="4574261"/>
                <a:ext cx="126621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66794" y="5845392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794" y="5845392"/>
                <a:ext cx="126621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>
            <a:off x="4046140" y="5400439"/>
            <a:ext cx="185721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6562567" y="5436160"/>
            <a:ext cx="21766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53416" y="3334608"/>
            <a:ext cx="12560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CMV</a:t>
            </a:r>
            <a:endParaRPr lang="sv-SE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898962" y="4156772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962" y="4156772"/>
                <a:ext cx="1266214" cy="559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318229" y="3276601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229" y="3276601"/>
                <a:ext cx="1266214" cy="5597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261748" y="4999983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748" y="4999983"/>
                <a:ext cx="1266214" cy="5597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746808" y="5833026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808" y="5833026"/>
                <a:ext cx="1266214" cy="559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9934991" y="5561233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991" y="5561233"/>
                <a:ext cx="1266214" cy="559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381494" y="4774316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1494" y="4774316"/>
                <a:ext cx="1266214" cy="5597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0529364" y="3897926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364" y="3897926"/>
                <a:ext cx="1266214" cy="5597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3784688"/>
            <a:ext cx="3700839" cy="277562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15797" y="171871"/>
            <a:ext cx="36400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3-phase SPWM Waveforms 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424336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91237" y="62745"/>
            <a:ext cx="3329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3-phase CMV elimination </a:t>
            </a:r>
            <a:endParaRPr lang="sv-SE" sz="2400" dirty="0">
              <a:solidFill>
                <a:srgbClr val="FF0000"/>
              </a:solidFill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486197" y="874633"/>
            <a:ext cx="4364027" cy="3405813"/>
            <a:chOff x="193210" y="449495"/>
            <a:chExt cx="5334000" cy="40005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210" y="449495"/>
              <a:ext cx="5334000" cy="4000500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>
            <a:xfrm>
              <a:off x="958127" y="919372"/>
              <a:ext cx="961117" cy="0"/>
            </a:xfrm>
            <a:prstGeom prst="straightConnector1">
              <a:avLst/>
            </a:prstGeom>
            <a:ln w="38100">
              <a:headEnd type="diamon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H="1">
              <a:off x="4017759" y="919372"/>
              <a:ext cx="967028" cy="9423"/>
            </a:xfrm>
            <a:prstGeom prst="straightConnector1">
              <a:avLst/>
            </a:prstGeom>
            <a:ln w="38100">
              <a:headEnd type="diamon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146184" y="728740"/>
                  <a:ext cx="16577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lang="sv-SE" b="1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6184" y="728740"/>
                  <a:ext cx="1657761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9643"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/>
            <p:cNvCxnSpPr/>
            <p:nvPr/>
          </p:nvCxnSpPr>
          <p:spPr>
            <a:xfrm flipH="1">
              <a:off x="3432280" y="1959858"/>
              <a:ext cx="1552507" cy="4594"/>
            </a:xfrm>
            <a:prstGeom prst="straightConnector1">
              <a:avLst/>
            </a:prstGeom>
            <a:ln w="38100">
              <a:headEnd type="diamon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958126" y="1959858"/>
              <a:ext cx="1493970" cy="0"/>
            </a:xfrm>
            <a:prstGeom prst="straightConnector1">
              <a:avLst/>
            </a:prstGeom>
            <a:ln w="38100">
              <a:headEnd type="diamon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113308" y="1759803"/>
                  <a:ext cx="16577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lang="sv-SE" b="1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308" y="1759803"/>
                  <a:ext cx="1657761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9643"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146184" y="3007168"/>
                  <a:ext cx="16577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lang="sv-SE" b="1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6184" y="3007168"/>
                  <a:ext cx="1657761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7857"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/>
            <p:nvPr/>
          </p:nvCxnSpPr>
          <p:spPr>
            <a:xfrm flipV="1">
              <a:off x="902013" y="3207223"/>
              <a:ext cx="480558" cy="1985"/>
            </a:xfrm>
            <a:prstGeom prst="straightConnector1">
              <a:avLst/>
            </a:prstGeom>
            <a:ln w="38100">
              <a:headEnd type="diamon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4550611" y="3193254"/>
              <a:ext cx="434176" cy="7032"/>
            </a:xfrm>
            <a:prstGeom prst="straightConnector1">
              <a:avLst/>
            </a:prstGeom>
            <a:ln w="38100">
              <a:headEnd type="diamon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1781943" y="753704"/>
              <a:ext cx="312420" cy="11196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919366" y="753704"/>
              <a:ext cx="312420" cy="1119685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253303" y="1852709"/>
              <a:ext cx="370639" cy="942441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320489" y="1872518"/>
              <a:ext cx="370639" cy="942441"/>
            </a:xfrm>
            <a:prstGeom prst="rect">
              <a:avLst/>
            </a:prstGeom>
            <a:noFill/>
            <a:ln w="38100">
              <a:solidFill>
                <a:srgbClr val="02C9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63355" y="2851187"/>
              <a:ext cx="370639" cy="942441"/>
            </a:xfrm>
            <a:prstGeom prst="rect">
              <a:avLst/>
            </a:prstGeom>
            <a:noFill/>
            <a:ln w="38100">
              <a:solidFill>
                <a:srgbClr val="BC04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15953" y="2851187"/>
              <a:ext cx="370639" cy="942441"/>
            </a:xfrm>
            <a:prstGeom prst="rect">
              <a:avLst/>
            </a:prstGeom>
            <a:noFill/>
            <a:ln w="38100">
              <a:solidFill>
                <a:srgbClr val="FE7E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6169753" y="663937"/>
            <a:ext cx="3128706" cy="2505572"/>
            <a:chOff x="6169753" y="663936"/>
            <a:chExt cx="4957506" cy="3786059"/>
          </a:xfrm>
        </p:grpSpPr>
        <p:sp>
          <p:nvSpPr>
            <p:cNvPr id="21" name="Rectangle 20"/>
            <p:cNvSpPr/>
            <p:nvPr/>
          </p:nvSpPr>
          <p:spPr>
            <a:xfrm>
              <a:off x="7044921" y="733024"/>
              <a:ext cx="312420" cy="11196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12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300449" y="1959858"/>
              <a:ext cx="312421" cy="1028644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1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064029" y="1978525"/>
              <a:ext cx="293312" cy="1028643"/>
            </a:xfrm>
            <a:prstGeom prst="rect">
              <a:avLst/>
            </a:prstGeom>
            <a:noFill/>
            <a:ln w="38100">
              <a:solidFill>
                <a:srgbClr val="02C9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120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879688" y="3193253"/>
              <a:ext cx="312420" cy="942441"/>
            </a:xfrm>
            <a:prstGeom prst="rect">
              <a:avLst/>
            </a:prstGeom>
            <a:noFill/>
            <a:ln w="38100">
              <a:solidFill>
                <a:srgbClr val="BC04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12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879688" y="753704"/>
              <a:ext cx="312420" cy="1119685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12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309169" y="3200286"/>
              <a:ext cx="312420" cy="942441"/>
            </a:xfrm>
            <a:prstGeom prst="rect">
              <a:avLst/>
            </a:prstGeom>
            <a:noFill/>
            <a:ln w="38100">
              <a:solidFill>
                <a:srgbClr val="FE7E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12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4133" y="1108200"/>
              <a:ext cx="11785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sv-SE" sz="1200" dirty="0" err="1" smtClean="0"/>
                <a:t>Turn</a:t>
              </a:r>
              <a:r>
                <a:rPr lang="sv-SE" sz="1200" dirty="0"/>
                <a:t>-</a:t>
              </a:r>
              <a:r>
                <a:rPr lang="sv-SE" sz="1200" dirty="0" smtClean="0"/>
                <a:t>off</a:t>
              </a:r>
              <a:endParaRPr lang="sv-SE" sz="12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65198" y="2289514"/>
              <a:ext cx="11785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sv-SE" sz="1200" dirty="0" err="1" smtClean="0"/>
                <a:t>Turn</a:t>
              </a:r>
              <a:r>
                <a:rPr lang="sv-SE" sz="1200" dirty="0"/>
                <a:t>-</a:t>
              </a:r>
              <a:r>
                <a:rPr lang="sv-SE" sz="1200" dirty="0" smtClean="0"/>
                <a:t>off</a:t>
              </a:r>
              <a:endParaRPr lang="sv-SE" sz="12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602817" y="1093486"/>
              <a:ext cx="11785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sv-SE" sz="1200" dirty="0" err="1" smtClean="0"/>
                <a:t>Turn</a:t>
              </a:r>
              <a:r>
                <a:rPr lang="sv-SE" sz="1200" dirty="0" smtClean="0"/>
                <a:t>-on</a:t>
              </a:r>
              <a:endParaRPr lang="sv-SE" sz="12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54133" y="2298134"/>
              <a:ext cx="11785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sv-SE" sz="1200" dirty="0" err="1" smtClean="0"/>
                <a:t>Turn</a:t>
              </a:r>
              <a:r>
                <a:rPr lang="sv-SE" sz="1200" dirty="0" smtClean="0"/>
                <a:t>-on</a:t>
              </a:r>
              <a:endParaRPr lang="sv-SE" sz="12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32298" y="3424296"/>
              <a:ext cx="11785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sv-SE" sz="1200" dirty="0" err="1" smtClean="0"/>
                <a:t>Turn</a:t>
              </a:r>
              <a:r>
                <a:rPr lang="sv-SE" sz="1200" dirty="0" smtClean="0"/>
                <a:t>-on</a:t>
              </a:r>
              <a:endParaRPr lang="sv-SE" sz="12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598182" y="3424296"/>
              <a:ext cx="11785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sv-SE" sz="1200" dirty="0" err="1" smtClean="0"/>
                <a:t>Turn</a:t>
              </a:r>
              <a:r>
                <a:rPr lang="sv-SE" sz="1200" dirty="0"/>
                <a:t>-</a:t>
              </a:r>
              <a:r>
                <a:rPr lang="sv-SE" sz="1200" dirty="0" smtClean="0"/>
                <a:t>off</a:t>
              </a:r>
              <a:endParaRPr lang="sv-SE" sz="1200" dirty="0"/>
            </a:p>
          </p:txBody>
        </p:sp>
        <p:cxnSp>
          <p:nvCxnSpPr>
            <p:cNvPr id="39" name="Straight Connector 38"/>
            <p:cNvCxnSpPr/>
            <p:nvPr/>
          </p:nvCxnSpPr>
          <p:spPr>
            <a:xfrm flipV="1">
              <a:off x="6169753" y="919372"/>
              <a:ext cx="983517" cy="761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7163177" y="919372"/>
              <a:ext cx="0" cy="69499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7159112" y="1598789"/>
              <a:ext cx="2876786" cy="1892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0026335" y="904805"/>
              <a:ext cx="0" cy="69499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10026335" y="902234"/>
              <a:ext cx="983517" cy="761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V="1">
              <a:off x="6187267" y="2787531"/>
              <a:ext cx="983517" cy="7619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7163177" y="2079477"/>
              <a:ext cx="0" cy="694998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7185646" y="2094470"/>
              <a:ext cx="1278732" cy="2123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8444140" y="2079477"/>
              <a:ext cx="0" cy="672417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8444141" y="2724925"/>
              <a:ext cx="2559785" cy="18628"/>
            </a:xfrm>
            <a:prstGeom prst="line">
              <a:avLst/>
            </a:prstGeom>
            <a:ln w="3810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6196018" y="4018122"/>
              <a:ext cx="2290843" cy="4871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8468623" y="3316974"/>
              <a:ext cx="0" cy="694998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468623" y="3339511"/>
              <a:ext cx="1567275" cy="2737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10038692" y="3342248"/>
              <a:ext cx="0" cy="694998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10035899" y="4022993"/>
              <a:ext cx="1091360" cy="1290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6172957" y="715788"/>
              <a:ext cx="11516" cy="37342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11012645" y="663936"/>
              <a:ext cx="11516" cy="373420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9266919" y="1830697"/>
                <a:ext cx="29250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919" y="1830697"/>
                <a:ext cx="2925081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/>
          <p:cNvSpPr/>
          <p:nvPr/>
        </p:nvSpPr>
        <p:spPr>
          <a:xfrm>
            <a:off x="8232143" y="3530031"/>
            <a:ext cx="197170" cy="7409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200"/>
          </a:p>
        </p:txBody>
      </p:sp>
      <p:sp>
        <p:nvSpPr>
          <p:cNvPr id="74" name="Rectangle 73"/>
          <p:cNvSpPr/>
          <p:nvPr/>
        </p:nvSpPr>
        <p:spPr>
          <a:xfrm>
            <a:off x="7175180" y="4434712"/>
            <a:ext cx="197170" cy="68074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200"/>
          </a:p>
        </p:txBody>
      </p:sp>
      <p:sp>
        <p:nvSpPr>
          <p:cNvPr id="75" name="Rectangle 74"/>
          <p:cNvSpPr/>
          <p:nvPr/>
        </p:nvSpPr>
        <p:spPr>
          <a:xfrm>
            <a:off x="7882304" y="4425286"/>
            <a:ext cx="185111" cy="680745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200"/>
          </a:p>
        </p:txBody>
      </p:sp>
      <p:sp>
        <p:nvSpPr>
          <p:cNvPr id="76" name="Rectangle 75"/>
          <p:cNvSpPr/>
          <p:nvPr/>
        </p:nvSpPr>
        <p:spPr>
          <a:xfrm>
            <a:off x="7891853" y="5285052"/>
            <a:ext cx="197170" cy="623697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200"/>
          </a:p>
        </p:txBody>
      </p:sp>
      <p:sp>
        <p:nvSpPr>
          <p:cNvPr id="77" name="Rectangle 76"/>
          <p:cNvSpPr/>
          <p:nvPr/>
        </p:nvSpPr>
        <p:spPr>
          <a:xfrm>
            <a:off x="7159907" y="3563756"/>
            <a:ext cx="197170" cy="74099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200"/>
          </a:p>
        </p:txBody>
      </p:sp>
      <p:sp>
        <p:nvSpPr>
          <p:cNvPr id="78" name="Rectangle 77"/>
          <p:cNvSpPr/>
          <p:nvPr/>
        </p:nvSpPr>
        <p:spPr>
          <a:xfrm>
            <a:off x="8262441" y="5280554"/>
            <a:ext cx="197170" cy="623697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200"/>
          </a:p>
        </p:txBody>
      </p:sp>
      <p:cxnSp>
        <p:nvCxnSpPr>
          <p:cNvPr id="80" name="Straight Connector 79"/>
          <p:cNvCxnSpPr/>
          <p:nvPr/>
        </p:nvCxnSpPr>
        <p:spPr>
          <a:xfrm>
            <a:off x="6195001" y="4158570"/>
            <a:ext cx="106349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7258492" y="3712019"/>
            <a:ext cx="0" cy="4599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7245569" y="3730213"/>
            <a:ext cx="1087882" cy="1302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348824" y="3730213"/>
            <a:ext cx="0" cy="4599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8348824" y="4183037"/>
            <a:ext cx="875539" cy="87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187733" y="3530031"/>
            <a:ext cx="7268" cy="24712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9229760" y="3455675"/>
            <a:ext cx="7268" cy="24712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6185284" y="4573907"/>
            <a:ext cx="1097083" cy="5042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7273765" y="4558272"/>
            <a:ext cx="0" cy="459942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7267951" y="5013399"/>
            <a:ext cx="733049" cy="4815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7988140" y="4573907"/>
            <a:ext cx="0" cy="459942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7988140" y="4586523"/>
            <a:ext cx="1256893" cy="0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6196365" y="5357022"/>
            <a:ext cx="1804635" cy="3914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8001000" y="5347080"/>
            <a:ext cx="0" cy="459942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7988798" y="5804559"/>
            <a:ext cx="360026" cy="506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8363131" y="5357022"/>
            <a:ext cx="0" cy="459942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8348824" y="5357022"/>
            <a:ext cx="888204" cy="7621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9229760" y="4405853"/>
                <a:ext cx="29250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760" y="4405853"/>
                <a:ext cx="2925081" cy="400110"/>
              </a:xfrm>
              <a:prstGeom prst="rect">
                <a:avLst/>
              </a:prstGeom>
              <a:blipFill>
                <a:blip r:embed="rId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52708" y="4031452"/>
                <a:ext cx="4003244" cy="687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08" y="4031452"/>
                <a:ext cx="4003244" cy="6876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72832" y="5340877"/>
                <a:ext cx="4551884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32" y="5340877"/>
                <a:ext cx="4551884" cy="6816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31116" y="4690451"/>
                <a:ext cx="4493600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16" y="4690451"/>
                <a:ext cx="4493600" cy="6816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390559" y="6051485"/>
                <a:ext cx="2116092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559" y="6051485"/>
                <a:ext cx="2116092" cy="6109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/>
          <p:cNvSpPr txBox="1"/>
          <p:nvPr/>
        </p:nvSpPr>
        <p:spPr>
          <a:xfrm>
            <a:off x="10172790" y="1461365"/>
            <a:ext cx="129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1</a:t>
            </a:r>
            <a:endParaRPr lang="sv-SE" dirty="0"/>
          </a:p>
        </p:txBody>
      </p:sp>
      <p:sp>
        <p:nvSpPr>
          <p:cNvPr id="89" name="TextBox 88"/>
          <p:cNvSpPr txBox="1"/>
          <p:nvPr/>
        </p:nvSpPr>
        <p:spPr>
          <a:xfrm>
            <a:off x="10172790" y="4053637"/>
            <a:ext cx="129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12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86" y="721289"/>
            <a:ext cx="3514476" cy="28452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856202" y="1355079"/>
                <a:ext cx="12542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en-US" b="0" dirty="0" smtClean="0"/>
              </a:p>
              <a:p>
                <a:endParaRPr lang="sv-SE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202" y="1355079"/>
                <a:ext cx="1254211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7012893" y="1585911"/>
                <a:ext cx="15004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sv-SE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sv-SE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sv-SE" dirty="0" smtClean="0"/>
                  <a:t>= 1</a:t>
                </a:r>
                <a:endParaRPr lang="sv-SE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893" y="1585911"/>
                <a:ext cx="1500475" cy="369332"/>
              </a:xfrm>
              <a:prstGeom prst="rect">
                <a:avLst/>
              </a:prstGeom>
              <a:blipFill>
                <a:blip r:embed="rId4"/>
                <a:stretch>
                  <a:fillRect t="-8197" r="-2429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221010" y="1229354"/>
                <a:ext cx="17180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 smtClean="0"/>
              </a:p>
              <a:p>
                <a:endParaRPr lang="sv-SE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010" y="1229354"/>
                <a:ext cx="1718023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173934" y="315783"/>
            <a:ext cx="1266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Case 1</a:t>
            </a:r>
            <a:endParaRPr lang="sv-SE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20" y="3714786"/>
            <a:ext cx="3439933" cy="27848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825307" y="4775841"/>
                <a:ext cx="12542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en-US" b="0" dirty="0" smtClean="0"/>
              </a:p>
              <a:p>
                <a:endParaRPr lang="sv-SE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307" y="4775841"/>
                <a:ext cx="1254211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6981998" y="5006673"/>
                <a:ext cx="15004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sv-SE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sv-SE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sv-SE" dirty="0" smtClean="0"/>
                  <a:t>= 1</a:t>
                </a:r>
                <a:endParaRPr lang="sv-SE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998" y="5006673"/>
                <a:ext cx="1500475" cy="369332"/>
              </a:xfrm>
              <a:prstGeom prst="rect">
                <a:avLst/>
              </a:prstGeom>
              <a:blipFill>
                <a:blip r:embed="rId8"/>
                <a:stretch>
                  <a:fillRect t="-8197" r="-2846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041834" y="4603165"/>
                <a:ext cx="2653836" cy="1662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 smtClean="0"/>
                  <a:t>*180</a:t>
                </a:r>
                <a:endParaRPr lang="en-US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∗180</m:t>
                      </m:r>
                    </m:oMath>
                  </m:oMathPara>
                </a14:m>
                <a:endParaRPr lang="en-US" b="0" dirty="0" smtClean="0"/>
              </a:p>
              <a:p>
                <a:endParaRPr lang="sv-SE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834" y="4603165"/>
                <a:ext cx="2653836" cy="16622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420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173934" y="315783"/>
            <a:ext cx="1266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Case 1</a:t>
            </a:r>
            <a:endParaRPr lang="sv-SE" sz="3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97" y="1151624"/>
            <a:ext cx="4324137" cy="35006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022" y="1151624"/>
            <a:ext cx="4324136" cy="3500693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2706130" y="2971800"/>
            <a:ext cx="2467804" cy="251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661022" y="2971800"/>
            <a:ext cx="2062849" cy="251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8992" y="5467865"/>
            <a:ext cx="2613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Aligned signals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06378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856202" y="1355079"/>
                <a:ext cx="12542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b="0" dirty="0" smtClean="0"/>
              </a:p>
              <a:p>
                <a:endParaRPr lang="sv-SE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202" y="1355079"/>
                <a:ext cx="1254211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7012893" y="1585911"/>
                <a:ext cx="15004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sv-SE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sv-SE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sv-SE" dirty="0" smtClean="0"/>
                  <a:t>= 2</a:t>
                </a:r>
                <a:endParaRPr lang="sv-SE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893" y="1585911"/>
                <a:ext cx="1500475" cy="369332"/>
              </a:xfrm>
              <a:prstGeom prst="rect">
                <a:avLst/>
              </a:prstGeom>
              <a:blipFill>
                <a:blip r:embed="rId3"/>
                <a:stretch>
                  <a:fillRect t="-8197" r="-2429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221010" y="1229354"/>
                <a:ext cx="17180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 smtClean="0"/>
              </a:p>
              <a:p>
                <a:endParaRPr lang="sv-SE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010" y="1229354"/>
                <a:ext cx="1718023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173934" y="315783"/>
            <a:ext cx="1266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Case 2</a:t>
            </a:r>
            <a:endParaRPr lang="sv-SE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825307" y="4775841"/>
                <a:ext cx="12542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b="0" dirty="0" smtClean="0"/>
              </a:p>
              <a:p>
                <a:endParaRPr lang="sv-SE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307" y="4775841"/>
                <a:ext cx="1254211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6981998" y="5006673"/>
                <a:ext cx="15004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sv-SE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sv-SE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sv-SE" dirty="0" smtClean="0"/>
                  <a:t>= 2</a:t>
                </a:r>
                <a:endParaRPr lang="sv-SE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998" y="5006673"/>
                <a:ext cx="1500475" cy="369332"/>
              </a:xfrm>
              <a:prstGeom prst="rect">
                <a:avLst/>
              </a:prstGeom>
              <a:blipFill>
                <a:blip r:embed="rId6"/>
                <a:stretch>
                  <a:fillRect t="-8197" r="-2846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482473" y="4627879"/>
                <a:ext cx="3398546" cy="1662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 smtClean="0"/>
                  <a:t>*180</a:t>
                </a:r>
                <a:endParaRPr lang="en-US" b="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+0.00005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∗180</m:t>
                      </m:r>
                    </m:oMath>
                  </m:oMathPara>
                </a14:m>
                <a:endParaRPr lang="en-US" b="0" dirty="0" smtClean="0"/>
              </a:p>
              <a:p>
                <a:endParaRPr lang="sv-SE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473" y="4627879"/>
                <a:ext cx="3398546" cy="16622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73" y="3746797"/>
            <a:ext cx="3491972" cy="28269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74" y="604081"/>
            <a:ext cx="3491972" cy="282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85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173934" y="315783"/>
            <a:ext cx="1266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Case 2</a:t>
            </a:r>
            <a:endParaRPr lang="sv-SE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65" y="1178134"/>
            <a:ext cx="3774259" cy="30555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264" y="1178133"/>
            <a:ext cx="3774261" cy="3055529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1649627" y="2792627"/>
            <a:ext cx="3308064" cy="2316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444780" y="2792627"/>
            <a:ext cx="2693042" cy="2316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62749" y="5090984"/>
            <a:ext cx="2613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Aligned signals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94540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679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4</cp:revision>
  <dcterms:created xsi:type="dcterms:W3CDTF">2024-02-15T07:26:28Z</dcterms:created>
  <dcterms:modified xsi:type="dcterms:W3CDTF">2024-02-15T07:40:46Z</dcterms:modified>
</cp:coreProperties>
</file>