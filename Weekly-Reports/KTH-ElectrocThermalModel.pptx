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</p:sldIdLst>
  <p:sldSz cx="25199975" cy="25199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206" y="-124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4124164"/>
            <a:ext cx="21419979" cy="8773325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13235822"/>
            <a:ext cx="18899981" cy="6084159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4953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69384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6282501"/>
            <a:ext cx="21734978" cy="10482488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16864157"/>
            <a:ext cx="21734978" cy="5512493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92496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6708326"/>
            <a:ext cx="10709989" cy="1598915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6708326"/>
            <a:ext cx="10709989" cy="1598915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5558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1341671"/>
            <a:ext cx="21734978" cy="487083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6177496"/>
            <a:ext cx="10660769" cy="3027495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9204991"/>
            <a:ext cx="10660769" cy="1353915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6177496"/>
            <a:ext cx="10713272" cy="3027495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9204991"/>
            <a:ext cx="10713272" cy="1353915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9792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4486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647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1679998"/>
            <a:ext cx="8127648" cy="5879994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3628335"/>
            <a:ext cx="12757487" cy="17908316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7559993"/>
            <a:ext cx="8127648" cy="14005821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49171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1679998"/>
            <a:ext cx="8127648" cy="5879994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3628335"/>
            <a:ext cx="12757487" cy="17908316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7559993"/>
            <a:ext cx="8127648" cy="14005821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24847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0756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1341665"/>
            <a:ext cx="5433745" cy="2135581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1341665"/>
            <a:ext cx="15986234" cy="2135581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61104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1341671"/>
            <a:ext cx="21734978" cy="4870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6708326"/>
            <a:ext cx="21734978" cy="15989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23356649"/>
            <a:ext cx="5669994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47BFF9-6675-4A7E-A32C-C747C294E66B}" type="datetimeFigureOut">
              <a:rPr lang="sv-SE" smtClean="0"/>
              <a:t>2023-10-18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23356649"/>
            <a:ext cx="8504992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23356649"/>
            <a:ext cx="5669994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0F326-5855-4641-B59E-6CB8DC4A6B2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30202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emf"/><Relationship Id="rId11" Type="http://schemas.openxmlformats.org/officeDocument/2006/relationships/image" Target="../media/image19.png"/><Relationship Id="rId5" Type="http://schemas.openxmlformats.org/officeDocument/2006/relationships/image" Target="../media/image1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ounded Rectangle 204"/>
          <p:cNvSpPr/>
          <p:nvPr/>
        </p:nvSpPr>
        <p:spPr>
          <a:xfrm>
            <a:off x="9661821" y="3090064"/>
            <a:ext cx="3314812" cy="6021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Topology</a:t>
            </a:r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Selection</a:t>
            </a:r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cxnSp>
        <p:nvCxnSpPr>
          <p:cNvPr id="206" name="Straight Arrow Connector 205"/>
          <p:cNvCxnSpPr>
            <a:stCxn id="214" idx="1"/>
            <a:endCxn id="205" idx="3"/>
          </p:cNvCxnSpPr>
          <p:nvPr/>
        </p:nvCxnSpPr>
        <p:spPr>
          <a:xfrm flipH="1" flipV="1">
            <a:off x="12976633" y="3391151"/>
            <a:ext cx="2497108" cy="1322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/>
          <p:cNvCxnSpPr>
            <a:stCxn id="205" idx="2"/>
            <a:endCxn id="209" idx="0"/>
          </p:cNvCxnSpPr>
          <p:nvPr/>
        </p:nvCxnSpPr>
        <p:spPr>
          <a:xfrm flipH="1">
            <a:off x="11319225" y="3692236"/>
            <a:ext cx="2" cy="14814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ounded Rectangle 207"/>
          <p:cNvSpPr/>
          <p:nvPr/>
        </p:nvSpPr>
        <p:spPr>
          <a:xfrm>
            <a:off x="9661821" y="7331836"/>
            <a:ext cx="3314812" cy="45287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</a:t>
            </a:r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Cycle</a:t>
            </a:r>
            <a:endParaRPr lang="sv-SE" sz="266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9" name="Rounded Rectangle 208"/>
          <p:cNvSpPr/>
          <p:nvPr/>
        </p:nvSpPr>
        <p:spPr>
          <a:xfrm>
            <a:off x="9338244" y="5173732"/>
            <a:ext cx="3961962" cy="97458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</a:t>
            </a:r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sz="266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Capacitor</a:t>
            </a:r>
            <a:r>
              <a:rPr lang="sv-SE" sz="266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66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Selection</a:t>
            </a:r>
            <a:endParaRPr lang="sv-SE" sz="266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0" name="Straight Arrow Connector 209"/>
          <p:cNvCxnSpPr>
            <a:stCxn id="209" idx="2"/>
            <a:endCxn id="208" idx="0"/>
          </p:cNvCxnSpPr>
          <p:nvPr/>
        </p:nvCxnSpPr>
        <p:spPr>
          <a:xfrm>
            <a:off x="11319225" y="6148321"/>
            <a:ext cx="2" cy="118351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9338244" y="8468348"/>
            <a:ext cx="3961962" cy="55498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Operating Points </a:t>
            </a:r>
          </a:p>
        </p:txBody>
      </p:sp>
      <p:cxnSp>
        <p:nvCxnSpPr>
          <p:cNvPr id="212" name="Straight Arrow Connector 211"/>
          <p:cNvCxnSpPr>
            <a:stCxn id="208" idx="2"/>
            <a:endCxn id="211" idx="0"/>
          </p:cNvCxnSpPr>
          <p:nvPr/>
        </p:nvCxnSpPr>
        <p:spPr>
          <a:xfrm>
            <a:off x="11319224" y="7784714"/>
            <a:ext cx="0" cy="68363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3" name="Picture 212"/>
          <p:cNvPicPr>
            <a:picLocks noChangeAspect="1"/>
          </p:cNvPicPr>
          <p:nvPr/>
        </p:nvPicPr>
        <p:blipFill rotWithShape="1">
          <a:blip r:embed="rId2"/>
          <a:srcRect l="3829" t="5639" r="80271" b="10136"/>
          <a:stretch/>
        </p:blipFill>
        <p:spPr>
          <a:xfrm>
            <a:off x="15473743" y="2366247"/>
            <a:ext cx="1844606" cy="2170313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214" name="Rounded Rectangle 213"/>
          <p:cNvSpPr/>
          <p:nvPr/>
        </p:nvSpPr>
        <p:spPr>
          <a:xfrm>
            <a:off x="15473739" y="2184178"/>
            <a:ext cx="2073861" cy="244039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Rounded Rectangle 214"/>
          <p:cNvSpPr/>
          <p:nvPr/>
        </p:nvSpPr>
        <p:spPr>
          <a:xfrm>
            <a:off x="14995935" y="6708724"/>
            <a:ext cx="2997109" cy="1709848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6" name="Picture 2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26765" y="6768221"/>
            <a:ext cx="2335444" cy="159085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cxnSp>
        <p:nvCxnSpPr>
          <p:cNvPr id="217" name="Straight Arrow Connector 216"/>
          <p:cNvCxnSpPr>
            <a:stCxn id="215" idx="1"/>
            <a:endCxn id="208" idx="3"/>
          </p:cNvCxnSpPr>
          <p:nvPr/>
        </p:nvCxnSpPr>
        <p:spPr>
          <a:xfrm flipH="1" flipV="1">
            <a:off x="12976630" y="7558272"/>
            <a:ext cx="2019302" cy="537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8" name="Picture 6" descr="Power - Infineon Technologie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77859" y="4827483"/>
            <a:ext cx="2169743" cy="1561503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9" name="Rounded Rectangle 218"/>
          <p:cNvSpPr/>
          <p:nvPr/>
        </p:nvSpPr>
        <p:spPr>
          <a:xfrm>
            <a:off x="15473741" y="4760998"/>
            <a:ext cx="2073861" cy="17368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0" name="Straight Arrow Connector 219"/>
          <p:cNvCxnSpPr>
            <a:stCxn id="219" idx="1"/>
            <a:endCxn id="209" idx="3"/>
          </p:cNvCxnSpPr>
          <p:nvPr/>
        </p:nvCxnSpPr>
        <p:spPr>
          <a:xfrm flipH="1">
            <a:off x="13300206" y="5629442"/>
            <a:ext cx="2173535" cy="3158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/>
          <p:cNvSpPr/>
          <p:nvPr/>
        </p:nvSpPr>
        <p:spPr>
          <a:xfrm>
            <a:off x="11288089" y="4259732"/>
            <a:ext cx="1861408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V/I Ratings</a:t>
            </a:r>
          </a:p>
        </p:txBody>
      </p:sp>
      <p:cxnSp>
        <p:nvCxnSpPr>
          <p:cNvPr id="222" name="Straight Arrow Connector 221"/>
          <p:cNvCxnSpPr>
            <a:stCxn id="211" idx="2"/>
            <a:endCxn id="246" idx="0"/>
          </p:cNvCxnSpPr>
          <p:nvPr/>
        </p:nvCxnSpPr>
        <p:spPr>
          <a:xfrm flipH="1">
            <a:off x="7853959" y="9023330"/>
            <a:ext cx="3465270" cy="87476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12702389" y="9928032"/>
            <a:ext cx="4006311" cy="86716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</a:t>
            </a:r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Loss </a:t>
            </a:r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Calculation</a:t>
            </a:r>
            <a:endParaRPr lang="sv-SE" sz="266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Rounded Rectangle 223"/>
          <p:cNvSpPr/>
          <p:nvPr/>
        </p:nvSpPr>
        <p:spPr>
          <a:xfrm>
            <a:off x="12702389" y="12233591"/>
            <a:ext cx="4006311" cy="86716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Thermal</a:t>
            </a:r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endParaRPr lang="sv-SE" sz="266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5" name="Straight Arrow Connector 224"/>
          <p:cNvCxnSpPr>
            <a:stCxn id="223" idx="2"/>
            <a:endCxn id="224" idx="0"/>
          </p:cNvCxnSpPr>
          <p:nvPr/>
        </p:nvCxnSpPr>
        <p:spPr>
          <a:xfrm>
            <a:off x="14705541" y="10795198"/>
            <a:ext cx="0" cy="143839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Arrow Connector 225"/>
          <p:cNvCxnSpPr>
            <a:endCxn id="223" idx="1"/>
          </p:cNvCxnSpPr>
          <p:nvPr/>
        </p:nvCxnSpPr>
        <p:spPr>
          <a:xfrm>
            <a:off x="11814255" y="10361614"/>
            <a:ext cx="88813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ectangle 226"/>
          <p:cNvSpPr/>
          <p:nvPr/>
        </p:nvSpPr>
        <p:spPr>
          <a:xfrm>
            <a:off x="10877676" y="9173697"/>
            <a:ext cx="1085554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>
            <a:spAutoFit/>
          </a:bodyPr>
          <a:lstStyle/>
          <a:p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V/I (t)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4774627" y="10765269"/>
            <a:ext cx="526106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>
            <a:spAutoFit/>
          </a:bodyPr>
          <a:lstStyle/>
          <a:p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cxnSp>
        <p:nvCxnSpPr>
          <p:cNvPr id="229" name="Straight Arrow Connector 228"/>
          <p:cNvCxnSpPr/>
          <p:nvPr/>
        </p:nvCxnSpPr>
        <p:spPr>
          <a:xfrm flipH="1">
            <a:off x="11732306" y="10361617"/>
            <a:ext cx="81952" cy="4263131"/>
          </a:xfrm>
          <a:prstGeom prst="straightConnector1">
            <a:avLst/>
          </a:prstGeom>
          <a:ln w="25400">
            <a:solidFill>
              <a:schemeClr val="tx1"/>
            </a:solidFill>
            <a:tailEnd type="non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/>
          <p:cNvCxnSpPr>
            <a:stCxn id="224" idx="2"/>
            <a:endCxn id="234" idx="0"/>
          </p:cNvCxnSpPr>
          <p:nvPr/>
        </p:nvCxnSpPr>
        <p:spPr>
          <a:xfrm>
            <a:off x="14705545" y="13100760"/>
            <a:ext cx="91" cy="92492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1" name="Picture 230"/>
          <p:cNvPicPr>
            <a:picLocks noChangeAspect="1"/>
          </p:cNvPicPr>
          <p:nvPr/>
        </p:nvPicPr>
        <p:blipFill rotWithShape="1">
          <a:blip r:embed="rId5"/>
          <a:srcRect t="4044"/>
          <a:stretch/>
        </p:blipFill>
        <p:spPr>
          <a:xfrm>
            <a:off x="17899507" y="9566426"/>
            <a:ext cx="4244114" cy="1622372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232" name="Rounded Rectangle 231"/>
          <p:cNvSpPr/>
          <p:nvPr/>
        </p:nvSpPr>
        <p:spPr>
          <a:xfrm>
            <a:off x="17445444" y="9412533"/>
            <a:ext cx="4846989" cy="19036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3" name="Straight Arrow Connector 232"/>
          <p:cNvCxnSpPr>
            <a:stCxn id="232" idx="1"/>
            <a:endCxn id="223" idx="3"/>
          </p:cNvCxnSpPr>
          <p:nvPr/>
        </p:nvCxnSpPr>
        <p:spPr>
          <a:xfrm flipH="1" flipV="1">
            <a:off x="16708699" y="10361617"/>
            <a:ext cx="736741" cy="274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Diamond 233"/>
          <p:cNvSpPr/>
          <p:nvPr/>
        </p:nvSpPr>
        <p:spPr>
          <a:xfrm>
            <a:off x="12883383" y="14025687"/>
            <a:ext cx="3644505" cy="1242521"/>
          </a:xfrm>
          <a:prstGeom prst="diamond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5" name="Rectangle 234"/>
          <p:cNvSpPr/>
          <p:nvPr/>
        </p:nvSpPr>
        <p:spPr>
          <a:xfrm>
            <a:off x="14964379" y="13356388"/>
            <a:ext cx="648767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Tj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3367737" y="14306214"/>
            <a:ext cx="2813782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Tj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(k)-</a:t>
            </a:r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Tj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(k-1)|&lt; </a:t>
            </a:r>
            <a:r>
              <a:rPr lang="el-GR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ϵ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cxnSp>
        <p:nvCxnSpPr>
          <p:cNvPr id="237" name="Straight Arrow Connector 236"/>
          <p:cNvCxnSpPr>
            <a:stCxn id="234" idx="1"/>
          </p:cNvCxnSpPr>
          <p:nvPr/>
        </p:nvCxnSpPr>
        <p:spPr>
          <a:xfrm flipH="1" flipV="1">
            <a:off x="11732304" y="14643073"/>
            <a:ext cx="1151083" cy="3875"/>
          </a:xfrm>
          <a:prstGeom prst="straightConnector1">
            <a:avLst/>
          </a:prstGeom>
          <a:ln w="25400">
            <a:solidFill>
              <a:schemeClr val="tx1"/>
            </a:solidFill>
            <a:tailEnd type="non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Rectangle 237"/>
          <p:cNvSpPr/>
          <p:nvPr/>
        </p:nvSpPr>
        <p:spPr>
          <a:xfrm>
            <a:off x="12178942" y="14061730"/>
            <a:ext cx="1046897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</p:txBody>
      </p:sp>
      <p:cxnSp>
        <p:nvCxnSpPr>
          <p:cNvPr id="239" name="Straight Arrow Connector 238"/>
          <p:cNvCxnSpPr>
            <a:stCxn id="234" idx="2"/>
          </p:cNvCxnSpPr>
          <p:nvPr/>
        </p:nvCxnSpPr>
        <p:spPr>
          <a:xfrm>
            <a:off x="14705636" y="15268208"/>
            <a:ext cx="39283" cy="448127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Rectangle 239"/>
          <p:cNvSpPr/>
          <p:nvPr/>
        </p:nvSpPr>
        <p:spPr>
          <a:xfrm>
            <a:off x="14744919" y="15268206"/>
            <a:ext cx="1046897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Yes</a:t>
            </a:r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1" name="Rectangle 240"/>
          <p:cNvSpPr/>
          <p:nvPr/>
        </p:nvSpPr>
        <p:spPr>
          <a:xfrm>
            <a:off x="13682243" y="16371940"/>
            <a:ext cx="1535919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Tj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(t) 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1973280" y="9832313"/>
            <a:ext cx="570089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Tj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243" name="Picture 242"/>
          <p:cNvPicPr>
            <a:picLocks noChangeAspect="1"/>
          </p:cNvPicPr>
          <p:nvPr/>
        </p:nvPicPr>
        <p:blipFill rotWithShape="1">
          <a:blip r:embed="rId6"/>
          <a:srcRect b="17226"/>
          <a:stretch/>
        </p:blipFill>
        <p:spPr>
          <a:xfrm>
            <a:off x="18153310" y="11938591"/>
            <a:ext cx="3203877" cy="1477225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244" name="Rounded Rectangle 243"/>
          <p:cNvSpPr/>
          <p:nvPr/>
        </p:nvSpPr>
        <p:spPr>
          <a:xfrm>
            <a:off x="17857513" y="11725373"/>
            <a:ext cx="3928153" cy="19036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5" name="Straight Arrow Connector 244"/>
          <p:cNvCxnSpPr>
            <a:stCxn id="244" idx="1"/>
            <a:endCxn id="224" idx="3"/>
          </p:cNvCxnSpPr>
          <p:nvPr/>
        </p:nvCxnSpPr>
        <p:spPr>
          <a:xfrm flipH="1" flipV="1">
            <a:off x="16708697" y="12667173"/>
            <a:ext cx="1148812" cy="10029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ounded Rectangle 245"/>
          <p:cNvSpPr/>
          <p:nvPr/>
        </p:nvSpPr>
        <p:spPr>
          <a:xfrm>
            <a:off x="5850802" y="9898103"/>
            <a:ext cx="4006311" cy="86716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Capacitor</a:t>
            </a:r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Loss </a:t>
            </a:r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Calulation</a:t>
            </a:r>
            <a:endParaRPr lang="sv-SE" sz="266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7" name="Rounded Rectangle 246"/>
          <p:cNvSpPr/>
          <p:nvPr/>
        </p:nvSpPr>
        <p:spPr>
          <a:xfrm>
            <a:off x="5961683" y="12203661"/>
            <a:ext cx="4006311" cy="86716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sy="23000" kx="-12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Thermal</a:t>
            </a:r>
            <a:r>
              <a:rPr lang="sv-SE" sz="266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66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endParaRPr lang="sv-SE" sz="266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8" name="Straight Arrow Connector 247"/>
          <p:cNvCxnSpPr>
            <a:endCxn id="247" idx="0"/>
          </p:cNvCxnSpPr>
          <p:nvPr/>
        </p:nvCxnSpPr>
        <p:spPr>
          <a:xfrm>
            <a:off x="7964834" y="10765270"/>
            <a:ext cx="0" cy="143839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Arrow Connector 248"/>
          <p:cNvCxnSpPr>
            <a:endCxn id="246" idx="3"/>
          </p:cNvCxnSpPr>
          <p:nvPr/>
        </p:nvCxnSpPr>
        <p:spPr>
          <a:xfrm flipH="1" flipV="1">
            <a:off x="9857113" y="10331687"/>
            <a:ext cx="1020563" cy="149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Rectangle 249"/>
          <p:cNvSpPr/>
          <p:nvPr/>
        </p:nvSpPr>
        <p:spPr>
          <a:xfrm>
            <a:off x="8033921" y="10735337"/>
            <a:ext cx="526106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none">
            <a:spAutoFit/>
          </a:bodyPr>
          <a:lstStyle/>
          <a:p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cxnSp>
        <p:nvCxnSpPr>
          <p:cNvPr id="251" name="Straight Arrow Connector 250"/>
          <p:cNvCxnSpPr/>
          <p:nvPr/>
        </p:nvCxnSpPr>
        <p:spPr>
          <a:xfrm flipH="1">
            <a:off x="10804302" y="10346633"/>
            <a:ext cx="49442" cy="4296439"/>
          </a:xfrm>
          <a:prstGeom prst="straightConnector1">
            <a:avLst/>
          </a:prstGeom>
          <a:ln w="25400">
            <a:solidFill>
              <a:schemeClr val="tx1"/>
            </a:solidFill>
            <a:tailEnd type="non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Arrow Connector 251"/>
          <p:cNvCxnSpPr>
            <a:stCxn id="247" idx="2"/>
            <a:endCxn id="253" idx="0"/>
          </p:cNvCxnSpPr>
          <p:nvPr/>
        </p:nvCxnSpPr>
        <p:spPr>
          <a:xfrm>
            <a:off x="7964838" y="13070830"/>
            <a:ext cx="91" cy="92492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Diamond 252"/>
          <p:cNvSpPr/>
          <p:nvPr/>
        </p:nvSpPr>
        <p:spPr>
          <a:xfrm>
            <a:off x="6142676" y="13995755"/>
            <a:ext cx="3644505" cy="1242521"/>
          </a:xfrm>
          <a:prstGeom prst="diamond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8223670" y="13326460"/>
            <a:ext cx="648767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6627030" y="14276282"/>
            <a:ext cx="2813782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(k)-</a:t>
            </a:r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(k-1)|&lt; </a:t>
            </a:r>
            <a:r>
              <a:rPr lang="el-GR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ϵ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cxnSp>
        <p:nvCxnSpPr>
          <p:cNvPr id="256" name="Straight Arrow Connector 255"/>
          <p:cNvCxnSpPr/>
          <p:nvPr/>
        </p:nvCxnSpPr>
        <p:spPr>
          <a:xfrm flipH="1">
            <a:off x="9802445" y="14643075"/>
            <a:ext cx="1001852" cy="1"/>
          </a:xfrm>
          <a:prstGeom prst="straightConnector1">
            <a:avLst/>
          </a:prstGeom>
          <a:ln w="25400">
            <a:solidFill>
              <a:schemeClr val="tx1"/>
            </a:solidFill>
            <a:tailEnd type="non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Rectangle 256"/>
          <p:cNvSpPr/>
          <p:nvPr/>
        </p:nvSpPr>
        <p:spPr>
          <a:xfrm>
            <a:off x="10086138" y="14025687"/>
            <a:ext cx="1046897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</p:txBody>
      </p:sp>
      <p:cxnSp>
        <p:nvCxnSpPr>
          <p:cNvPr id="258" name="Straight Arrow Connector 257"/>
          <p:cNvCxnSpPr/>
          <p:nvPr/>
        </p:nvCxnSpPr>
        <p:spPr>
          <a:xfrm flipH="1">
            <a:off x="7917366" y="15261365"/>
            <a:ext cx="37027" cy="44985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Rectangle 258"/>
          <p:cNvSpPr/>
          <p:nvPr/>
        </p:nvSpPr>
        <p:spPr>
          <a:xfrm>
            <a:off x="8076181" y="15177938"/>
            <a:ext cx="1046897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Yes</a:t>
            </a:r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0" name="Rectangle 259"/>
          <p:cNvSpPr/>
          <p:nvPr/>
        </p:nvSpPr>
        <p:spPr>
          <a:xfrm>
            <a:off x="8251168" y="16606473"/>
            <a:ext cx="1535919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(t) 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062139" y="9803438"/>
            <a:ext cx="568705" cy="50167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>
            <a:spAutoFit/>
          </a:bodyPr>
          <a:lstStyle/>
          <a:p>
            <a:r>
              <a:rPr lang="sv-SE" sz="266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  <a:r>
              <a:rPr lang="sv-SE" sz="266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262" name="Picture 26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82" y="9574299"/>
            <a:ext cx="4535071" cy="1514771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263" name="Rounded Rectangle 262"/>
          <p:cNvSpPr/>
          <p:nvPr/>
        </p:nvSpPr>
        <p:spPr>
          <a:xfrm>
            <a:off x="387948" y="9379855"/>
            <a:ext cx="4846989" cy="19036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4" name="Straight Arrow Connector 263"/>
          <p:cNvCxnSpPr>
            <a:stCxn id="263" idx="3"/>
            <a:endCxn id="246" idx="1"/>
          </p:cNvCxnSpPr>
          <p:nvPr/>
        </p:nvCxnSpPr>
        <p:spPr>
          <a:xfrm flipV="1">
            <a:off x="5234935" y="10331690"/>
            <a:ext cx="615864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/>
          <p:cNvCxnSpPr>
            <a:stCxn id="266" idx="3"/>
            <a:endCxn id="209" idx="1"/>
          </p:cNvCxnSpPr>
          <p:nvPr/>
        </p:nvCxnSpPr>
        <p:spPr>
          <a:xfrm flipV="1">
            <a:off x="7293675" y="5661027"/>
            <a:ext cx="2044569" cy="3729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Rounded Rectangle 265"/>
          <p:cNvSpPr/>
          <p:nvPr/>
        </p:nvSpPr>
        <p:spPr>
          <a:xfrm>
            <a:off x="5219814" y="4940528"/>
            <a:ext cx="2073861" cy="144845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7" name="Picture 8" descr="DC-LINK Capacitors / Intermediate Circuit Capacitors - WIMA – Competence in  Capacitors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399" y="5060658"/>
            <a:ext cx="1759570" cy="1160501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8" name="Picture 26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11230" y="11878436"/>
            <a:ext cx="2278209" cy="1392238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269" name="Rounded Rectangle 268"/>
          <p:cNvSpPr/>
          <p:nvPr/>
        </p:nvSpPr>
        <p:spPr>
          <a:xfrm>
            <a:off x="1420259" y="11659555"/>
            <a:ext cx="2958264" cy="19036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0" name="Straight Arrow Connector 269"/>
          <p:cNvCxnSpPr>
            <a:stCxn id="269" idx="3"/>
            <a:endCxn id="247" idx="1"/>
          </p:cNvCxnSpPr>
          <p:nvPr/>
        </p:nvCxnSpPr>
        <p:spPr>
          <a:xfrm>
            <a:off x="4378525" y="12611387"/>
            <a:ext cx="1583159" cy="2585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Arrow Connector 270"/>
          <p:cNvCxnSpPr>
            <a:stCxn id="211" idx="2"/>
            <a:endCxn id="223" idx="0"/>
          </p:cNvCxnSpPr>
          <p:nvPr/>
        </p:nvCxnSpPr>
        <p:spPr>
          <a:xfrm>
            <a:off x="11319226" y="9023333"/>
            <a:ext cx="3386318" cy="904699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6" name="Picture 27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4436" y="15699483"/>
            <a:ext cx="6916113" cy="888292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6627030" y="19795436"/>
            <a:ext cx="8764264" cy="52738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sv-SE" sz="266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  <a:r>
              <a:rPr lang="sv-SE" sz="266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66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sv-SE" sz="266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4" name="Rounded Rectangle 293"/>
          <p:cNvSpPr/>
          <p:nvPr/>
        </p:nvSpPr>
        <p:spPr>
          <a:xfrm>
            <a:off x="16492451" y="15171202"/>
            <a:ext cx="7653533" cy="977585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5005" tIns="67504" rIns="135005" bIns="675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sv-SE" sz="266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5" name="Straight Arrow Connector 294"/>
          <p:cNvCxnSpPr>
            <a:stCxn id="288" idx="3"/>
            <a:endCxn id="294" idx="1"/>
          </p:cNvCxnSpPr>
          <p:nvPr/>
        </p:nvCxnSpPr>
        <p:spPr>
          <a:xfrm>
            <a:off x="15391294" y="20059129"/>
            <a:ext cx="110115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  <a:reflection endPos="2000" dist="508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3003403" y="583991"/>
            <a:ext cx="197599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OVERALL ELECTRO-THERMAL MODELLING OF TRACTION  INVERTER</a:t>
            </a:r>
            <a:endParaRPr lang="sv-SE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948" y="237283"/>
            <a:ext cx="3083364" cy="3454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126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60538" y="1185994"/>
            <a:ext cx="158936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LOSS MODELLING OF SEMICONDUCTOR DEVICES</a:t>
            </a:r>
            <a:endParaRPr lang="sv-SE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33" y="320292"/>
            <a:ext cx="3083364" cy="3454953"/>
          </a:xfrm>
          <a:prstGeom prst="rect">
            <a:avLst/>
          </a:prstGeom>
        </p:spPr>
      </p:pic>
      <p:sp>
        <p:nvSpPr>
          <p:cNvPr id="75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 txBox="1">
            <a:spLocks/>
          </p:cNvSpPr>
          <p:nvPr/>
        </p:nvSpPr>
        <p:spPr>
          <a:xfrm>
            <a:off x="2722552" y="4942152"/>
            <a:ext cx="7560840" cy="6477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51999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65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Modulation and Topology</a:t>
            </a:r>
            <a:endParaRPr lang="sv-S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1073010" y="6304926"/>
            <a:ext cx="3299555" cy="89905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Selection of Input Parameters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0" name="Straight Arrow Connector 79"/>
          <p:cNvCxnSpPr>
            <a:stCxn id="77" idx="2"/>
            <a:endCxn id="81" idx="0"/>
          </p:cNvCxnSpPr>
          <p:nvPr/>
        </p:nvCxnSpPr>
        <p:spPr>
          <a:xfrm flipH="1">
            <a:off x="2722553" y="7203985"/>
            <a:ext cx="235" cy="5331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978432" y="7737159"/>
            <a:ext cx="3488241" cy="109967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Topology and Modulation Selection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Straight Arrow Connector 81"/>
          <p:cNvCxnSpPr>
            <a:stCxn id="81" idx="2"/>
            <a:endCxn id="85" idx="0"/>
          </p:cNvCxnSpPr>
          <p:nvPr/>
        </p:nvCxnSpPr>
        <p:spPr>
          <a:xfrm>
            <a:off x="2722553" y="8836831"/>
            <a:ext cx="6005" cy="7824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918198" y="9619279"/>
            <a:ext cx="3620719" cy="92727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Creating voltage and current waveforms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6" name="Picture 8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3120" y="8839616"/>
            <a:ext cx="3315462" cy="2486596"/>
          </a:xfrm>
          <a:prstGeom prst="rect">
            <a:avLst/>
          </a:prstGeom>
        </p:spPr>
      </p:pic>
      <p:cxnSp>
        <p:nvCxnSpPr>
          <p:cNvPr id="114" name="Straight Arrow Connector 113"/>
          <p:cNvCxnSpPr>
            <a:stCxn id="85" idx="3"/>
            <a:endCxn id="86" idx="1"/>
          </p:cNvCxnSpPr>
          <p:nvPr/>
        </p:nvCxnSpPr>
        <p:spPr>
          <a:xfrm flipV="1">
            <a:off x="4538917" y="10082914"/>
            <a:ext cx="784203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69282" y="4871808"/>
            <a:ext cx="11861800" cy="676713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9" name="Picture 1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719" y="8836831"/>
            <a:ext cx="3319173" cy="2489381"/>
          </a:xfrm>
          <a:prstGeom prst="rect">
            <a:avLst/>
          </a:prstGeom>
        </p:spPr>
      </p:pic>
      <p:sp>
        <p:nvSpPr>
          <p:cNvPr id="130" name="Rounded Rectangle 129"/>
          <p:cNvSpPr/>
          <p:nvPr/>
        </p:nvSpPr>
        <p:spPr>
          <a:xfrm>
            <a:off x="12736662" y="4871808"/>
            <a:ext cx="11861800" cy="676713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 txBox="1">
            <a:spLocks/>
          </p:cNvSpPr>
          <p:nvPr/>
        </p:nvSpPr>
        <p:spPr>
          <a:xfrm>
            <a:off x="14669983" y="4986569"/>
            <a:ext cx="7560840" cy="6477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51999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65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Conduction and Switching Events</a:t>
            </a:r>
            <a:endParaRPr lang="sv-S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Rounded Rectangle 134"/>
          <p:cNvSpPr/>
          <p:nvPr/>
        </p:nvSpPr>
        <p:spPr>
          <a:xfrm>
            <a:off x="16609926" y="6150942"/>
            <a:ext cx="3620719" cy="92727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Voltage and current Waveforms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Straight Arrow Connector 135"/>
          <p:cNvCxnSpPr>
            <a:stCxn id="135" idx="2"/>
            <a:endCxn id="140" idx="0"/>
          </p:cNvCxnSpPr>
          <p:nvPr/>
        </p:nvCxnSpPr>
        <p:spPr>
          <a:xfrm>
            <a:off x="18420286" y="7078213"/>
            <a:ext cx="30117" cy="8891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ounded Rectangle 139"/>
          <p:cNvSpPr/>
          <p:nvPr/>
        </p:nvSpPr>
        <p:spPr>
          <a:xfrm>
            <a:off x="16609926" y="7967377"/>
            <a:ext cx="3680953" cy="101460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8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Finding</a:t>
            </a:r>
            <a:r>
              <a:rPr lang="sv-SE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sv-SE" sz="28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conduction</a:t>
            </a:r>
            <a:r>
              <a:rPr lang="sv-SE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sv-SE" sz="28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commutation</a:t>
            </a:r>
            <a:r>
              <a:rPr lang="sv-SE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8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times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8" name="Picture 14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3434" y="7256443"/>
            <a:ext cx="3238063" cy="2428548"/>
          </a:xfrm>
          <a:prstGeom prst="rect">
            <a:avLst/>
          </a:prstGeom>
        </p:spPr>
      </p:pic>
      <p:pic>
        <p:nvPicPr>
          <p:cNvPr id="149" name="Picture 1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69308" y="7138714"/>
            <a:ext cx="3552008" cy="2664006"/>
          </a:xfrm>
          <a:prstGeom prst="rect">
            <a:avLst/>
          </a:prstGeom>
        </p:spPr>
      </p:pic>
      <p:cxnSp>
        <p:nvCxnSpPr>
          <p:cNvPr id="151" name="Straight Arrow Connector 150"/>
          <p:cNvCxnSpPr>
            <a:stCxn id="140" idx="1"/>
            <a:endCxn id="148" idx="3"/>
          </p:cNvCxnSpPr>
          <p:nvPr/>
        </p:nvCxnSpPr>
        <p:spPr>
          <a:xfrm flipH="1" flipV="1">
            <a:off x="16131497" y="8470717"/>
            <a:ext cx="478429" cy="3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Arrow Connector 154"/>
          <p:cNvCxnSpPr>
            <a:stCxn id="140" idx="3"/>
            <a:endCxn id="149" idx="1"/>
          </p:cNvCxnSpPr>
          <p:nvPr/>
        </p:nvCxnSpPr>
        <p:spPr>
          <a:xfrm flipV="1">
            <a:off x="20290879" y="8470717"/>
            <a:ext cx="478429" cy="3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/>
          <p:cNvSpPr/>
          <p:nvPr/>
        </p:nvSpPr>
        <p:spPr>
          <a:xfrm>
            <a:off x="269282" y="12882240"/>
            <a:ext cx="11689579" cy="676713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 txBox="1">
            <a:spLocks/>
          </p:cNvSpPr>
          <p:nvPr/>
        </p:nvSpPr>
        <p:spPr>
          <a:xfrm>
            <a:off x="2470813" y="13011035"/>
            <a:ext cx="7560840" cy="6477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51999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65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Calculations</a:t>
            </a:r>
            <a:endParaRPr lang="sv-S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Rounded Rectangle 168"/>
          <p:cNvSpPr/>
          <p:nvPr/>
        </p:nvSpPr>
        <p:spPr>
          <a:xfrm>
            <a:off x="4479200" y="13787530"/>
            <a:ext cx="3620719" cy="92727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conduction and commutation times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0" name="Straight Arrow Connector 169"/>
          <p:cNvCxnSpPr>
            <a:stCxn id="169" idx="2"/>
            <a:endCxn id="171" idx="0"/>
          </p:cNvCxnSpPr>
          <p:nvPr/>
        </p:nvCxnSpPr>
        <p:spPr>
          <a:xfrm flipH="1">
            <a:off x="2532089" y="14714801"/>
            <a:ext cx="3757471" cy="6570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691612" y="15371806"/>
            <a:ext cx="3680953" cy="101460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Conduction Loss Calculation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Rounded Rectangle 174"/>
          <p:cNvSpPr/>
          <p:nvPr/>
        </p:nvSpPr>
        <p:spPr>
          <a:xfrm>
            <a:off x="7922966" y="15371806"/>
            <a:ext cx="3680953" cy="101460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8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Switching</a:t>
            </a:r>
            <a:r>
              <a:rPr lang="sv-SE" sz="28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Loss </a:t>
            </a:r>
            <a:r>
              <a:rPr lang="sv-SE" sz="28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Calculation</a:t>
            </a:r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6" name="Straight Arrow Connector 175"/>
          <p:cNvCxnSpPr>
            <a:stCxn id="169" idx="2"/>
            <a:endCxn id="175" idx="0"/>
          </p:cNvCxnSpPr>
          <p:nvPr/>
        </p:nvCxnSpPr>
        <p:spPr>
          <a:xfrm>
            <a:off x="6289560" y="14714801"/>
            <a:ext cx="3473883" cy="6570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1" name="Picture 18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1910" y="16701627"/>
            <a:ext cx="3165828" cy="2374371"/>
          </a:xfrm>
          <a:prstGeom prst="rect">
            <a:avLst/>
          </a:prstGeom>
        </p:spPr>
      </p:pic>
      <p:pic>
        <p:nvPicPr>
          <p:cNvPr id="182" name="Picture 18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25105" y="16680690"/>
            <a:ext cx="3221657" cy="2416243"/>
          </a:xfrm>
          <a:prstGeom prst="rect">
            <a:avLst/>
          </a:prstGeom>
        </p:spPr>
      </p:pic>
      <p:pic>
        <p:nvPicPr>
          <p:cNvPr id="183" name="Picture 18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3833" y="16630925"/>
            <a:ext cx="3281192" cy="2460894"/>
          </a:xfrm>
          <a:prstGeom prst="rect">
            <a:avLst/>
          </a:prstGeom>
        </p:spPr>
      </p:pic>
      <p:pic>
        <p:nvPicPr>
          <p:cNvPr id="184" name="Picture 18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60512" y="16687573"/>
            <a:ext cx="3217309" cy="2412982"/>
          </a:xfrm>
          <a:prstGeom prst="rect">
            <a:avLst/>
          </a:prstGeom>
        </p:spPr>
      </p:pic>
      <p:sp>
        <p:nvSpPr>
          <p:cNvPr id="186" name="Rounded Rectangle 185"/>
          <p:cNvSpPr/>
          <p:nvPr/>
        </p:nvSpPr>
        <p:spPr>
          <a:xfrm>
            <a:off x="12893435" y="12853216"/>
            <a:ext cx="11705028" cy="679615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7" name="Title 21">
            <a:extLst>
              <a:ext uri="{FF2B5EF4-FFF2-40B4-BE49-F238E27FC236}">
                <a16:creationId xmlns:a16="http://schemas.microsoft.com/office/drawing/2014/main" id="{D402962F-4BCF-4C48-B489-6DA366CE6E92}"/>
              </a:ext>
            </a:extLst>
          </p:cNvPr>
          <p:cNvSpPr txBox="1">
            <a:spLocks/>
          </p:cNvSpPr>
          <p:nvPr/>
        </p:nvSpPr>
        <p:spPr>
          <a:xfrm>
            <a:off x="14842204" y="12997001"/>
            <a:ext cx="7560840" cy="6477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251999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65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Iterative Solution</a:t>
            </a:r>
            <a:endParaRPr lang="sv-S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7" name="Picture 19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11889" y="13858607"/>
            <a:ext cx="4660269" cy="2527806"/>
          </a:xfrm>
          <a:prstGeom prst="rect">
            <a:avLst/>
          </a:prstGeom>
        </p:spPr>
      </p:pic>
      <p:pic>
        <p:nvPicPr>
          <p:cNvPr id="198" name="Picture 19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554975" y="16386413"/>
            <a:ext cx="3880369" cy="2910277"/>
          </a:xfrm>
          <a:prstGeom prst="rect">
            <a:avLst/>
          </a:prstGeom>
        </p:spPr>
      </p:pic>
      <p:pic>
        <p:nvPicPr>
          <p:cNvPr id="199" name="Picture 19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01947" y="16386413"/>
            <a:ext cx="3880369" cy="291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948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</TotalTime>
  <Words>118</Words>
  <Application>Microsoft Office PowerPoint</Application>
  <PresentationFormat>Custom</PresentationFormat>
  <Paragraphs>39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9</cp:revision>
  <dcterms:created xsi:type="dcterms:W3CDTF">2023-10-17T19:34:19Z</dcterms:created>
  <dcterms:modified xsi:type="dcterms:W3CDTF">2023-10-18T09:57:52Z</dcterms:modified>
</cp:coreProperties>
</file>