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9" r:id="rId4"/>
    <p:sldId id="260" r:id="rId5"/>
  </p:sldIdLst>
  <p:sldSz cx="25199975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302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4124164"/>
            <a:ext cx="21419979" cy="8773325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3235822"/>
            <a:ext cx="18899981" cy="6084159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4953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69384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6282501"/>
            <a:ext cx="21734978" cy="104824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16864157"/>
            <a:ext cx="21734978" cy="5512493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9249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6708326"/>
            <a:ext cx="10709989" cy="1598915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6708326"/>
            <a:ext cx="10709989" cy="1598915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555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341671"/>
            <a:ext cx="21734978" cy="487083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6177496"/>
            <a:ext cx="10660769" cy="3027495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9204991"/>
            <a:ext cx="10660769" cy="1353915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6177496"/>
            <a:ext cx="10713272" cy="3027495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9204991"/>
            <a:ext cx="10713272" cy="1353915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979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448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647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679998"/>
            <a:ext cx="8127648" cy="5879994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3628335"/>
            <a:ext cx="12757487" cy="17908316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7559993"/>
            <a:ext cx="8127648" cy="14005821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49171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679998"/>
            <a:ext cx="8127648" cy="5879994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3628335"/>
            <a:ext cx="12757487" cy="17908316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7559993"/>
            <a:ext cx="8127648" cy="14005821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2484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075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341665"/>
            <a:ext cx="5433745" cy="2135581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341665"/>
            <a:ext cx="15986234" cy="2135581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61104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341671"/>
            <a:ext cx="21734978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6708326"/>
            <a:ext cx="21734978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23356649"/>
            <a:ext cx="5669994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7BFF9-6675-4A7E-A32C-C747C294E66B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23356649"/>
            <a:ext cx="8504992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23356649"/>
            <a:ext cx="5669994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0F326-5855-4641-B59E-6CB8DC4A6B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020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21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0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emf"/><Relationship Id="rId11" Type="http://schemas.openxmlformats.org/officeDocument/2006/relationships/image" Target="../media/image19.png"/><Relationship Id="rId5" Type="http://schemas.openxmlformats.org/officeDocument/2006/relationships/image" Target="../media/image13.emf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ounded Rectangle 204"/>
          <p:cNvSpPr/>
          <p:nvPr/>
        </p:nvSpPr>
        <p:spPr>
          <a:xfrm>
            <a:off x="9661821" y="3090064"/>
            <a:ext cx="3314812" cy="6021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06" name="Straight Arrow Connector 205"/>
          <p:cNvCxnSpPr>
            <a:stCxn id="214" idx="1"/>
            <a:endCxn id="205" idx="3"/>
          </p:cNvCxnSpPr>
          <p:nvPr/>
        </p:nvCxnSpPr>
        <p:spPr>
          <a:xfrm flipH="1" flipV="1">
            <a:off x="12976633" y="3391151"/>
            <a:ext cx="2497108" cy="132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>
            <a:stCxn id="205" idx="2"/>
            <a:endCxn id="209" idx="0"/>
          </p:cNvCxnSpPr>
          <p:nvPr/>
        </p:nvCxnSpPr>
        <p:spPr>
          <a:xfrm flipH="1">
            <a:off x="11319225" y="3692236"/>
            <a:ext cx="2" cy="14814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ounded Rectangle 207"/>
          <p:cNvSpPr/>
          <p:nvPr/>
        </p:nvSpPr>
        <p:spPr>
          <a:xfrm>
            <a:off x="9661821" y="7331836"/>
            <a:ext cx="3314812" cy="45287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Rounded Rectangle 208"/>
          <p:cNvSpPr/>
          <p:nvPr/>
        </p:nvSpPr>
        <p:spPr>
          <a:xfrm>
            <a:off x="9338244" y="5173732"/>
            <a:ext cx="3961962" cy="97458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266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</a:t>
            </a:r>
            <a:r>
              <a:rPr lang="sv-SE" sz="266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0" name="Straight Arrow Connector 209"/>
          <p:cNvCxnSpPr>
            <a:stCxn id="209" idx="2"/>
            <a:endCxn id="208" idx="0"/>
          </p:cNvCxnSpPr>
          <p:nvPr/>
        </p:nvCxnSpPr>
        <p:spPr>
          <a:xfrm>
            <a:off x="11319225" y="6148321"/>
            <a:ext cx="2" cy="11835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ounded Rectangle 210"/>
          <p:cNvSpPr/>
          <p:nvPr/>
        </p:nvSpPr>
        <p:spPr>
          <a:xfrm>
            <a:off x="9338244" y="8468348"/>
            <a:ext cx="3961962" cy="55498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Points </a:t>
            </a:r>
          </a:p>
        </p:txBody>
      </p:sp>
      <p:cxnSp>
        <p:nvCxnSpPr>
          <p:cNvPr id="212" name="Straight Arrow Connector 211"/>
          <p:cNvCxnSpPr>
            <a:stCxn id="208" idx="2"/>
            <a:endCxn id="211" idx="0"/>
          </p:cNvCxnSpPr>
          <p:nvPr/>
        </p:nvCxnSpPr>
        <p:spPr>
          <a:xfrm>
            <a:off x="11319224" y="7784714"/>
            <a:ext cx="0" cy="6836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3" name="Picture 212"/>
          <p:cNvPicPr>
            <a:picLocks noChangeAspect="1"/>
          </p:cNvPicPr>
          <p:nvPr/>
        </p:nvPicPr>
        <p:blipFill rotWithShape="1">
          <a:blip r:embed="rId2"/>
          <a:srcRect l="3829" t="5639" r="80271" b="10136"/>
          <a:stretch/>
        </p:blipFill>
        <p:spPr>
          <a:xfrm>
            <a:off x="15473743" y="2366247"/>
            <a:ext cx="1844606" cy="217031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14" name="Rounded Rectangle 213"/>
          <p:cNvSpPr/>
          <p:nvPr/>
        </p:nvSpPr>
        <p:spPr>
          <a:xfrm>
            <a:off x="15473739" y="2184178"/>
            <a:ext cx="2073861" cy="244039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Rounded Rectangle 214"/>
          <p:cNvSpPr/>
          <p:nvPr/>
        </p:nvSpPr>
        <p:spPr>
          <a:xfrm>
            <a:off x="14995935" y="6708724"/>
            <a:ext cx="2997109" cy="1709848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6" name="Picture 2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6765" y="6768221"/>
            <a:ext cx="2335444" cy="15908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217" name="Straight Arrow Connector 216"/>
          <p:cNvCxnSpPr>
            <a:stCxn id="215" idx="1"/>
            <a:endCxn id="208" idx="3"/>
          </p:cNvCxnSpPr>
          <p:nvPr/>
        </p:nvCxnSpPr>
        <p:spPr>
          <a:xfrm flipH="1" flipV="1">
            <a:off x="12976630" y="7558272"/>
            <a:ext cx="2019302" cy="53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8" name="Picture 6" descr="Power - Infineon Technologi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7859" y="4827483"/>
            <a:ext cx="2169743" cy="156150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9" name="Rounded Rectangle 218"/>
          <p:cNvSpPr/>
          <p:nvPr/>
        </p:nvSpPr>
        <p:spPr>
          <a:xfrm>
            <a:off x="15473741" y="4760998"/>
            <a:ext cx="2073861" cy="173688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0" name="Straight Arrow Connector 219"/>
          <p:cNvCxnSpPr>
            <a:stCxn id="219" idx="1"/>
            <a:endCxn id="209" idx="3"/>
          </p:cNvCxnSpPr>
          <p:nvPr/>
        </p:nvCxnSpPr>
        <p:spPr>
          <a:xfrm flipH="1">
            <a:off x="13300206" y="5629442"/>
            <a:ext cx="2173535" cy="315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Rectangle 220"/>
          <p:cNvSpPr/>
          <p:nvPr/>
        </p:nvSpPr>
        <p:spPr>
          <a:xfrm>
            <a:off x="11288089" y="4259732"/>
            <a:ext cx="1861408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V/I Ratings</a:t>
            </a:r>
          </a:p>
        </p:txBody>
      </p:sp>
      <p:cxnSp>
        <p:nvCxnSpPr>
          <p:cNvPr id="222" name="Straight Arrow Connector 221"/>
          <p:cNvCxnSpPr>
            <a:stCxn id="211" idx="2"/>
            <a:endCxn id="246" idx="0"/>
          </p:cNvCxnSpPr>
          <p:nvPr/>
        </p:nvCxnSpPr>
        <p:spPr>
          <a:xfrm flipH="1">
            <a:off x="7853959" y="9023330"/>
            <a:ext cx="3465270" cy="8747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ounded Rectangle 222"/>
          <p:cNvSpPr/>
          <p:nvPr/>
        </p:nvSpPr>
        <p:spPr>
          <a:xfrm>
            <a:off x="12702389" y="9928032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Loss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Rounded Rectangle 223"/>
          <p:cNvSpPr/>
          <p:nvPr/>
        </p:nvSpPr>
        <p:spPr>
          <a:xfrm>
            <a:off x="12702389" y="12233591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5" name="Straight Arrow Connector 224"/>
          <p:cNvCxnSpPr>
            <a:stCxn id="223" idx="2"/>
            <a:endCxn id="224" idx="0"/>
          </p:cNvCxnSpPr>
          <p:nvPr/>
        </p:nvCxnSpPr>
        <p:spPr>
          <a:xfrm>
            <a:off x="14705541" y="10795198"/>
            <a:ext cx="0" cy="14383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>
            <a:endCxn id="223" idx="1"/>
          </p:cNvCxnSpPr>
          <p:nvPr/>
        </p:nvCxnSpPr>
        <p:spPr>
          <a:xfrm>
            <a:off x="11814255" y="10361614"/>
            <a:ext cx="88813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ectangle 226"/>
          <p:cNvSpPr/>
          <p:nvPr/>
        </p:nvSpPr>
        <p:spPr>
          <a:xfrm>
            <a:off x="10877676" y="9173697"/>
            <a:ext cx="1085554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V/I (t)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4774627" y="10765269"/>
            <a:ext cx="526106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229" name="Straight Arrow Connector 228"/>
          <p:cNvCxnSpPr/>
          <p:nvPr/>
        </p:nvCxnSpPr>
        <p:spPr>
          <a:xfrm flipH="1">
            <a:off x="11732306" y="10361617"/>
            <a:ext cx="81952" cy="426313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>
            <a:stCxn id="224" idx="2"/>
            <a:endCxn id="234" idx="0"/>
          </p:cNvCxnSpPr>
          <p:nvPr/>
        </p:nvCxnSpPr>
        <p:spPr>
          <a:xfrm>
            <a:off x="14705545" y="13100760"/>
            <a:ext cx="91" cy="9249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1" name="Picture 230"/>
          <p:cNvPicPr>
            <a:picLocks noChangeAspect="1"/>
          </p:cNvPicPr>
          <p:nvPr/>
        </p:nvPicPr>
        <p:blipFill rotWithShape="1">
          <a:blip r:embed="rId5"/>
          <a:srcRect t="4044"/>
          <a:stretch/>
        </p:blipFill>
        <p:spPr>
          <a:xfrm>
            <a:off x="17899507" y="9566426"/>
            <a:ext cx="4244114" cy="162237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32" name="Rounded Rectangle 231"/>
          <p:cNvSpPr/>
          <p:nvPr/>
        </p:nvSpPr>
        <p:spPr>
          <a:xfrm>
            <a:off x="17445444" y="9412533"/>
            <a:ext cx="4846989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Straight Arrow Connector 232"/>
          <p:cNvCxnSpPr>
            <a:stCxn id="232" idx="1"/>
            <a:endCxn id="223" idx="3"/>
          </p:cNvCxnSpPr>
          <p:nvPr/>
        </p:nvCxnSpPr>
        <p:spPr>
          <a:xfrm flipH="1" flipV="1">
            <a:off x="16708699" y="10361617"/>
            <a:ext cx="736741" cy="27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Diamond 233"/>
          <p:cNvSpPr/>
          <p:nvPr/>
        </p:nvSpPr>
        <p:spPr>
          <a:xfrm>
            <a:off x="12883383" y="14025687"/>
            <a:ext cx="3644505" cy="1242521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14964379" y="13356388"/>
            <a:ext cx="64876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3367737" y="14306214"/>
            <a:ext cx="2813782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(k)-</a:t>
            </a:r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(k-1)|&lt; </a:t>
            </a:r>
            <a:r>
              <a:rPr lang="el-GR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37" name="Straight Arrow Connector 236"/>
          <p:cNvCxnSpPr>
            <a:stCxn id="234" idx="1"/>
          </p:cNvCxnSpPr>
          <p:nvPr/>
        </p:nvCxnSpPr>
        <p:spPr>
          <a:xfrm flipH="1" flipV="1">
            <a:off x="11732304" y="14643073"/>
            <a:ext cx="1151083" cy="3875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/>
          <p:cNvSpPr/>
          <p:nvPr/>
        </p:nvSpPr>
        <p:spPr>
          <a:xfrm>
            <a:off x="12178942" y="14061730"/>
            <a:ext cx="104689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cxnSp>
        <p:nvCxnSpPr>
          <p:cNvPr id="239" name="Straight Arrow Connector 238"/>
          <p:cNvCxnSpPr>
            <a:stCxn id="234" idx="2"/>
          </p:cNvCxnSpPr>
          <p:nvPr/>
        </p:nvCxnSpPr>
        <p:spPr>
          <a:xfrm>
            <a:off x="14705636" y="15268208"/>
            <a:ext cx="39283" cy="44812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Rectangle 239"/>
          <p:cNvSpPr/>
          <p:nvPr/>
        </p:nvSpPr>
        <p:spPr>
          <a:xfrm>
            <a:off x="14744919" y="15268206"/>
            <a:ext cx="104689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Rectangle 240"/>
          <p:cNvSpPr/>
          <p:nvPr/>
        </p:nvSpPr>
        <p:spPr>
          <a:xfrm>
            <a:off x="13682243" y="16371940"/>
            <a:ext cx="1535919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(t) 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1973280" y="9832313"/>
            <a:ext cx="570089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43" name="Picture 242"/>
          <p:cNvPicPr>
            <a:picLocks noChangeAspect="1"/>
          </p:cNvPicPr>
          <p:nvPr/>
        </p:nvPicPr>
        <p:blipFill rotWithShape="1">
          <a:blip r:embed="rId6"/>
          <a:srcRect b="17226"/>
          <a:stretch/>
        </p:blipFill>
        <p:spPr>
          <a:xfrm>
            <a:off x="18153310" y="11938591"/>
            <a:ext cx="3203877" cy="147722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44" name="Rounded Rectangle 243"/>
          <p:cNvSpPr/>
          <p:nvPr/>
        </p:nvSpPr>
        <p:spPr>
          <a:xfrm>
            <a:off x="17857513" y="11725373"/>
            <a:ext cx="3928153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5" name="Straight Arrow Connector 244"/>
          <p:cNvCxnSpPr>
            <a:stCxn id="244" idx="1"/>
            <a:endCxn id="224" idx="3"/>
          </p:cNvCxnSpPr>
          <p:nvPr/>
        </p:nvCxnSpPr>
        <p:spPr>
          <a:xfrm flipH="1" flipV="1">
            <a:off x="16708697" y="12667173"/>
            <a:ext cx="1148812" cy="100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Rounded Rectangle 245"/>
          <p:cNvSpPr/>
          <p:nvPr/>
        </p:nvSpPr>
        <p:spPr>
          <a:xfrm>
            <a:off x="5850802" y="9898103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Loss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Calulation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Rounded Rectangle 246"/>
          <p:cNvSpPr/>
          <p:nvPr/>
        </p:nvSpPr>
        <p:spPr>
          <a:xfrm>
            <a:off x="5961683" y="12203661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8" name="Straight Arrow Connector 247"/>
          <p:cNvCxnSpPr>
            <a:endCxn id="247" idx="0"/>
          </p:cNvCxnSpPr>
          <p:nvPr/>
        </p:nvCxnSpPr>
        <p:spPr>
          <a:xfrm>
            <a:off x="7964834" y="10765270"/>
            <a:ext cx="0" cy="14383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/>
          <p:cNvCxnSpPr>
            <a:endCxn id="246" idx="3"/>
          </p:cNvCxnSpPr>
          <p:nvPr/>
        </p:nvCxnSpPr>
        <p:spPr>
          <a:xfrm flipH="1" flipV="1">
            <a:off x="9857113" y="10331687"/>
            <a:ext cx="1020563" cy="149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angle 249"/>
          <p:cNvSpPr/>
          <p:nvPr/>
        </p:nvSpPr>
        <p:spPr>
          <a:xfrm>
            <a:off x="8033921" y="10735337"/>
            <a:ext cx="526106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251" name="Straight Arrow Connector 250"/>
          <p:cNvCxnSpPr/>
          <p:nvPr/>
        </p:nvCxnSpPr>
        <p:spPr>
          <a:xfrm flipH="1">
            <a:off x="10804302" y="10346633"/>
            <a:ext cx="49442" cy="4296439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247" idx="2"/>
            <a:endCxn id="253" idx="0"/>
          </p:cNvCxnSpPr>
          <p:nvPr/>
        </p:nvCxnSpPr>
        <p:spPr>
          <a:xfrm>
            <a:off x="7964838" y="13070830"/>
            <a:ext cx="91" cy="9249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Diamond 252"/>
          <p:cNvSpPr/>
          <p:nvPr/>
        </p:nvSpPr>
        <p:spPr>
          <a:xfrm>
            <a:off x="6142676" y="13995755"/>
            <a:ext cx="3644505" cy="1242521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8223670" y="13326460"/>
            <a:ext cx="64876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627030" y="14276282"/>
            <a:ext cx="2813782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(k)-</a:t>
            </a:r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(k-1)|&lt; </a:t>
            </a:r>
            <a:r>
              <a:rPr lang="el-GR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56" name="Straight Arrow Connector 255"/>
          <p:cNvCxnSpPr/>
          <p:nvPr/>
        </p:nvCxnSpPr>
        <p:spPr>
          <a:xfrm flipH="1">
            <a:off x="9802445" y="14643075"/>
            <a:ext cx="1001852" cy="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angle 256"/>
          <p:cNvSpPr/>
          <p:nvPr/>
        </p:nvSpPr>
        <p:spPr>
          <a:xfrm>
            <a:off x="10086138" y="14025687"/>
            <a:ext cx="104689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cxnSp>
        <p:nvCxnSpPr>
          <p:cNvPr id="258" name="Straight Arrow Connector 257"/>
          <p:cNvCxnSpPr/>
          <p:nvPr/>
        </p:nvCxnSpPr>
        <p:spPr>
          <a:xfrm flipH="1">
            <a:off x="7917366" y="15261365"/>
            <a:ext cx="37027" cy="44985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Rectangle 258"/>
          <p:cNvSpPr/>
          <p:nvPr/>
        </p:nvSpPr>
        <p:spPr>
          <a:xfrm>
            <a:off x="8076181" y="15177938"/>
            <a:ext cx="104689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Rectangle 259"/>
          <p:cNvSpPr/>
          <p:nvPr/>
        </p:nvSpPr>
        <p:spPr>
          <a:xfrm>
            <a:off x="8251168" y="16606473"/>
            <a:ext cx="1535919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(t) 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0062139" y="9803438"/>
            <a:ext cx="568705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62" name="Picture 2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82" y="9574299"/>
            <a:ext cx="4535071" cy="151477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63" name="Rounded Rectangle 262"/>
          <p:cNvSpPr/>
          <p:nvPr/>
        </p:nvSpPr>
        <p:spPr>
          <a:xfrm>
            <a:off x="387948" y="9379855"/>
            <a:ext cx="4846989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4" name="Straight Arrow Connector 263"/>
          <p:cNvCxnSpPr>
            <a:stCxn id="263" idx="3"/>
            <a:endCxn id="246" idx="1"/>
          </p:cNvCxnSpPr>
          <p:nvPr/>
        </p:nvCxnSpPr>
        <p:spPr>
          <a:xfrm flipV="1">
            <a:off x="5234935" y="10331690"/>
            <a:ext cx="615864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/>
          <p:cNvCxnSpPr>
            <a:stCxn id="266" idx="3"/>
            <a:endCxn id="209" idx="1"/>
          </p:cNvCxnSpPr>
          <p:nvPr/>
        </p:nvCxnSpPr>
        <p:spPr>
          <a:xfrm flipV="1">
            <a:off x="7293675" y="5661027"/>
            <a:ext cx="2044569" cy="37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Rounded Rectangle 265"/>
          <p:cNvSpPr/>
          <p:nvPr/>
        </p:nvSpPr>
        <p:spPr>
          <a:xfrm>
            <a:off x="5219814" y="4940528"/>
            <a:ext cx="2073861" cy="144845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7" name="Picture 8" descr="DC-LINK Capacitors / Intermediate Circuit Capacitors - WIMA – Competence in  Capacitor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399" y="5060658"/>
            <a:ext cx="1759570" cy="1160501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26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1230" y="11878436"/>
            <a:ext cx="2278209" cy="139223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69" name="Rounded Rectangle 268"/>
          <p:cNvSpPr/>
          <p:nvPr/>
        </p:nvSpPr>
        <p:spPr>
          <a:xfrm>
            <a:off x="1420259" y="11659555"/>
            <a:ext cx="2958264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0" name="Straight Arrow Connector 269"/>
          <p:cNvCxnSpPr>
            <a:stCxn id="269" idx="3"/>
            <a:endCxn id="247" idx="1"/>
          </p:cNvCxnSpPr>
          <p:nvPr/>
        </p:nvCxnSpPr>
        <p:spPr>
          <a:xfrm>
            <a:off x="4378525" y="12611387"/>
            <a:ext cx="1583159" cy="258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/>
          <p:cNvCxnSpPr>
            <a:stCxn id="211" idx="2"/>
            <a:endCxn id="223" idx="0"/>
          </p:cNvCxnSpPr>
          <p:nvPr/>
        </p:nvCxnSpPr>
        <p:spPr>
          <a:xfrm>
            <a:off x="11319226" y="9023333"/>
            <a:ext cx="3386318" cy="9046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" name="Picture 27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4436" y="15699483"/>
            <a:ext cx="6916113" cy="8882924"/>
          </a:xfrm>
          <a:prstGeom prst="rect">
            <a:avLst/>
          </a:prstGeom>
        </p:spPr>
      </p:pic>
      <p:sp>
        <p:nvSpPr>
          <p:cNvPr id="288" name="Rounded Rectangle 287"/>
          <p:cNvSpPr/>
          <p:nvPr/>
        </p:nvSpPr>
        <p:spPr>
          <a:xfrm>
            <a:off x="6627030" y="19795436"/>
            <a:ext cx="8764264" cy="52738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sv-SE" sz="266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4" name="Rounded Rectangle 293"/>
          <p:cNvSpPr/>
          <p:nvPr/>
        </p:nvSpPr>
        <p:spPr>
          <a:xfrm>
            <a:off x="16492451" y="15171202"/>
            <a:ext cx="7653533" cy="977585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5" name="Straight Arrow Connector 294"/>
          <p:cNvCxnSpPr>
            <a:stCxn id="288" idx="3"/>
            <a:endCxn id="294" idx="1"/>
          </p:cNvCxnSpPr>
          <p:nvPr/>
        </p:nvCxnSpPr>
        <p:spPr>
          <a:xfrm>
            <a:off x="15391294" y="20059129"/>
            <a:ext cx="110115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03403" y="583991"/>
            <a:ext cx="19759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OVERALL ELECTRO-THERMAL MODELLING OF TRACTION  INVERTER</a:t>
            </a:r>
            <a:endParaRPr lang="sv-SE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48" y="237283"/>
            <a:ext cx="3083364" cy="345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2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60538" y="1185994"/>
            <a:ext cx="158936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 MODELLING OF SEMICONDUCTOR DEVICES</a:t>
            </a:r>
            <a:endParaRPr lang="sv-SE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33" y="320292"/>
            <a:ext cx="3083364" cy="3454953"/>
          </a:xfrm>
          <a:prstGeom prst="rect">
            <a:avLst/>
          </a:prstGeom>
        </p:spPr>
      </p:pic>
      <p:sp>
        <p:nvSpPr>
          <p:cNvPr id="75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 txBox="1">
            <a:spLocks/>
          </p:cNvSpPr>
          <p:nvPr/>
        </p:nvSpPr>
        <p:spPr>
          <a:xfrm>
            <a:off x="2722552" y="4942152"/>
            <a:ext cx="7560840" cy="647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25199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5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 and Topology</a:t>
            </a:r>
            <a:endParaRPr lang="sv-SE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1073010" y="6304926"/>
            <a:ext cx="3299555" cy="8990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Input Parameters</a:t>
            </a:r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Straight Arrow Connector 79"/>
          <p:cNvCxnSpPr>
            <a:stCxn id="77" idx="2"/>
            <a:endCxn id="81" idx="0"/>
          </p:cNvCxnSpPr>
          <p:nvPr/>
        </p:nvCxnSpPr>
        <p:spPr>
          <a:xfrm flipH="1">
            <a:off x="2722553" y="7203985"/>
            <a:ext cx="235" cy="533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78432" y="7737159"/>
            <a:ext cx="3488241" cy="10996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Topology and Modulation Selection</a:t>
            </a:r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Straight Arrow Connector 81"/>
          <p:cNvCxnSpPr>
            <a:stCxn id="81" idx="2"/>
            <a:endCxn id="85" idx="0"/>
          </p:cNvCxnSpPr>
          <p:nvPr/>
        </p:nvCxnSpPr>
        <p:spPr>
          <a:xfrm>
            <a:off x="2722553" y="8836831"/>
            <a:ext cx="6005" cy="7824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918198" y="9619279"/>
            <a:ext cx="3620719" cy="9272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voltage and current waveforms</a:t>
            </a:r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6" name="Picture 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120" y="8839616"/>
            <a:ext cx="3315462" cy="2486596"/>
          </a:xfrm>
          <a:prstGeom prst="rect">
            <a:avLst/>
          </a:prstGeom>
        </p:spPr>
      </p:pic>
      <p:cxnSp>
        <p:nvCxnSpPr>
          <p:cNvPr id="114" name="Straight Arrow Connector 113"/>
          <p:cNvCxnSpPr>
            <a:stCxn id="85" idx="3"/>
            <a:endCxn id="86" idx="1"/>
          </p:cNvCxnSpPr>
          <p:nvPr/>
        </p:nvCxnSpPr>
        <p:spPr>
          <a:xfrm flipV="1">
            <a:off x="4538917" y="10082914"/>
            <a:ext cx="78420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269282" y="4871808"/>
            <a:ext cx="11861800" cy="67671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9" name="Picture 1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719" y="8836831"/>
            <a:ext cx="3319173" cy="2489381"/>
          </a:xfrm>
          <a:prstGeom prst="rect">
            <a:avLst/>
          </a:prstGeom>
        </p:spPr>
      </p:pic>
      <p:sp>
        <p:nvSpPr>
          <p:cNvPr id="130" name="Rounded Rectangle 129"/>
          <p:cNvSpPr/>
          <p:nvPr/>
        </p:nvSpPr>
        <p:spPr>
          <a:xfrm>
            <a:off x="12736662" y="4871808"/>
            <a:ext cx="11861800" cy="67671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 txBox="1">
            <a:spLocks/>
          </p:cNvSpPr>
          <p:nvPr/>
        </p:nvSpPr>
        <p:spPr>
          <a:xfrm>
            <a:off x="14669983" y="4986569"/>
            <a:ext cx="7560840" cy="647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25199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5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Conduction and Switching Events</a:t>
            </a:r>
            <a:endParaRPr lang="sv-SE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Rounded Rectangle 134"/>
          <p:cNvSpPr/>
          <p:nvPr/>
        </p:nvSpPr>
        <p:spPr>
          <a:xfrm>
            <a:off x="16609926" y="6150942"/>
            <a:ext cx="3620719" cy="9272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and current Waveforms</a:t>
            </a:r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Straight Arrow Connector 135"/>
          <p:cNvCxnSpPr>
            <a:stCxn id="135" idx="2"/>
            <a:endCxn id="140" idx="0"/>
          </p:cNvCxnSpPr>
          <p:nvPr/>
        </p:nvCxnSpPr>
        <p:spPr>
          <a:xfrm>
            <a:off x="18420286" y="7078213"/>
            <a:ext cx="30117" cy="889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ounded Rectangle 139"/>
          <p:cNvSpPr/>
          <p:nvPr/>
        </p:nvSpPr>
        <p:spPr>
          <a:xfrm>
            <a:off x="16609926" y="7967377"/>
            <a:ext cx="3680953" cy="10146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sv-SE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conduction</a:t>
            </a:r>
            <a:r>
              <a:rPr lang="sv-SE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commutation</a:t>
            </a:r>
            <a:r>
              <a:rPr lang="sv-SE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8" name="Picture 1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3434" y="7256443"/>
            <a:ext cx="3238063" cy="2428548"/>
          </a:xfrm>
          <a:prstGeom prst="rect">
            <a:avLst/>
          </a:prstGeom>
        </p:spPr>
      </p:pic>
      <p:pic>
        <p:nvPicPr>
          <p:cNvPr id="149" name="Picture 1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69308" y="7138714"/>
            <a:ext cx="3552008" cy="2664006"/>
          </a:xfrm>
          <a:prstGeom prst="rect">
            <a:avLst/>
          </a:prstGeom>
        </p:spPr>
      </p:pic>
      <p:cxnSp>
        <p:nvCxnSpPr>
          <p:cNvPr id="151" name="Straight Arrow Connector 150"/>
          <p:cNvCxnSpPr>
            <a:stCxn id="140" idx="1"/>
            <a:endCxn id="148" idx="3"/>
          </p:cNvCxnSpPr>
          <p:nvPr/>
        </p:nvCxnSpPr>
        <p:spPr>
          <a:xfrm flipH="1" flipV="1">
            <a:off x="16131497" y="8470717"/>
            <a:ext cx="478429" cy="39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stCxn id="140" idx="3"/>
            <a:endCxn id="149" idx="1"/>
          </p:cNvCxnSpPr>
          <p:nvPr/>
        </p:nvCxnSpPr>
        <p:spPr>
          <a:xfrm flipV="1">
            <a:off x="20290879" y="8470717"/>
            <a:ext cx="478429" cy="39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ounded Rectangle 158"/>
          <p:cNvSpPr/>
          <p:nvPr/>
        </p:nvSpPr>
        <p:spPr>
          <a:xfrm>
            <a:off x="269282" y="12882240"/>
            <a:ext cx="11689579" cy="67671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 txBox="1">
            <a:spLocks/>
          </p:cNvSpPr>
          <p:nvPr/>
        </p:nvSpPr>
        <p:spPr>
          <a:xfrm>
            <a:off x="2470813" y="13011035"/>
            <a:ext cx="7560840" cy="647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25199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5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Calculations</a:t>
            </a:r>
            <a:endParaRPr lang="sv-SE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ounded Rectangle 168"/>
          <p:cNvSpPr/>
          <p:nvPr/>
        </p:nvSpPr>
        <p:spPr>
          <a:xfrm>
            <a:off x="4479200" y="13787530"/>
            <a:ext cx="3620719" cy="9272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conduction and commutation times</a:t>
            </a:r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0" name="Straight Arrow Connector 169"/>
          <p:cNvCxnSpPr>
            <a:stCxn id="169" idx="2"/>
            <a:endCxn id="171" idx="0"/>
          </p:cNvCxnSpPr>
          <p:nvPr/>
        </p:nvCxnSpPr>
        <p:spPr>
          <a:xfrm flipH="1">
            <a:off x="2532089" y="14714801"/>
            <a:ext cx="3757471" cy="6570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ounded Rectangle 170"/>
          <p:cNvSpPr/>
          <p:nvPr/>
        </p:nvSpPr>
        <p:spPr>
          <a:xfrm>
            <a:off x="691612" y="15371806"/>
            <a:ext cx="3680953" cy="10146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Conduction Loss Calculation</a:t>
            </a:r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ounded Rectangle 174"/>
          <p:cNvSpPr/>
          <p:nvPr/>
        </p:nvSpPr>
        <p:spPr>
          <a:xfrm>
            <a:off x="7922966" y="15371806"/>
            <a:ext cx="3680953" cy="10146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sv-SE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Loss </a:t>
            </a:r>
            <a:r>
              <a:rPr lang="sv-SE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Straight Arrow Connector 175"/>
          <p:cNvCxnSpPr>
            <a:stCxn id="169" idx="2"/>
            <a:endCxn id="175" idx="0"/>
          </p:cNvCxnSpPr>
          <p:nvPr/>
        </p:nvCxnSpPr>
        <p:spPr>
          <a:xfrm>
            <a:off x="6289560" y="14714801"/>
            <a:ext cx="3473883" cy="6570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1" name="Picture 1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1910" y="16701627"/>
            <a:ext cx="3165828" cy="2374371"/>
          </a:xfrm>
          <a:prstGeom prst="rect">
            <a:avLst/>
          </a:prstGeom>
        </p:spPr>
      </p:pic>
      <p:pic>
        <p:nvPicPr>
          <p:cNvPr id="182" name="Picture 18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5105" y="16680690"/>
            <a:ext cx="3221657" cy="2416243"/>
          </a:xfrm>
          <a:prstGeom prst="rect">
            <a:avLst/>
          </a:prstGeom>
        </p:spPr>
      </p:pic>
      <p:pic>
        <p:nvPicPr>
          <p:cNvPr id="183" name="Picture 18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833" y="16630925"/>
            <a:ext cx="3281192" cy="2460894"/>
          </a:xfrm>
          <a:prstGeom prst="rect">
            <a:avLst/>
          </a:prstGeom>
        </p:spPr>
      </p:pic>
      <p:pic>
        <p:nvPicPr>
          <p:cNvPr id="184" name="Picture 18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0512" y="16687573"/>
            <a:ext cx="3217309" cy="2412982"/>
          </a:xfrm>
          <a:prstGeom prst="rect">
            <a:avLst/>
          </a:prstGeom>
        </p:spPr>
      </p:pic>
      <p:sp>
        <p:nvSpPr>
          <p:cNvPr id="186" name="Rounded Rectangle 185"/>
          <p:cNvSpPr/>
          <p:nvPr/>
        </p:nvSpPr>
        <p:spPr>
          <a:xfrm>
            <a:off x="12893435" y="12853216"/>
            <a:ext cx="11705028" cy="67961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 txBox="1">
            <a:spLocks/>
          </p:cNvSpPr>
          <p:nvPr/>
        </p:nvSpPr>
        <p:spPr>
          <a:xfrm>
            <a:off x="14842204" y="12997001"/>
            <a:ext cx="7560840" cy="647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25199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5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Solution</a:t>
            </a:r>
            <a:endParaRPr lang="sv-SE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7" name="Picture 19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11889" y="13858607"/>
            <a:ext cx="4660269" cy="2527806"/>
          </a:xfrm>
          <a:prstGeom prst="rect">
            <a:avLst/>
          </a:prstGeom>
        </p:spPr>
      </p:pic>
      <p:pic>
        <p:nvPicPr>
          <p:cNvPr id="198" name="Picture 19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54975" y="16386413"/>
            <a:ext cx="3880369" cy="2910277"/>
          </a:xfrm>
          <a:prstGeom prst="rect">
            <a:avLst/>
          </a:prstGeom>
        </p:spPr>
      </p:pic>
      <p:pic>
        <p:nvPicPr>
          <p:cNvPr id="199" name="Picture 19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01947" y="16386413"/>
            <a:ext cx="3880369" cy="291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4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ounded Rectangle 204"/>
          <p:cNvSpPr/>
          <p:nvPr/>
        </p:nvSpPr>
        <p:spPr>
          <a:xfrm>
            <a:off x="9661821" y="3090064"/>
            <a:ext cx="3314812" cy="6021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06" name="Straight Arrow Connector 205"/>
          <p:cNvCxnSpPr>
            <a:stCxn id="214" idx="1"/>
            <a:endCxn id="205" idx="3"/>
          </p:cNvCxnSpPr>
          <p:nvPr/>
        </p:nvCxnSpPr>
        <p:spPr>
          <a:xfrm flipH="1" flipV="1">
            <a:off x="12976633" y="3391151"/>
            <a:ext cx="2497108" cy="132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>
            <a:stCxn id="205" idx="2"/>
            <a:endCxn id="209" idx="0"/>
          </p:cNvCxnSpPr>
          <p:nvPr/>
        </p:nvCxnSpPr>
        <p:spPr>
          <a:xfrm flipH="1">
            <a:off x="11319225" y="3692236"/>
            <a:ext cx="2" cy="14814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ounded Rectangle 207"/>
          <p:cNvSpPr/>
          <p:nvPr/>
        </p:nvSpPr>
        <p:spPr>
          <a:xfrm>
            <a:off x="9661821" y="7331836"/>
            <a:ext cx="3314812" cy="45287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Rounded Rectangle 208"/>
          <p:cNvSpPr/>
          <p:nvPr/>
        </p:nvSpPr>
        <p:spPr>
          <a:xfrm>
            <a:off x="9338244" y="5173732"/>
            <a:ext cx="3961962" cy="97458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266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</a:t>
            </a:r>
            <a:r>
              <a:rPr lang="sv-SE" sz="266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0" name="Straight Arrow Connector 209"/>
          <p:cNvCxnSpPr>
            <a:stCxn id="209" idx="2"/>
            <a:endCxn id="208" idx="0"/>
          </p:cNvCxnSpPr>
          <p:nvPr/>
        </p:nvCxnSpPr>
        <p:spPr>
          <a:xfrm>
            <a:off x="11319225" y="6148321"/>
            <a:ext cx="2" cy="11835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ounded Rectangle 210"/>
          <p:cNvSpPr/>
          <p:nvPr/>
        </p:nvSpPr>
        <p:spPr>
          <a:xfrm>
            <a:off x="9338244" y="8468348"/>
            <a:ext cx="3961962" cy="55498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Points </a:t>
            </a:r>
          </a:p>
        </p:txBody>
      </p:sp>
      <p:cxnSp>
        <p:nvCxnSpPr>
          <p:cNvPr id="212" name="Straight Arrow Connector 211"/>
          <p:cNvCxnSpPr>
            <a:stCxn id="208" idx="2"/>
            <a:endCxn id="211" idx="0"/>
          </p:cNvCxnSpPr>
          <p:nvPr/>
        </p:nvCxnSpPr>
        <p:spPr>
          <a:xfrm>
            <a:off x="11319224" y="7784714"/>
            <a:ext cx="0" cy="6836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3" name="Picture 212"/>
          <p:cNvPicPr>
            <a:picLocks noChangeAspect="1"/>
          </p:cNvPicPr>
          <p:nvPr/>
        </p:nvPicPr>
        <p:blipFill rotWithShape="1">
          <a:blip r:embed="rId2"/>
          <a:srcRect l="3829" t="5639" r="80271" b="10136"/>
          <a:stretch/>
        </p:blipFill>
        <p:spPr>
          <a:xfrm>
            <a:off x="15473743" y="2366247"/>
            <a:ext cx="1844606" cy="217031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14" name="Rounded Rectangle 213"/>
          <p:cNvSpPr/>
          <p:nvPr/>
        </p:nvSpPr>
        <p:spPr>
          <a:xfrm>
            <a:off x="15473739" y="2184178"/>
            <a:ext cx="2073861" cy="244039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Rounded Rectangle 214"/>
          <p:cNvSpPr/>
          <p:nvPr/>
        </p:nvSpPr>
        <p:spPr>
          <a:xfrm>
            <a:off x="14995935" y="6708724"/>
            <a:ext cx="2997109" cy="1709848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6" name="Picture 2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6765" y="6768221"/>
            <a:ext cx="2335444" cy="15908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217" name="Straight Arrow Connector 216"/>
          <p:cNvCxnSpPr>
            <a:stCxn id="215" idx="1"/>
            <a:endCxn id="208" idx="3"/>
          </p:cNvCxnSpPr>
          <p:nvPr/>
        </p:nvCxnSpPr>
        <p:spPr>
          <a:xfrm flipH="1" flipV="1">
            <a:off x="12976630" y="7558272"/>
            <a:ext cx="2019302" cy="53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8" name="Picture 6" descr="Power - Infineon Technologi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7859" y="4846533"/>
            <a:ext cx="2169743" cy="156150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9" name="Rounded Rectangle 218"/>
          <p:cNvSpPr/>
          <p:nvPr/>
        </p:nvSpPr>
        <p:spPr>
          <a:xfrm>
            <a:off x="15473741" y="4760998"/>
            <a:ext cx="2073861" cy="173688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0" name="Straight Arrow Connector 219"/>
          <p:cNvCxnSpPr>
            <a:stCxn id="219" idx="1"/>
            <a:endCxn id="209" idx="3"/>
          </p:cNvCxnSpPr>
          <p:nvPr/>
        </p:nvCxnSpPr>
        <p:spPr>
          <a:xfrm flipH="1">
            <a:off x="13300206" y="5629442"/>
            <a:ext cx="2173535" cy="315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Rectangle 220"/>
          <p:cNvSpPr/>
          <p:nvPr/>
        </p:nvSpPr>
        <p:spPr>
          <a:xfrm>
            <a:off x="11288089" y="4259732"/>
            <a:ext cx="1861408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V/I Ratings</a:t>
            </a:r>
          </a:p>
        </p:txBody>
      </p:sp>
      <p:cxnSp>
        <p:nvCxnSpPr>
          <p:cNvPr id="222" name="Straight Arrow Connector 221"/>
          <p:cNvCxnSpPr>
            <a:stCxn id="211" idx="2"/>
            <a:endCxn id="246" idx="0"/>
          </p:cNvCxnSpPr>
          <p:nvPr/>
        </p:nvCxnSpPr>
        <p:spPr>
          <a:xfrm flipH="1">
            <a:off x="7853959" y="9023330"/>
            <a:ext cx="3465270" cy="8747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ounded Rectangle 222"/>
          <p:cNvSpPr/>
          <p:nvPr/>
        </p:nvSpPr>
        <p:spPr>
          <a:xfrm>
            <a:off x="12702389" y="9928032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Loss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Rounded Rectangle 223"/>
          <p:cNvSpPr/>
          <p:nvPr/>
        </p:nvSpPr>
        <p:spPr>
          <a:xfrm>
            <a:off x="12702389" y="12233591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5" name="Straight Arrow Connector 224"/>
          <p:cNvCxnSpPr>
            <a:stCxn id="223" idx="2"/>
            <a:endCxn id="224" idx="0"/>
          </p:cNvCxnSpPr>
          <p:nvPr/>
        </p:nvCxnSpPr>
        <p:spPr>
          <a:xfrm>
            <a:off x="14705541" y="10795198"/>
            <a:ext cx="0" cy="14383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>
            <a:endCxn id="223" idx="1"/>
          </p:cNvCxnSpPr>
          <p:nvPr/>
        </p:nvCxnSpPr>
        <p:spPr>
          <a:xfrm>
            <a:off x="11814255" y="10361614"/>
            <a:ext cx="88813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ectangle 226"/>
          <p:cNvSpPr/>
          <p:nvPr/>
        </p:nvSpPr>
        <p:spPr>
          <a:xfrm>
            <a:off x="10877676" y="9173697"/>
            <a:ext cx="1085554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V/I (t)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4774627" y="10765269"/>
            <a:ext cx="526106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229" name="Straight Arrow Connector 228"/>
          <p:cNvCxnSpPr/>
          <p:nvPr/>
        </p:nvCxnSpPr>
        <p:spPr>
          <a:xfrm flipH="1">
            <a:off x="11732306" y="10361617"/>
            <a:ext cx="81952" cy="426313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>
            <a:stCxn id="224" idx="2"/>
            <a:endCxn id="234" idx="0"/>
          </p:cNvCxnSpPr>
          <p:nvPr/>
        </p:nvCxnSpPr>
        <p:spPr>
          <a:xfrm>
            <a:off x="14705545" y="13100760"/>
            <a:ext cx="91" cy="9249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1" name="Picture 230"/>
          <p:cNvPicPr>
            <a:picLocks noChangeAspect="1"/>
          </p:cNvPicPr>
          <p:nvPr/>
        </p:nvPicPr>
        <p:blipFill rotWithShape="1">
          <a:blip r:embed="rId5"/>
          <a:srcRect t="4044"/>
          <a:stretch/>
        </p:blipFill>
        <p:spPr>
          <a:xfrm>
            <a:off x="17899507" y="9566426"/>
            <a:ext cx="4244114" cy="162237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32" name="Rounded Rectangle 231"/>
          <p:cNvSpPr/>
          <p:nvPr/>
        </p:nvSpPr>
        <p:spPr>
          <a:xfrm>
            <a:off x="17445444" y="9412533"/>
            <a:ext cx="4846989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Straight Arrow Connector 232"/>
          <p:cNvCxnSpPr>
            <a:stCxn id="232" idx="1"/>
            <a:endCxn id="223" idx="3"/>
          </p:cNvCxnSpPr>
          <p:nvPr/>
        </p:nvCxnSpPr>
        <p:spPr>
          <a:xfrm flipH="1" flipV="1">
            <a:off x="16708699" y="10361617"/>
            <a:ext cx="736741" cy="27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Diamond 233"/>
          <p:cNvSpPr/>
          <p:nvPr/>
        </p:nvSpPr>
        <p:spPr>
          <a:xfrm>
            <a:off x="12883383" y="14025687"/>
            <a:ext cx="3644505" cy="1242521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14964379" y="13356388"/>
            <a:ext cx="64876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3367737" y="14306214"/>
            <a:ext cx="2813782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(k)-</a:t>
            </a:r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(k-1)|&lt; </a:t>
            </a:r>
            <a:r>
              <a:rPr lang="el-GR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37" name="Straight Arrow Connector 236"/>
          <p:cNvCxnSpPr>
            <a:stCxn id="234" idx="1"/>
          </p:cNvCxnSpPr>
          <p:nvPr/>
        </p:nvCxnSpPr>
        <p:spPr>
          <a:xfrm flipH="1" flipV="1">
            <a:off x="11732304" y="14643073"/>
            <a:ext cx="1151083" cy="3875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/>
          <p:cNvSpPr/>
          <p:nvPr/>
        </p:nvSpPr>
        <p:spPr>
          <a:xfrm>
            <a:off x="12178942" y="14061730"/>
            <a:ext cx="104689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cxnSp>
        <p:nvCxnSpPr>
          <p:cNvPr id="239" name="Straight Arrow Connector 238"/>
          <p:cNvCxnSpPr>
            <a:stCxn id="234" idx="2"/>
          </p:cNvCxnSpPr>
          <p:nvPr/>
        </p:nvCxnSpPr>
        <p:spPr>
          <a:xfrm>
            <a:off x="14705636" y="15268208"/>
            <a:ext cx="39283" cy="13433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Rectangle 239"/>
          <p:cNvSpPr/>
          <p:nvPr/>
        </p:nvSpPr>
        <p:spPr>
          <a:xfrm>
            <a:off x="14744919" y="15268206"/>
            <a:ext cx="104689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11973280" y="9832313"/>
            <a:ext cx="570089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43" name="Picture 242"/>
          <p:cNvPicPr>
            <a:picLocks noChangeAspect="1"/>
          </p:cNvPicPr>
          <p:nvPr/>
        </p:nvPicPr>
        <p:blipFill rotWithShape="1">
          <a:blip r:embed="rId6"/>
          <a:srcRect b="17226"/>
          <a:stretch/>
        </p:blipFill>
        <p:spPr>
          <a:xfrm>
            <a:off x="18153310" y="11938591"/>
            <a:ext cx="3203877" cy="147722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44" name="Rounded Rectangle 243"/>
          <p:cNvSpPr/>
          <p:nvPr/>
        </p:nvSpPr>
        <p:spPr>
          <a:xfrm>
            <a:off x="17857513" y="11725373"/>
            <a:ext cx="3928153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5" name="Straight Arrow Connector 244"/>
          <p:cNvCxnSpPr>
            <a:stCxn id="244" idx="1"/>
            <a:endCxn id="224" idx="3"/>
          </p:cNvCxnSpPr>
          <p:nvPr/>
        </p:nvCxnSpPr>
        <p:spPr>
          <a:xfrm flipH="1" flipV="1">
            <a:off x="16708697" y="12667173"/>
            <a:ext cx="1148812" cy="100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Rounded Rectangle 245"/>
          <p:cNvSpPr/>
          <p:nvPr/>
        </p:nvSpPr>
        <p:spPr>
          <a:xfrm>
            <a:off x="5850802" y="9898103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Loss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Calulation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Rounded Rectangle 246"/>
          <p:cNvSpPr/>
          <p:nvPr/>
        </p:nvSpPr>
        <p:spPr>
          <a:xfrm>
            <a:off x="5961683" y="12203661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</a:t>
            </a:r>
            <a:r>
              <a:rPr lang="sv-SE" sz="266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sv-SE" sz="26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8" name="Straight Arrow Connector 247"/>
          <p:cNvCxnSpPr>
            <a:endCxn id="247" idx="0"/>
          </p:cNvCxnSpPr>
          <p:nvPr/>
        </p:nvCxnSpPr>
        <p:spPr>
          <a:xfrm>
            <a:off x="7964834" y="10765270"/>
            <a:ext cx="0" cy="14383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/>
          <p:cNvCxnSpPr>
            <a:endCxn id="246" idx="3"/>
          </p:cNvCxnSpPr>
          <p:nvPr/>
        </p:nvCxnSpPr>
        <p:spPr>
          <a:xfrm flipH="1" flipV="1">
            <a:off x="9857113" y="10331687"/>
            <a:ext cx="1020563" cy="149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angle 249"/>
          <p:cNvSpPr/>
          <p:nvPr/>
        </p:nvSpPr>
        <p:spPr>
          <a:xfrm>
            <a:off x="8033921" y="10735337"/>
            <a:ext cx="526106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251" name="Straight Arrow Connector 250"/>
          <p:cNvCxnSpPr/>
          <p:nvPr/>
        </p:nvCxnSpPr>
        <p:spPr>
          <a:xfrm flipH="1">
            <a:off x="10804302" y="10346633"/>
            <a:ext cx="49442" cy="4296439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247" idx="2"/>
            <a:endCxn id="253" idx="0"/>
          </p:cNvCxnSpPr>
          <p:nvPr/>
        </p:nvCxnSpPr>
        <p:spPr>
          <a:xfrm>
            <a:off x="7964838" y="13070830"/>
            <a:ext cx="91" cy="9249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Diamond 252"/>
          <p:cNvSpPr/>
          <p:nvPr/>
        </p:nvSpPr>
        <p:spPr>
          <a:xfrm>
            <a:off x="6142676" y="13995755"/>
            <a:ext cx="3644505" cy="1242521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8223670" y="13326460"/>
            <a:ext cx="64876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627030" y="14276282"/>
            <a:ext cx="2813782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(k)-</a:t>
            </a:r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(k-1)|&lt; </a:t>
            </a:r>
            <a:r>
              <a:rPr lang="el-GR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56" name="Straight Arrow Connector 255"/>
          <p:cNvCxnSpPr/>
          <p:nvPr/>
        </p:nvCxnSpPr>
        <p:spPr>
          <a:xfrm flipH="1">
            <a:off x="9802445" y="14643075"/>
            <a:ext cx="1001852" cy="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angle 256"/>
          <p:cNvSpPr/>
          <p:nvPr/>
        </p:nvSpPr>
        <p:spPr>
          <a:xfrm>
            <a:off x="10086138" y="14025687"/>
            <a:ext cx="104689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cxnSp>
        <p:nvCxnSpPr>
          <p:cNvPr id="258" name="Straight Arrow Connector 257"/>
          <p:cNvCxnSpPr/>
          <p:nvPr/>
        </p:nvCxnSpPr>
        <p:spPr>
          <a:xfrm>
            <a:off x="7954394" y="15261365"/>
            <a:ext cx="10440" cy="1350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Rectangle 258"/>
          <p:cNvSpPr/>
          <p:nvPr/>
        </p:nvSpPr>
        <p:spPr>
          <a:xfrm>
            <a:off x="8076181" y="15177938"/>
            <a:ext cx="104689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Rectangle 259"/>
          <p:cNvSpPr/>
          <p:nvPr/>
        </p:nvSpPr>
        <p:spPr>
          <a:xfrm>
            <a:off x="7002840" y="15696800"/>
            <a:ext cx="1535919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(t) 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0062139" y="9803438"/>
            <a:ext cx="568705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62" name="Picture 2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82" y="9574299"/>
            <a:ext cx="4535071" cy="151477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63" name="Rounded Rectangle 262"/>
          <p:cNvSpPr/>
          <p:nvPr/>
        </p:nvSpPr>
        <p:spPr>
          <a:xfrm>
            <a:off x="387948" y="9379855"/>
            <a:ext cx="4846989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4" name="Straight Arrow Connector 263"/>
          <p:cNvCxnSpPr>
            <a:stCxn id="263" idx="3"/>
            <a:endCxn id="246" idx="1"/>
          </p:cNvCxnSpPr>
          <p:nvPr/>
        </p:nvCxnSpPr>
        <p:spPr>
          <a:xfrm flipV="1">
            <a:off x="5234935" y="10331690"/>
            <a:ext cx="615864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/>
          <p:cNvCxnSpPr>
            <a:stCxn id="266" idx="3"/>
            <a:endCxn id="209" idx="1"/>
          </p:cNvCxnSpPr>
          <p:nvPr/>
        </p:nvCxnSpPr>
        <p:spPr>
          <a:xfrm flipV="1">
            <a:off x="7293675" y="5661027"/>
            <a:ext cx="2044569" cy="37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Rounded Rectangle 265"/>
          <p:cNvSpPr/>
          <p:nvPr/>
        </p:nvSpPr>
        <p:spPr>
          <a:xfrm>
            <a:off x="5219814" y="4940528"/>
            <a:ext cx="2073861" cy="144845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7" name="Picture 8" descr="DC-LINK Capacitors / Intermediate Circuit Capacitors - WIMA – Competence in  Capacitor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399" y="5060658"/>
            <a:ext cx="1759570" cy="1160501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26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1230" y="11878436"/>
            <a:ext cx="2278209" cy="139223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69" name="Rounded Rectangle 268"/>
          <p:cNvSpPr/>
          <p:nvPr/>
        </p:nvSpPr>
        <p:spPr>
          <a:xfrm>
            <a:off x="1420259" y="11659555"/>
            <a:ext cx="2958264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0" name="Straight Arrow Connector 269"/>
          <p:cNvCxnSpPr>
            <a:stCxn id="269" idx="3"/>
            <a:endCxn id="247" idx="1"/>
          </p:cNvCxnSpPr>
          <p:nvPr/>
        </p:nvCxnSpPr>
        <p:spPr>
          <a:xfrm>
            <a:off x="4378525" y="12611387"/>
            <a:ext cx="1583159" cy="258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/>
          <p:cNvCxnSpPr>
            <a:stCxn id="211" idx="2"/>
            <a:endCxn id="223" idx="0"/>
          </p:cNvCxnSpPr>
          <p:nvPr/>
        </p:nvCxnSpPr>
        <p:spPr>
          <a:xfrm>
            <a:off x="11319226" y="9023333"/>
            <a:ext cx="3386318" cy="9046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13771826" y="15753106"/>
            <a:ext cx="1496541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(t) </a:t>
            </a:r>
          </a:p>
        </p:txBody>
      </p:sp>
    </p:spTree>
    <p:extLst>
      <p:ext uri="{BB962C8B-B14F-4D97-AF65-F5344CB8AC3E}">
        <p14:creationId xmlns:p14="http://schemas.microsoft.com/office/powerpoint/2010/main" val="292830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ounded Rectangle 204"/>
          <p:cNvSpPr/>
          <p:nvPr/>
        </p:nvSpPr>
        <p:spPr>
          <a:xfrm>
            <a:off x="9661819" y="3544071"/>
            <a:ext cx="3314812" cy="6021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r>
              <a:rPr lang="sv-SE" sz="26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r>
              <a:rPr lang="sv-SE" sz="26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07" name="Straight Arrow Connector 206"/>
          <p:cNvCxnSpPr>
            <a:stCxn id="205" idx="2"/>
            <a:endCxn id="209" idx="0"/>
          </p:cNvCxnSpPr>
          <p:nvPr/>
        </p:nvCxnSpPr>
        <p:spPr>
          <a:xfrm>
            <a:off x="11319225" y="4146243"/>
            <a:ext cx="0" cy="10274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Rounded Rectangle 208"/>
          <p:cNvSpPr/>
          <p:nvPr/>
        </p:nvSpPr>
        <p:spPr>
          <a:xfrm>
            <a:off x="9338244" y="5173732"/>
            <a:ext cx="3961962" cy="97458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</a:t>
            </a:r>
            <a:r>
              <a:rPr lang="sv-SE" sz="26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266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</a:t>
            </a:r>
            <a:r>
              <a:rPr lang="sv-SE" sz="266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sv-SE" sz="266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0" name="Straight Arrow Connector 209"/>
          <p:cNvCxnSpPr>
            <a:stCxn id="209" idx="2"/>
            <a:endCxn id="211" idx="0"/>
          </p:cNvCxnSpPr>
          <p:nvPr/>
        </p:nvCxnSpPr>
        <p:spPr>
          <a:xfrm>
            <a:off x="11319225" y="6148321"/>
            <a:ext cx="0" cy="6220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ounded Rectangle 210"/>
          <p:cNvSpPr/>
          <p:nvPr/>
        </p:nvSpPr>
        <p:spPr>
          <a:xfrm>
            <a:off x="9338244" y="6770341"/>
            <a:ext cx="3961962" cy="55498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Points 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9316069" y="7947347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</a:t>
            </a:r>
            <a:r>
              <a:rPr lang="sv-SE" sz="26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Loss </a:t>
            </a:r>
            <a:r>
              <a:rPr lang="sv-SE" sz="266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endParaRPr lang="sv-SE" sz="266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Rounded Rectangle 223"/>
          <p:cNvSpPr/>
          <p:nvPr/>
        </p:nvSpPr>
        <p:spPr>
          <a:xfrm>
            <a:off x="9336333" y="9567881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</a:t>
            </a:r>
            <a:r>
              <a:rPr lang="sv-SE" sz="26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66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sv-SE" sz="266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5" name="Straight Arrow Connector 224"/>
          <p:cNvCxnSpPr>
            <a:stCxn id="223" idx="2"/>
            <a:endCxn id="224" idx="0"/>
          </p:cNvCxnSpPr>
          <p:nvPr/>
        </p:nvCxnSpPr>
        <p:spPr>
          <a:xfrm>
            <a:off x="11319225" y="8814514"/>
            <a:ext cx="20264" cy="7533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>
            <a:endCxn id="223" idx="1"/>
          </p:cNvCxnSpPr>
          <p:nvPr/>
        </p:nvCxnSpPr>
        <p:spPr>
          <a:xfrm>
            <a:off x="8427935" y="8380929"/>
            <a:ext cx="88813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227"/>
          <p:cNvSpPr/>
          <p:nvPr/>
        </p:nvSpPr>
        <p:spPr>
          <a:xfrm>
            <a:off x="11388307" y="8784584"/>
            <a:ext cx="526106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>
            <a:spAutoFit/>
          </a:bodyPr>
          <a:lstStyle/>
          <a:p>
            <a:r>
              <a:rPr lang="sv-SE" sz="26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229" name="Straight Arrow Connector 228"/>
          <p:cNvCxnSpPr/>
          <p:nvPr/>
        </p:nvCxnSpPr>
        <p:spPr>
          <a:xfrm>
            <a:off x="8427938" y="8380932"/>
            <a:ext cx="12294" cy="359643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>
            <a:stCxn id="224" idx="2"/>
            <a:endCxn id="234" idx="0"/>
          </p:cNvCxnSpPr>
          <p:nvPr/>
        </p:nvCxnSpPr>
        <p:spPr>
          <a:xfrm>
            <a:off x="11339489" y="10435050"/>
            <a:ext cx="91" cy="9249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Diamond 233"/>
          <p:cNvSpPr/>
          <p:nvPr/>
        </p:nvSpPr>
        <p:spPr>
          <a:xfrm>
            <a:off x="9517327" y="11359977"/>
            <a:ext cx="3644505" cy="1242521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11598323" y="10690678"/>
            <a:ext cx="64876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0001681" y="11640504"/>
            <a:ext cx="2813782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sv-SE" sz="26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(k)-</a:t>
            </a:r>
            <a:r>
              <a:rPr lang="sv-SE" sz="26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(k-1)|&lt; </a:t>
            </a:r>
            <a:r>
              <a:rPr lang="el-GR" sz="26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sv-SE" sz="26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37" name="Straight Arrow Connector 236"/>
          <p:cNvCxnSpPr>
            <a:stCxn id="234" idx="1"/>
          </p:cNvCxnSpPr>
          <p:nvPr/>
        </p:nvCxnSpPr>
        <p:spPr>
          <a:xfrm flipH="1" flipV="1">
            <a:off x="8440232" y="11975427"/>
            <a:ext cx="1077095" cy="581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/>
          <p:cNvSpPr/>
          <p:nvPr/>
        </p:nvSpPr>
        <p:spPr>
          <a:xfrm>
            <a:off x="8812886" y="11396020"/>
            <a:ext cx="104689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cxnSp>
        <p:nvCxnSpPr>
          <p:cNvPr id="239" name="Straight Arrow Connector 238"/>
          <p:cNvCxnSpPr>
            <a:stCxn id="234" idx="2"/>
          </p:cNvCxnSpPr>
          <p:nvPr/>
        </p:nvCxnSpPr>
        <p:spPr>
          <a:xfrm flipH="1">
            <a:off x="11339489" y="12602498"/>
            <a:ext cx="91" cy="961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Rectangle 239"/>
          <p:cNvSpPr/>
          <p:nvPr/>
        </p:nvSpPr>
        <p:spPr>
          <a:xfrm>
            <a:off x="11378863" y="12602496"/>
            <a:ext cx="1046897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sv-SE" sz="26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8586960" y="7851628"/>
            <a:ext cx="570089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71" name="Straight Arrow Connector 270"/>
          <p:cNvCxnSpPr>
            <a:stCxn id="211" idx="2"/>
            <a:endCxn id="223" idx="0"/>
          </p:cNvCxnSpPr>
          <p:nvPr/>
        </p:nvCxnSpPr>
        <p:spPr>
          <a:xfrm>
            <a:off x="11319225" y="7325327"/>
            <a:ext cx="0" cy="6220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10405770" y="12883025"/>
            <a:ext cx="973093" cy="50167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sv-SE" sz="266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sv-SE" sz="26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(t) </a:t>
            </a:r>
          </a:p>
        </p:txBody>
      </p:sp>
    </p:spTree>
    <p:extLst>
      <p:ext uri="{BB962C8B-B14F-4D97-AF65-F5344CB8AC3E}">
        <p14:creationId xmlns:p14="http://schemas.microsoft.com/office/powerpoint/2010/main" val="318223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14941</TotalTime>
  <Words>208</Words>
  <Application>Microsoft Office PowerPoint</Application>
  <PresentationFormat>Custom</PresentationFormat>
  <Paragraphs>75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13</cp:revision>
  <dcterms:created xsi:type="dcterms:W3CDTF">2023-10-17T19:34:19Z</dcterms:created>
  <dcterms:modified xsi:type="dcterms:W3CDTF">2024-02-25T11:44:54Z</dcterms:modified>
</cp:coreProperties>
</file>